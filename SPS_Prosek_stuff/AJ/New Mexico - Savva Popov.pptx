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D15D55-5A9C-442F-B2DE-3BEC630339DC}" v="64" dt="2023-12-30T15:10:57.3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pov Savva" userId="bc132019-2944-47dc-b2a0-f031fbe56d5e" providerId="ADAL" clId="{F1D15D55-5A9C-442F-B2DE-3BEC630339DC}"/>
    <pc:docChg chg="undo redo custSel addSld modSld">
      <pc:chgData name="Popov Savva" userId="bc132019-2944-47dc-b2a0-f031fbe56d5e" providerId="ADAL" clId="{F1D15D55-5A9C-442F-B2DE-3BEC630339DC}" dt="2024-01-03T14:58:05.860" v="1569" actId="255"/>
      <pc:docMkLst>
        <pc:docMk/>
      </pc:docMkLst>
      <pc:sldChg chg="addSp delSp modSp mod setBg">
        <pc:chgData name="Popov Savva" userId="bc132019-2944-47dc-b2a0-f031fbe56d5e" providerId="ADAL" clId="{F1D15D55-5A9C-442F-B2DE-3BEC630339DC}" dt="2023-12-30T14:08:25.684" v="627" actId="1076"/>
        <pc:sldMkLst>
          <pc:docMk/>
          <pc:sldMk cId="0" sldId="257"/>
        </pc:sldMkLst>
        <pc:spChg chg="mod ord">
          <ac:chgData name="Popov Savva" userId="bc132019-2944-47dc-b2a0-f031fbe56d5e" providerId="ADAL" clId="{F1D15D55-5A9C-442F-B2DE-3BEC630339DC}" dt="2023-12-30T14:08:23.608" v="626" actId="1076"/>
          <ac:spMkLst>
            <pc:docMk/>
            <pc:sldMk cId="0" sldId="257"/>
            <ac:spMk id="2" creationId="{AAA47ABE-8039-81E2-EF80-C05190654FFF}"/>
          </ac:spMkLst>
        </pc:spChg>
        <pc:spChg chg="add del">
          <ac:chgData name="Popov Savva" userId="bc132019-2944-47dc-b2a0-f031fbe56d5e" providerId="ADAL" clId="{F1D15D55-5A9C-442F-B2DE-3BEC630339DC}" dt="2023-12-30T11:38:45.198" v="1" actId="26606"/>
          <ac:spMkLst>
            <pc:docMk/>
            <pc:sldMk cId="0" sldId="257"/>
            <ac:spMk id="9" creationId="{3FB00BEB-E8D3-965C-F592-C82F0DF83529}"/>
          </ac:spMkLst>
        </pc:spChg>
        <pc:spChg chg="add del">
          <ac:chgData name="Popov Savva" userId="bc132019-2944-47dc-b2a0-f031fbe56d5e" providerId="ADAL" clId="{F1D15D55-5A9C-442F-B2DE-3BEC630339DC}" dt="2023-12-30T11:38:45.198" v="1" actId="26606"/>
          <ac:spMkLst>
            <pc:docMk/>
            <pc:sldMk cId="0" sldId="257"/>
            <ac:spMk id="12" creationId="{D009D6D5-DAC2-4A8B-A17A-E206B9012D09}"/>
          </ac:spMkLst>
        </pc:spChg>
        <pc:spChg chg="add del">
          <ac:chgData name="Popov Savva" userId="bc132019-2944-47dc-b2a0-f031fbe56d5e" providerId="ADAL" clId="{F1D15D55-5A9C-442F-B2DE-3BEC630339DC}" dt="2023-12-30T11:59:49.936" v="21" actId="26606"/>
          <ac:spMkLst>
            <pc:docMk/>
            <pc:sldMk cId="0" sldId="257"/>
            <ac:spMk id="14" creationId="{D1EA859B-E555-4109-94F3-6700E046E008}"/>
          </ac:spMkLst>
        </pc:spChg>
        <pc:spChg chg="add del">
          <ac:chgData name="Popov Savva" userId="bc132019-2944-47dc-b2a0-f031fbe56d5e" providerId="ADAL" clId="{F1D15D55-5A9C-442F-B2DE-3BEC630339DC}" dt="2023-12-30T11:59:49.936" v="21" actId="26606"/>
          <ac:spMkLst>
            <pc:docMk/>
            <pc:sldMk cId="0" sldId="257"/>
            <ac:spMk id="15" creationId="{04812C46-200A-4DEB-A05E-3ED6C68C2387}"/>
          </ac:spMkLst>
        </pc:spChg>
        <pc:spChg chg="add del">
          <ac:chgData name="Popov Savva" userId="bc132019-2944-47dc-b2a0-f031fbe56d5e" providerId="ADAL" clId="{F1D15D55-5A9C-442F-B2DE-3BEC630339DC}" dt="2023-12-30T11:58:38.801" v="13"/>
          <ac:spMkLst>
            <pc:docMk/>
            <pc:sldMk cId="0" sldId="257"/>
            <ac:spMk id="16" creationId="{9449E3DC-6975-B9B3-ACAE-3246BBEC9D35}"/>
          </ac:spMkLst>
        </pc:spChg>
        <pc:spChg chg="add del">
          <ac:chgData name="Popov Savva" userId="bc132019-2944-47dc-b2a0-f031fbe56d5e" providerId="ADAL" clId="{F1D15D55-5A9C-442F-B2DE-3BEC630339DC}" dt="2023-12-30T11:59:14.098" v="18" actId="26606"/>
          <ac:spMkLst>
            <pc:docMk/>
            <pc:sldMk cId="0" sldId="257"/>
            <ac:spMk id="17" creationId="{9AA72BD9-2C5A-4EDC-931F-5AA08EACA0F3}"/>
          </ac:spMkLst>
        </pc:spChg>
        <pc:spChg chg="add del">
          <ac:chgData name="Popov Savva" userId="bc132019-2944-47dc-b2a0-f031fbe56d5e" providerId="ADAL" clId="{F1D15D55-5A9C-442F-B2DE-3BEC630339DC}" dt="2023-12-30T11:59:14.098" v="18" actId="26606"/>
          <ac:spMkLst>
            <pc:docMk/>
            <pc:sldMk cId="0" sldId="257"/>
            <ac:spMk id="18" creationId="{DD3981AC-7B61-4947-BCF3-F7AA7FA385B9}"/>
          </ac:spMkLst>
        </pc:spChg>
        <pc:spChg chg="add del">
          <ac:chgData name="Popov Savva" userId="bc132019-2944-47dc-b2a0-f031fbe56d5e" providerId="ADAL" clId="{F1D15D55-5A9C-442F-B2DE-3BEC630339DC}" dt="2023-12-30T11:58:32.194" v="9" actId="26606"/>
          <ac:spMkLst>
            <pc:docMk/>
            <pc:sldMk cId="0" sldId="257"/>
            <ac:spMk id="19" creationId="{60D3F7FF-0775-3CAF-562D-21CA2E04020A}"/>
          </ac:spMkLst>
        </pc:spChg>
        <pc:spChg chg="add del">
          <ac:chgData name="Popov Savva" userId="bc132019-2944-47dc-b2a0-f031fbe56d5e" providerId="ADAL" clId="{F1D15D55-5A9C-442F-B2DE-3BEC630339DC}" dt="2023-12-30T11:59:14.098" v="18" actId="26606"/>
          <ac:spMkLst>
            <pc:docMk/>
            <pc:sldMk cId="0" sldId="257"/>
            <ac:spMk id="20" creationId="{432525EC-6973-CED7-4A05-EC949EBA78CC}"/>
          </ac:spMkLst>
        </pc:spChg>
        <pc:spChg chg="add del">
          <ac:chgData name="Popov Savva" userId="bc132019-2944-47dc-b2a0-f031fbe56d5e" providerId="ADAL" clId="{F1D15D55-5A9C-442F-B2DE-3BEC630339DC}" dt="2023-12-30T11:58:32.194" v="9" actId="26606"/>
          <ac:spMkLst>
            <pc:docMk/>
            <pc:sldMk cId="0" sldId="257"/>
            <ac:spMk id="22" creationId="{F13C74B1-5B17-4795-BED0-7140497B445A}"/>
          </ac:spMkLst>
        </pc:spChg>
        <pc:spChg chg="add del">
          <ac:chgData name="Popov Savva" userId="bc132019-2944-47dc-b2a0-f031fbe56d5e" providerId="ADAL" clId="{F1D15D55-5A9C-442F-B2DE-3BEC630339DC}" dt="2023-12-30T11:58:32.194" v="9" actId="26606"/>
          <ac:spMkLst>
            <pc:docMk/>
            <pc:sldMk cId="0" sldId="257"/>
            <ac:spMk id="24" creationId="{D4974D33-8DC5-464E-8C6D-BE58F0669C17}"/>
          </ac:spMkLst>
        </pc:spChg>
        <pc:spChg chg="add del">
          <ac:chgData name="Popov Savva" userId="bc132019-2944-47dc-b2a0-f031fbe56d5e" providerId="ADAL" clId="{F1D15D55-5A9C-442F-B2DE-3BEC630339DC}" dt="2023-12-30T11:59:14.098" v="18" actId="26606"/>
          <ac:spMkLst>
            <pc:docMk/>
            <pc:sldMk cId="0" sldId="257"/>
            <ac:spMk id="26" creationId="{55D4142C-5077-457F-A6AD-3FECFDB39685}"/>
          </ac:spMkLst>
        </pc:spChg>
        <pc:spChg chg="add del">
          <ac:chgData name="Popov Savva" userId="bc132019-2944-47dc-b2a0-f031fbe56d5e" providerId="ADAL" clId="{F1D15D55-5A9C-442F-B2DE-3BEC630339DC}" dt="2023-12-30T11:59:14.098" v="18" actId="26606"/>
          <ac:spMkLst>
            <pc:docMk/>
            <pc:sldMk cId="0" sldId="257"/>
            <ac:spMk id="28" creationId="{7A5F0580-5EE9-419F-96EE-B6529EF6E7D0}"/>
          </ac:spMkLst>
        </pc:spChg>
        <pc:spChg chg="add del">
          <ac:chgData name="Popov Savva" userId="bc132019-2944-47dc-b2a0-f031fbe56d5e" providerId="ADAL" clId="{F1D15D55-5A9C-442F-B2DE-3BEC630339DC}" dt="2023-12-30T11:59:49.923" v="20" actId="26606"/>
          <ac:spMkLst>
            <pc:docMk/>
            <pc:sldMk cId="0" sldId="257"/>
            <ac:spMk id="32" creationId="{510780D4-4B8C-2B7C-7C2C-D8586D302085}"/>
          </ac:spMkLst>
        </pc:spChg>
        <pc:spChg chg="add del">
          <ac:chgData name="Popov Savva" userId="bc132019-2944-47dc-b2a0-f031fbe56d5e" providerId="ADAL" clId="{F1D15D55-5A9C-442F-B2DE-3BEC630339DC}" dt="2023-12-30T12:01:04.681" v="38" actId="26606"/>
          <ac:spMkLst>
            <pc:docMk/>
            <pc:sldMk cId="0" sldId="257"/>
            <ac:spMk id="34" creationId="{9AA72BD9-2C5A-4EDC-931F-5AA08EACA0F3}"/>
          </ac:spMkLst>
        </pc:spChg>
        <pc:spChg chg="add del">
          <ac:chgData name="Popov Savva" userId="bc132019-2944-47dc-b2a0-f031fbe56d5e" providerId="ADAL" clId="{F1D15D55-5A9C-442F-B2DE-3BEC630339DC}" dt="2023-12-30T12:01:04.681" v="38" actId="26606"/>
          <ac:spMkLst>
            <pc:docMk/>
            <pc:sldMk cId="0" sldId="257"/>
            <ac:spMk id="35" creationId="{DD3981AC-7B61-4947-BCF3-F7AA7FA385B9}"/>
          </ac:spMkLst>
        </pc:spChg>
        <pc:spChg chg="add del">
          <ac:chgData name="Popov Savva" userId="bc132019-2944-47dc-b2a0-f031fbe56d5e" providerId="ADAL" clId="{F1D15D55-5A9C-442F-B2DE-3BEC630339DC}" dt="2023-12-30T12:01:04.681" v="38" actId="26606"/>
          <ac:spMkLst>
            <pc:docMk/>
            <pc:sldMk cId="0" sldId="257"/>
            <ac:spMk id="36" creationId="{55D4142C-5077-457F-A6AD-3FECFDB39685}"/>
          </ac:spMkLst>
        </pc:spChg>
        <pc:spChg chg="add del">
          <ac:chgData name="Popov Savva" userId="bc132019-2944-47dc-b2a0-f031fbe56d5e" providerId="ADAL" clId="{F1D15D55-5A9C-442F-B2DE-3BEC630339DC}" dt="2023-12-30T12:01:04.681" v="38" actId="26606"/>
          <ac:spMkLst>
            <pc:docMk/>
            <pc:sldMk cId="0" sldId="257"/>
            <ac:spMk id="37" creationId="{7A5F0580-5EE9-419F-96EE-B6529EF6E7D0}"/>
          </ac:spMkLst>
        </pc:spChg>
        <pc:spChg chg="add del mod">
          <ac:chgData name="Popov Savva" userId="bc132019-2944-47dc-b2a0-f031fbe56d5e" providerId="ADAL" clId="{F1D15D55-5A9C-442F-B2DE-3BEC630339DC}" dt="2023-12-30T12:20:02.243" v="156" actId="115"/>
          <ac:spMkLst>
            <pc:docMk/>
            <pc:sldMk cId="0" sldId="257"/>
            <ac:spMk id="38" creationId="{432525EC-6973-CED7-4A05-EC949EBA78CC}"/>
          </ac:spMkLst>
        </pc:spChg>
        <pc:spChg chg="add del">
          <ac:chgData name="Popov Savva" userId="bc132019-2944-47dc-b2a0-f031fbe56d5e" providerId="ADAL" clId="{F1D15D55-5A9C-442F-B2DE-3BEC630339DC}" dt="2023-12-30T12:00:54.927" v="32" actId="26606"/>
          <ac:spMkLst>
            <pc:docMk/>
            <pc:sldMk cId="0" sldId="257"/>
            <ac:spMk id="41" creationId="{7C8203A0-302F-22A0-5E58-F58A09F93F65}"/>
          </ac:spMkLst>
        </pc:spChg>
        <pc:spChg chg="add del">
          <ac:chgData name="Popov Savva" userId="bc132019-2944-47dc-b2a0-f031fbe56d5e" providerId="ADAL" clId="{F1D15D55-5A9C-442F-B2DE-3BEC630339DC}" dt="2023-12-30T12:00:58.144" v="36" actId="26606"/>
          <ac:spMkLst>
            <pc:docMk/>
            <pc:sldMk cId="0" sldId="257"/>
            <ac:spMk id="42" creationId="{657F69E0-C4B0-4BEC-A689-4F8D877F05D4}"/>
          </ac:spMkLst>
        </pc:spChg>
        <pc:spChg chg="add del">
          <ac:chgData name="Popov Savva" userId="bc132019-2944-47dc-b2a0-f031fbe56d5e" providerId="ADAL" clId="{F1D15D55-5A9C-442F-B2DE-3BEC630339DC}" dt="2023-12-30T12:00:54.927" v="32" actId="26606"/>
          <ac:spMkLst>
            <pc:docMk/>
            <pc:sldMk cId="0" sldId="257"/>
            <ac:spMk id="44" creationId="{9AA72BD9-2C5A-4EDC-931F-5AA08EACA0F3}"/>
          </ac:spMkLst>
        </pc:spChg>
        <pc:spChg chg="add del">
          <ac:chgData name="Popov Savva" userId="bc132019-2944-47dc-b2a0-f031fbe56d5e" providerId="ADAL" clId="{F1D15D55-5A9C-442F-B2DE-3BEC630339DC}" dt="2023-12-30T12:00:54.927" v="32" actId="26606"/>
          <ac:spMkLst>
            <pc:docMk/>
            <pc:sldMk cId="0" sldId="257"/>
            <ac:spMk id="46" creationId="{DD3981AC-7B61-4947-BCF3-F7AA7FA385B9}"/>
          </ac:spMkLst>
        </pc:spChg>
        <pc:spChg chg="add del">
          <ac:chgData name="Popov Savva" userId="bc132019-2944-47dc-b2a0-f031fbe56d5e" providerId="ADAL" clId="{F1D15D55-5A9C-442F-B2DE-3BEC630339DC}" dt="2023-12-30T12:00:54.927" v="32" actId="26606"/>
          <ac:spMkLst>
            <pc:docMk/>
            <pc:sldMk cId="0" sldId="257"/>
            <ac:spMk id="48" creationId="{55D4142C-5077-457F-A6AD-3FECFDB39685}"/>
          </ac:spMkLst>
        </pc:spChg>
        <pc:spChg chg="add del">
          <ac:chgData name="Popov Savva" userId="bc132019-2944-47dc-b2a0-f031fbe56d5e" providerId="ADAL" clId="{F1D15D55-5A9C-442F-B2DE-3BEC630339DC}" dt="2023-12-30T12:00:54.927" v="32" actId="26606"/>
          <ac:spMkLst>
            <pc:docMk/>
            <pc:sldMk cId="0" sldId="257"/>
            <ac:spMk id="50" creationId="{7A5F0580-5EE9-419F-96EE-B6529EF6E7D0}"/>
          </ac:spMkLst>
        </pc:spChg>
        <pc:spChg chg="add del">
          <ac:chgData name="Popov Savva" userId="bc132019-2944-47dc-b2a0-f031fbe56d5e" providerId="ADAL" clId="{F1D15D55-5A9C-442F-B2DE-3BEC630339DC}" dt="2023-12-30T12:00:56.604" v="34" actId="26606"/>
          <ac:spMkLst>
            <pc:docMk/>
            <pc:sldMk cId="0" sldId="257"/>
            <ac:spMk id="52" creationId="{C0A1ED06-4733-4020-9C60-81D4D801408D}"/>
          </ac:spMkLst>
        </pc:spChg>
        <pc:spChg chg="add del">
          <ac:chgData name="Popov Savva" userId="bc132019-2944-47dc-b2a0-f031fbe56d5e" providerId="ADAL" clId="{F1D15D55-5A9C-442F-B2DE-3BEC630339DC}" dt="2023-12-30T12:00:56.604" v="34" actId="26606"/>
          <ac:spMkLst>
            <pc:docMk/>
            <pc:sldMk cId="0" sldId="257"/>
            <ac:spMk id="53" creationId="{B0CA3509-3AF9-45FE-93ED-57BB5D5E8E07}"/>
          </ac:spMkLst>
        </pc:spChg>
        <pc:spChg chg="add del">
          <ac:chgData name="Popov Savva" userId="bc132019-2944-47dc-b2a0-f031fbe56d5e" providerId="ADAL" clId="{F1D15D55-5A9C-442F-B2DE-3BEC630339DC}" dt="2023-12-30T12:00:56.604" v="34" actId="26606"/>
          <ac:spMkLst>
            <pc:docMk/>
            <pc:sldMk cId="0" sldId="257"/>
            <ac:spMk id="54" creationId="{28324273-2BBC-8F5A-4FCF-3AD3DAD49C13}"/>
          </ac:spMkLst>
        </pc:spChg>
        <pc:spChg chg="add del">
          <ac:chgData name="Popov Savva" userId="bc132019-2944-47dc-b2a0-f031fbe56d5e" providerId="ADAL" clId="{F1D15D55-5A9C-442F-B2DE-3BEC630339DC}" dt="2023-12-30T12:00:58.144" v="36" actId="26606"/>
          <ac:spMkLst>
            <pc:docMk/>
            <pc:sldMk cId="0" sldId="257"/>
            <ac:spMk id="56" creationId="{9F6380B4-6A1C-481E-8408-B4E6C75B9B81}"/>
          </ac:spMkLst>
        </pc:spChg>
        <pc:spChg chg="add del">
          <ac:chgData name="Popov Savva" userId="bc132019-2944-47dc-b2a0-f031fbe56d5e" providerId="ADAL" clId="{F1D15D55-5A9C-442F-B2DE-3BEC630339DC}" dt="2023-12-30T12:01:04.681" v="38" actId="26606"/>
          <ac:spMkLst>
            <pc:docMk/>
            <pc:sldMk cId="0" sldId="257"/>
            <ac:spMk id="58" creationId="{9AA72BD9-2C5A-4EDC-931F-5AA08EACA0F3}"/>
          </ac:spMkLst>
        </pc:spChg>
        <pc:spChg chg="add del">
          <ac:chgData name="Popov Savva" userId="bc132019-2944-47dc-b2a0-f031fbe56d5e" providerId="ADAL" clId="{F1D15D55-5A9C-442F-B2DE-3BEC630339DC}" dt="2023-12-30T12:01:04.681" v="38" actId="26606"/>
          <ac:spMkLst>
            <pc:docMk/>
            <pc:sldMk cId="0" sldId="257"/>
            <ac:spMk id="59" creationId="{DD3981AC-7B61-4947-BCF3-F7AA7FA385B9}"/>
          </ac:spMkLst>
        </pc:spChg>
        <pc:spChg chg="add del">
          <ac:chgData name="Popov Savva" userId="bc132019-2944-47dc-b2a0-f031fbe56d5e" providerId="ADAL" clId="{F1D15D55-5A9C-442F-B2DE-3BEC630339DC}" dt="2023-12-30T12:01:04.681" v="38" actId="26606"/>
          <ac:spMkLst>
            <pc:docMk/>
            <pc:sldMk cId="0" sldId="257"/>
            <ac:spMk id="60" creationId="{55D4142C-5077-457F-A6AD-3FECFDB39685}"/>
          </ac:spMkLst>
        </pc:spChg>
        <pc:spChg chg="add del">
          <ac:chgData name="Popov Savva" userId="bc132019-2944-47dc-b2a0-f031fbe56d5e" providerId="ADAL" clId="{F1D15D55-5A9C-442F-B2DE-3BEC630339DC}" dt="2023-12-30T12:01:04.681" v="38" actId="26606"/>
          <ac:spMkLst>
            <pc:docMk/>
            <pc:sldMk cId="0" sldId="257"/>
            <ac:spMk id="61" creationId="{7A5F0580-5EE9-419F-96EE-B6529EF6E7D0}"/>
          </ac:spMkLst>
        </pc:spChg>
        <pc:spChg chg="add del">
          <ac:chgData name="Popov Savva" userId="bc132019-2944-47dc-b2a0-f031fbe56d5e" providerId="ADAL" clId="{F1D15D55-5A9C-442F-B2DE-3BEC630339DC}" dt="2023-12-30T12:01:04.681" v="38" actId="26606"/>
          <ac:spMkLst>
            <pc:docMk/>
            <pc:sldMk cId="0" sldId="257"/>
            <ac:spMk id="62" creationId="{7C8203A0-302F-22A0-5E58-F58A09F93F65}"/>
          </ac:spMkLst>
        </pc:spChg>
        <pc:grpChg chg="add del">
          <ac:chgData name="Popov Savva" userId="bc132019-2944-47dc-b2a0-f031fbe56d5e" providerId="ADAL" clId="{F1D15D55-5A9C-442F-B2DE-3BEC630339DC}" dt="2023-12-30T11:59:49.923" v="20" actId="26606"/>
          <ac:grpSpMkLst>
            <pc:docMk/>
            <pc:sldMk cId="0" sldId="257"/>
            <ac:grpSpMk id="30" creationId="{BE589684-54CA-64D8-C963-5F19FF75BF72}"/>
          </ac:grpSpMkLst>
        </pc:grpChg>
        <pc:picChg chg="del mod">
          <ac:chgData name="Popov Savva" userId="bc132019-2944-47dc-b2a0-f031fbe56d5e" providerId="ADAL" clId="{F1D15D55-5A9C-442F-B2DE-3BEC630339DC}" dt="2023-12-30T11:58:19.010" v="3" actId="478"/>
          <ac:picMkLst>
            <pc:docMk/>
            <pc:sldMk cId="0" sldId="257"/>
            <ac:picMk id="5" creationId="{4029C1DF-C3B8-C53E-5D1D-131F0F3EAB6B}"/>
          </ac:picMkLst>
        </pc:picChg>
        <pc:picChg chg="add del mod">
          <ac:chgData name="Popov Savva" userId="bc132019-2944-47dc-b2a0-f031fbe56d5e" providerId="ADAL" clId="{F1D15D55-5A9C-442F-B2DE-3BEC630339DC}" dt="2023-12-30T11:58:33.820" v="12"/>
          <ac:picMkLst>
            <pc:docMk/>
            <pc:sldMk cId="0" sldId="257"/>
            <ac:picMk id="7" creationId="{132075BD-6F98-2374-8189-1F22F90F05A5}"/>
          </ac:picMkLst>
        </pc:picChg>
        <pc:picChg chg="add del mod">
          <ac:chgData name="Popov Savva" userId="bc132019-2944-47dc-b2a0-f031fbe56d5e" providerId="ADAL" clId="{F1D15D55-5A9C-442F-B2DE-3BEC630339DC}" dt="2023-12-30T12:01:05.685" v="41"/>
          <ac:picMkLst>
            <pc:docMk/>
            <pc:sldMk cId="0" sldId="257"/>
            <ac:picMk id="10" creationId="{96056675-2280-2077-9F38-6B517DF932EE}"/>
          </ac:picMkLst>
        </pc:picChg>
        <pc:picChg chg="add del mod">
          <ac:chgData name="Popov Savva" userId="bc132019-2944-47dc-b2a0-f031fbe56d5e" providerId="ADAL" clId="{F1D15D55-5A9C-442F-B2DE-3BEC630339DC}" dt="2023-12-30T12:01:05.685" v="41"/>
          <ac:picMkLst>
            <pc:docMk/>
            <pc:sldMk cId="0" sldId="257"/>
            <ac:picMk id="13" creationId="{3BFF6E7D-8A1B-3340-A34F-CF2A342D4DF2}"/>
          </ac:picMkLst>
        </pc:picChg>
        <pc:picChg chg="add mod">
          <ac:chgData name="Popov Savva" userId="bc132019-2944-47dc-b2a0-f031fbe56d5e" providerId="ADAL" clId="{F1D15D55-5A9C-442F-B2DE-3BEC630339DC}" dt="2023-12-30T12:05:13.784" v="106" actId="962"/>
          <ac:picMkLst>
            <pc:docMk/>
            <pc:sldMk cId="0" sldId="257"/>
            <ac:picMk id="25" creationId="{3675C7E2-E0F4-ED1E-8D2E-5FCF92F11D96}"/>
          </ac:picMkLst>
        </pc:picChg>
        <pc:picChg chg="add mod">
          <ac:chgData name="Popov Savva" userId="bc132019-2944-47dc-b2a0-f031fbe56d5e" providerId="ADAL" clId="{F1D15D55-5A9C-442F-B2DE-3BEC630339DC}" dt="2023-12-30T14:08:25.684" v="627" actId="1076"/>
          <ac:picMkLst>
            <pc:docMk/>
            <pc:sldMk cId="0" sldId="257"/>
            <ac:picMk id="2050" creationId="{CAF92C71-F09A-1E21-F26C-C34CA9EF9797}"/>
          </ac:picMkLst>
        </pc:picChg>
      </pc:sldChg>
      <pc:sldChg chg="addSp delSp modSp new mod setBg">
        <pc:chgData name="Popov Savva" userId="bc132019-2944-47dc-b2a0-f031fbe56d5e" providerId="ADAL" clId="{F1D15D55-5A9C-442F-B2DE-3BEC630339DC}" dt="2023-12-30T14:14:13.834" v="642" actId="27636"/>
        <pc:sldMkLst>
          <pc:docMk/>
          <pc:sldMk cId="3409665256" sldId="258"/>
        </pc:sldMkLst>
        <pc:spChg chg="mod">
          <ac:chgData name="Popov Savva" userId="bc132019-2944-47dc-b2a0-f031fbe56d5e" providerId="ADAL" clId="{F1D15D55-5A9C-442F-B2DE-3BEC630339DC}" dt="2023-12-30T12:24:24.039" v="224" actId="1076"/>
          <ac:spMkLst>
            <pc:docMk/>
            <pc:sldMk cId="3409665256" sldId="258"/>
            <ac:spMk id="2" creationId="{2626B8D0-3159-4394-1AD5-4C860D2FF72B}"/>
          </ac:spMkLst>
        </pc:spChg>
        <pc:spChg chg="mod">
          <ac:chgData name="Popov Savva" userId="bc132019-2944-47dc-b2a0-f031fbe56d5e" providerId="ADAL" clId="{F1D15D55-5A9C-442F-B2DE-3BEC630339DC}" dt="2023-12-30T14:14:13.834" v="642" actId="27636"/>
          <ac:spMkLst>
            <pc:docMk/>
            <pc:sldMk cId="3409665256" sldId="258"/>
            <ac:spMk id="3" creationId="{9124AA4B-1B77-F3B2-999C-503FCF6C281F}"/>
          </ac:spMkLst>
        </pc:spChg>
        <pc:spChg chg="add">
          <ac:chgData name="Popov Savva" userId="bc132019-2944-47dc-b2a0-f031fbe56d5e" providerId="ADAL" clId="{F1D15D55-5A9C-442F-B2DE-3BEC630339DC}" dt="2023-12-30T12:19:40.802" v="153" actId="26606"/>
          <ac:spMkLst>
            <pc:docMk/>
            <pc:sldMk cId="3409665256" sldId="258"/>
            <ac:spMk id="12" creationId="{B95B9BA8-1D69-4796-85F5-B6D0BD52354B}"/>
          </ac:spMkLst>
        </pc:spChg>
        <pc:grpChg chg="add">
          <ac:chgData name="Popov Savva" userId="bc132019-2944-47dc-b2a0-f031fbe56d5e" providerId="ADAL" clId="{F1D15D55-5A9C-442F-B2DE-3BEC630339DC}" dt="2023-12-30T12:19:40.802" v="153" actId="26606"/>
          <ac:grpSpMkLst>
            <pc:docMk/>
            <pc:sldMk cId="3409665256" sldId="258"/>
            <ac:grpSpMk id="14" creationId="{364A290D-B7BC-40B4-AB97-0C801BCCE267}"/>
          </ac:grpSpMkLst>
        </pc:grpChg>
        <pc:picChg chg="add mod">
          <ac:chgData name="Popov Savva" userId="bc132019-2944-47dc-b2a0-f031fbe56d5e" providerId="ADAL" clId="{F1D15D55-5A9C-442F-B2DE-3BEC630339DC}" dt="2023-12-30T12:23:52.490" v="200" actId="1076"/>
          <ac:picMkLst>
            <pc:docMk/>
            <pc:sldMk cId="3409665256" sldId="258"/>
            <ac:picMk id="5" creationId="{ADC23BDC-B35D-B3F1-85E4-6642100FA1A2}"/>
          </ac:picMkLst>
        </pc:picChg>
        <pc:picChg chg="add del mod">
          <ac:chgData name="Popov Savva" userId="bc132019-2944-47dc-b2a0-f031fbe56d5e" providerId="ADAL" clId="{F1D15D55-5A9C-442F-B2DE-3BEC630339DC}" dt="2023-12-30T12:23:52.114" v="199" actId="1076"/>
          <ac:picMkLst>
            <pc:docMk/>
            <pc:sldMk cId="3409665256" sldId="258"/>
            <ac:picMk id="7" creationId="{2230FB11-4F24-C132-680D-17718CB71E44}"/>
          </ac:picMkLst>
        </pc:picChg>
      </pc:sldChg>
      <pc:sldChg chg="addSp delSp modSp new mod setBg">
        <pc:chgData name="Popov Savva" userId="bc132019-2944-47dc-b2a0-f031fbe56d5e" providerId="ADAL" clId="{F1D15D55-5A9C-442F-B2DE-3BEC630339DC}" dt="2024-01-03T14:42:25.287" v="1561" actId="20577"/>
        <pc:sldMkLst>
          <pc:docMk/>
          <pc:sldMk cId="2126992267" sldId="259"/>
        </pc:sldMkLst>
        <pc:spChg chg="mod">
          <ac:chgData name="Popov Savva" userId="bc132019-2944-47dc-b2a0-f031fbe56d5e" providerId="ADAL" clId="{F1D15D55-5A9C-442F-B2DE-3BEC630339DC}" dt="2023-12-30T13:11:08.299" v="427" actId="26606"/>
          <ac:spMkLst>
            <pc:docMk/>
            <pc:sldMk cId="2126992267" sldId="259"/>
            <ac:spMk id="2" creationId="{94B63789-BF0B-06EC-0746-4AEA225D5784}"/>
          </ac:spMkLst>
        </pc:spChg>
        <pc:spChg chg="mod">
          <ac:chgData name="Popov Savva" userId="bc132019-2944-47dc-b2a0-f031fbe56d5e" providerId="ADAL" clId="{F1D15D55-5A9C-442F-B2DE-3BEC630339DC}" dt="2024-01-03T14:42:25.287" v="1561" actId="20577"/>
          <ac:spMkLst>
            <pc:docMk/>
            <pc:sldMk cId="2126992267" sldId="259"/>
            <ac:spMk id="3" creationId="{4771CAD1-2D3D-1A46-3DC5-3375BCABB5B8}"/>
          </ac:spMkLst>
        </pc:spChg>
        <pc:spChg chg="add del">
          <ac:chgData name="Popov Savva" userId="bc132019-2944-47dc-b2a0-f031fbe56d5e" providerId="ADAL" clId="{F1D15D55-5A9C-442F-B2DE-3BEC630339DC}" dt="2023-12-30T13:11:08.299" v="427" actId="26606"/>
          <ac:spMkLst>
            <pc:docMk/>
            <pc:sldMk cId="2126992267" sldId="259"/>
            <ac:spMk id="12" creationId="{E8A8EAB8-D2FF-444D-B34B-7D32F106AD0E}"/>
          </ac:spMkLst>
        </pc:spChg>
        <pc:spChg chg="add">
          <ac:chgData name="Popov Savva" userId="bc132019-2944-47dc-b2a0-f031fbe56d5e" providerId="ADAL" clId="{F1D15D55-5A9C-442F-B2DE-3BEC630339DC}" dt="2023-12-30T13:11:08.299" v="427" actId="26606"/>
          <ac:spMkLst>
            <pc:docMk/>
            <pc:sldMk cId="2126992267" sldId="259"/>
            <ac:spMk id="23" creationId="{B95B9BA8-1D69-4796-85F5-B6D0BD52354B}"/>
          </ac:spMkLst>
        </pc:spChg>
        <pc:grpChg chg="add">
          <ac:chgData name="Popov Savva" userId="bc132019-2944-47dc-b2a0-f031fbe56d5e" providerId="ADAL" clId="{F1D15D55-5A9C-442F-B2DE-3BEC630339DC}" dt="2023-12-30T13:11:08.299" v="427" actId="26606"/>
          <ac:grpSpMkLst>
            <pc:docMk/>
            <pc:sldMk cId="2126992267" sldId="259"/>
            <ac:grpSpMk id="25" creationId="{364A290D-B7BC-40B4-AB97-0C801BCCE267}"/>
          </ac:grpSpMkLst>
        </pc:grpChg>
        <pc:picChg chg="add mod ord">
          <ac:chgData name="Popov Savva" userId="bc132019-2944-47dc-b2a0-f031fbe56d5e" providerId="ADAL" clId="{F1D15D55-5A9C-442F-B2DE-3BEC630339DC}" dt="2023-12-30T13:11:21.211" v="428" actId="1076"/>
          <ac:picMkLst>
            <pc:docMk/>
            <pc:sldMk cId="2126992267" sldId="259"/>
            <ac:picMk id="5" creationId="{2984D439-5328-57E5-57FA-112F51161149}"/>
          </ac:picMkLst>
        </pc:picChg>
        <pc:picChg chg="add mod">
          <ac:chgData name="Popov Savva" userId="bc132019-2944-47dc-b2a0-f031fbe56d5e" providerId="ADAL" clId="{F1D15D55-5A9C-442F-B2DE-3BEC630339DC}" dt="2023-12-30T13:11:08.299" v="427" actId="26606"/>
          <ac:picMkLst>
            <pc:docMk/>
            <pc:sldMk cId="2126992267" sldId="259"/>
            <ac:picMk id="7" creationId="{44D737C4-D56D-CB46-9E26-D055FE0344BD}"/>
          </ac:picMkLst>
        </pc:picChg>
        <pc:cxnChg chg="add del">
          <ac:chgData name="Popov Savva" userId="bc132019-2944-47dc-b2a0-f031fbe56d5e" providerId="ADAL" clId="{F1D15D55-5A9C-442F-B2DE-3BEC630339DC}" dt="2023-12-30T13:11:08.299" v="427" actId="26606"/>
          <ac:cxnSpMkLst>
            <pc:docMk/>
            <pc:sldMk cId="2126992267" sldId="259"/>
            <ac:cxnSpMk id="14" creationId="{EEA38897-7BA3-4408-8083-3235339C4A60}"/>
          </ac:cxnSpMkLst>
        </pc:cxnChg>
        <pc:cxnChg chg="add del">
          <ac:chgData name="Popov Savva" userId="bc132019-2944-47dc-b2a0-f031fbe56d5e" providerId="ADAL" clId="{F1D15D55-5A9C-442F-B2DE-3BEC630339DC}" dt="2023-12-30T13:11:08.299" v="427" actId="26606"/>
          <ac:cxnSpMkLst>
            <pc:docMk/>
            <pc:sldMk cId="2126992267" sldId="259"/>
            <ac:cxnSpMk id="16" creationId="{CA240C79-242E-4918-9F28-B101847D1CC6}"/>
          </ac:cxnSpMkLst>
        </pc:cxnChg>
        <pc:cxnChg chg="add del">
          <ac:chgData name="Popov Savva" userId="bc132019-2944-47dc-b2a0-f031fbe56d5e" providerId="ADAL" clId="{F1D15D55-5A9C-442F-B2DE-3BEC630339DC}" dt="2023-12-30T13:11:08.299" v="427" actId="26606"/>
          <ac:cxnSpMkLst>
            <pc:docMk/>
            <pc:sldMk cId="2126992267" sldId="259"/>
            <ac:cxnSpMk id="18" creationId="{F11AD06B-AB20-4097-8606-5DA00DBACE88}"/>
          </ac:cxnSpMkLst>
        </pc:cxnChg>
      </pc:sldChg>
      <pc:sldChg chg="addSp delSp modSp new mod setBg">
        <pc:chgData name="Popov Savva" userId="bc132019-2944-47dc-b2a0-f031fbe56d5e" providerId="ADAL" clId="{F1D15D55-5A9C-442F-B2DE-3BEC630339DC}" dt="2024-01-03T14:38:54.078" v="1531" actId="27636"/>
        <pc:sldMkLst>
          <pc:docMk/>
          <pc:sldMk cId="1856898079" sldId="260"/>
        </pc:sldMkLst>
        <pc:spChg chg="mod">
          <ac:chgData name="Popov Savva" userId="bc132019-2944-47dc-b2a0-f031fbe56d5e" providerId="ADAL" clId="{F1D15D55-5A9C-442F-B2DE-3BEC630339DC}" dt="2023-12-30T13:13:19.236" v="435" actId="403"/>
          <ac:spMkLst>
            <pc:docMk/>
            <pc:sldMk cId="1856898079" sldId="260"/>
            <ac:spMk id="2" creationId="{6B23413C-1B05-7528-0111-BD7F9701603F}"/>
          </ac:spMkLst>
        </pc:spChg>
        <pc:spChg chg="del">
          <ac:chgData name="Popov Savva" userId="bc132019-2944-47dc-b2a0-f031fbe56d5e" providerId="ADAL" clId="{F1D15D55-5A9C-442F-B2DE-3BEC630339DC}" dt="2023-12-30T13:10:56.665" v="422"/>
          <ac:spMkLst>
            <pc:docMk/>
            <pc:sldMk cId="1856898079" sldId="260"/>
            <ac:spMk id="3" creationId="{9C2512B6-FF4A-12BE-A050-E4F6245F3371}"/>
          </ac:spMkLst>
        </pc:spChg>
        <pc:spChg chg="add mod">
          <ac:chgData name="Popov Savva" userId="bc132019-2944-47dc-b2a0-f031fbe56d5e" providerId="ADAL" clId="{F1D15D55-5A9C-442F-B2DE-3BEC630339DC}" dt="2024-01-03T14:38:54.078" v="1531" actId="27636"/>
          <ac:spMkLst>
            <pc:docMk/>
            <pc:sldMk cId="1856898079" sldId="260"/>
            <ac:spMk id="1030" creationId="{F251EB75-599C-69CB-BCD1-6A506F61314C}"/>
          </ac:spMkLst>
        </pc:spChg>
        <pc:spChg chg="add">
          <ac:chgData name="Popov Savva" userId="bc132019-2944-47dc-b2a0-f031fbe56d5e" providerId="ADAL" clId="{F1D15D55-5A9C-442F-B2DE-3BEC630339DC}" dt="2023-12-30T13:10:59.701" v="426" actId="26606"/>
          <ac:spMkLst>
            <pc:docMk/>
            <pc:sldMk cId="1856898079" sldId="260"/>
            <ac:spMk id="1033" creationId="{B95B9BA8-1D69-4796-85F5-B6D0BD52354B}"/>
          </ac:spMkLst>
        </pc:spChg>
        <pc:grpChg chg="add">
          <ac:chgData name="Popov Savva" userId="bc132019-2944-47dc-b2a0-f031fbe56d5e" providerId="ADAL" clId="{F1D15D55-5A9C-442F-B2DE-3BEC630339DC}" dt="2023-12-30T13:10:59.701" v="426" actId="26606"/>
          <ac:grpSpMkLst>
            <pc:docMk/>
            <pc:sldMk cId="1856898079" sldId="260"/>
            <ac:grpSpMk id="1035" creationId="{364A290D-B7BC-40B4-AB97-0C801BCCE267}"/>
          </ac:grpSpMkLst>
        </pc:grpChg>
        <pc:picChg chg="add mod ord">
          <ac:chgData name="Popov Savva" userId="bc132019-2944-47dc-b2a0-f031fbe56d5e" providerId="ADAL" clId="{F1D15D55-5A9C-442F-B2DE-3BEC630339DC}" dt="2023-12-30T13:10:59.701" v="426" actId="26606"/>
          <ac:picMkLst>
            <pc:docMk/>
            <pc:sldMk cId="1856898079" sldId="260"/>
            <ac:picMk id="5" creationId="{12E70DD2-E874-2EC3-5644-E6626F5A34A9}"/>
          </ac:picMkLst>
        </pc:picChg>
        <pc:picChg chg="add mod">
          <ac:chgData name="Popov Savva" userId="bc132019-2944-47dc-b2a0-f031fbe56d5e" providerId="ADAL" clId="{F1D15D55-5A9C-442F-B2DE-3BEC630339DC}" dt="2023-12-30T13:10:59.701" v="426" actId="26606"/>
          <ac:picMkLst>
            <pc:docMk/>
            <pc:sldMk cId="1856898079" sldId="260"/>
            <ac:picMk id="1026" creationId="{283B8A8C-185A-1113-A194-E97DAA434DB9}"/>
          </ac:picMkLst>
        </pc:picChg>
      </pc:sldChg>
      <pc:sldChg chg="addSp delSp modSp new mod setBg">
        <pc:chgData name="Popov Savva" userId="bc132019-2944-47dc-b2a0-f031fbe56d5e" providerId="ADAL" clId="{F1D15D55-5A9C-442F-B2DE-3BEC630339DC}" dt="2024-01-03T14:45:29.251" v="1565" actId="20577"/>
        <pc:sldMkLst>
          <pc:docMk/>
          <pc:sldMk cId="387420697" sldId="261"/>
        </pc:sldMkLst>
        <pc:spChg chg="mod">
          <ac:chgData name="Popov Savva" userId="bc132019-2944-47dc-b2a0-f031fbe56d5e" providerId="ADAL" clId="{F1D15D55-5A9C-442F-B2DE-3BEC630339DC}" dt="2023-12-30T13:38:51.651" v="493" actId="26606"/>
          <ac:spMkLst>
            <pc:docMk/>
            <pc:sldMk cId="387420697" sldId="261"/>
            <ac:spMk id="2" creationId="{1E6900ED-6580-342E-9A37-43BB6138C9A4}"/>
          </ac:spMkLst>
        </pc:spChg>
        <pc:spChg chg="mod">
          <ac:chgData name="Popov Savva" userId="bc132019-2944-47dc-b2a0-f031fbe56d5e" providerId="ADAL" clId="{F1D15D55-5A9C-442F-B2DE-3BEC630339DC}" dt="2024-01-03T14:45:29.251" v="1565" actId="20577"/>
          <ac:spMkLst>
            <pc:docMk/>
            <pc:sldMk cId="387420697" sldId="261"/>
            <ac:spMk id="3" creationId="{B5323D6A-2BB7-2360-794C-9779683D54B5}"/>
          </ac:spMkLst>
        </pc:spChg>
        <pc:spChg chg="add del">
          <ac:chgData name="Popov Savva" userId="bc132019-2944-47dc-b2a0-f031fbe56d5e" providerId="ADAL" clId="{F1D15D55-5A9C-442F-B2DE-3BEC630339DC}" dt="2023-12-30T14:15:49.642" v="658" actId="26606"/>
          <ac:spMkLst>
            <pc:docMk/>
            <pc:sldMk cId="387420697" sldId="261"/>
            <ac:spMk id="10" creationId="{04812C46-200A-4DEB-A05E-3ED6C68C2387}"/>
          </ac:spMkLst>
        </pc:spChg>
        <pc:spChg chg="add del">
          <ac:chgData name="Popov Savva" userId="bc132019-2944-47dc-b2a0-f031fbe56d5e" providerId="ADAL" clId="{F1D15D55-5A9C-442F-B2DE-3BEC630339DC}" dt="2023-12-30T14:15:49.642" v="658" actId="26606"/>
          <ac:spMkLst>
            <pc:docMk/>
            <pc:sldMk cId="387420697" sldId="261"/>
            <ac:spMk id="12" creationId="{D1EA859B-E555-4109-94F3-6700E046E008}"/>
          </ac:spMkLst>
        </pc:spChg>
        <pc:spChg chg="add del">
          <ac:chgData name="Popov Savva" userId="bc132019-2944-47dc-b2a0-f031fbe56d5e" providerId="ADAL" clId="{F1D15D55-5A9C-442F-B2DE-3BEC630339DC}" dt="2023-12-30T14:15:49.642" v="658" actId="26606"/>
          <ac:spMkLst>
            <pc:docMk/>
            <pc:sldMk cId="387420697" sldId="261"/>
            <ac:spMk id="17" creationId="{04812C46-200A-4DEB-A05E-3ED6C68C2387}"/>
          </ac:spMkLst>
        </pc:spChg>
        <pc:spChg chg="add del">
          <ac:chgData name="Popov Savva" userId="bc132019-2944-47dc-b2a0-f031fbe56d5e" providerId="ADAL" clId="{F1D15D55-5A9C-442F-B2DE-3BEC630339DC}" dt="2023-12-30T14:15:49.642" v="658" actId="26606"/>
          <ac:spMkLst>
            <pc:docMk/>
            <pc:sldMk cId="387420697" sldId="261"/>
            <ac:spMk id="19" creationId="{D1EA859B-E555-4109-94F3-6700E046E008}"/>
          </ac:spMkLst>
        </pc:spChg>
        <pc:picChg chg="add mod ord">
          <ac:chgData name="Popov Savva" userId="bc132019-2944-47dc-b2a0-f031fbe56d5e" providerId="ADAL" clId="{F1D15D55-5A9C-442F-B2DE-3BEC630339DC}" dt="2023-12-30T13:38:51.651" v="493" actId="26606"/>
          <ac:picMkLst>
            <pc:docMk/>
            <pc:sldMk cId="387420697" sldId="261"/>
            <ac:picMk id="5" creationId="{B5117DB7-1F3F-7803-2445-2AB5C70AC17B}"/>
          </ac:picMkLst>
        </pc:picChg>
      </pc:sldChg>
      <pc:sldChg chg="addSp delSp modSp new mod setBg">
        <pc:chgData name="Popov Savva" userId="bc132019-2944-47dc-b2a0-f031fbe56d5e" providerId="ADAL" clId="{F1D15D55-5A9C-442F-B2DE-3BEC630339DC}" dt="2024-01-03T14:57:51.786" v="1568" actId="20577"/>
        <pc:sldMkLst>
          <pc:docMk/>
          <pc:sldMk cId="1613621528" sldId="262"/>
        </pc:sldMkLst>
        <pc:spChg chg="mod">
          <ac:chgData name="Popov Savva" userId="bc132019-2944-47dc-b2a0-f031fbe56d5e" providerId="ADAL" clId="{F1D15D55-5A9C-442F-B2DE-3BEC630339DC}" dt="2023-12-30T13:59:27.857" v="611" actId="1076"/>
          <ac:spMkLst>
            <pc:docMk/>
            <pc:sldMk cId="1613621528" sldId="262"/>
            <ac:spMk id="2" creationId="{0A8B8F80-722C-F13B-2398-02FDB49AC1B0}"/>
          </ac:spMkLst>
        </pc:spChg>
        <pc:spChg chg="add del mod">
          <ac:chgData name="Popov Savva" userId="bc132019-2944-47dc-b2a0-f031fbe56d5e" providerId="ADAL" clId="{F1D15D55-5A9C-442F-B2DE-3BEC630339DC}" dt="2024-01-03T14:57:51.786" v="1568" actId="20577"/>
          <ac:spMkLst>
            <pc:docMk/>
            <pc:sldMk cId="1613621528" sldId="262"/>
            <ac:spMk id="3" creationId="{CBC57031-1D60-42E5-6099-BEB758EF8C6D}"/>
          </ac:spMkLst>
        </pc:spChg>
        <pc:spChg chg="add del">
          <ac:chgData name="Popov Savva" userId="bc132019-2944-47dc-b2a0-f031fbe56d5e" providerId="ADAL" clId="{F1D15D55-5A9C-442F-B2DE-3BEC630339DC}" dt="2023-12-30T13:57:35.719" v="594" actId="22"/>
          <ac:spMkLst>
            <pc:docMk/>
            <pc:sldMk cId="1613621528" sldId="262"/>
            <ac:spMk id="9" creationId="{C8150F30-C40B-0022-B980-904789775F06}"/>
          </ac:spMkLst>
        </pc:spChg>
        <pc:spChg chg="add">
          <ac:chgData name="Popov Savva" userId="bc132019-2944-47dc-b2a0-f031fbe56d5e" providerId="ADAL" clId="{F1D15D55-5A9C-442F-B2DE-3BEC630339DC}" dt="2023-12-30T13:58:10.541" v="605" actId="26606"/>
          <ac:spMkLst>
            <pc:docMk/>
            <pc:sldMk cId="1613621528" sldId="262"/>
            <ac:spMk id="18" creationId="{C3D6EC93-F369-413E-AA67-5D4104161046}"/>
          </ac:spMkLst>
        </pc:spChg>
        <pc:grpChg chg="add">
          <ac:chgData name="Popov Savva" userId="bc132019-2944-47dc-b2a0-f031fbe56d5e" providerId="ADAL" clId="{F1D15D55-5A9C-442F-B2DE-3BEC630339DC}" dt="2023-12-30T13:58:10.541" v="605" actId="26606"/>
          <ac:grpSpMkLst>
            <pc:docMk/>
            <pc:sldMk cId="1613621528" sldId="262"/>
            <ac:grpSpMk id="20" creationId="{4EA04677-6B2C-40F4-975C-ED9196552771}"/>
          </ac:grpSpMkLst>
        </pc:grpChg>
        <pc:picChg chg="add del mod">
          <ac:chgData name="Popov Savva" userId="bc132019-2944-47dc-b2a0-f031fbe56d5e" providerId="ADAL" clId="{F1D15D55-5A9C-442F-B2DE-3BEC630339DC}" dt="2023-12-30T13:54:08.492" v="560"/>
          <ac:picMkLst>
            <pc:docMk/>
            <pc:sldMk cId="1613621528" sldId="262"/>
            <ac:picMk id="5" creationId="{FEA7B26B-B09D-F2A8-3812-C20BF1DDF031}"/>
          </ac:picMkLst>
        </pc:picChg>
        <pc:picChg chg="add del mod">
          <ac:chgData name="Popov Savva" userId="bc132019-2944-47dc-b2a0-f031fbe56d5e" providerId="ADAL" clId="{F1D15D55-5A9C-442F-B2DE-3BEC630339DC}" dt="2023-12-30T13:58:03.054" v="604" actId="21"/>
          <ac:picMkLst>
            <pc:docMk/>
            <pc:sldMk cId="1613621528" sldId="262"/>
            <ac:picMk id="7" creationId="{8A2B5901-354C-72DC-4030-3E990AB4DC15}"/>
          </ac:picMkLst>
        </pc:picChg>
        <pc:picChg chg="add del mod">
          <ac:chgData name="Popov Savva" userId="bc132019-2944-47dc-b2a0-f031fbe56d5e" providerId="ADAL" clId="{F1D15D55-5A9C-442F-B2DE-3BEC630339DC}" dt="2023-12-30T13:57:47.364" v="599"/>
          <ac:picMkLst>
            <pc:docMk/>
            <pc:sldMk cId="1613621528" sldId="262"/>
            <ac:picMk id="11" creationId="{96E31E7A-B71F-ABE8-A047-105DBDCAD73D}"/>
          </ac:picMkLst>
        </pc:picChg>
        <pc:picChg chg="add mod">
          <ac:chgData name="Popov Savva" userId="bc132019-2944-47dc-b2a0-f031fbe56d5e" providerId="ADAL" clId="{F1D15D55-5A9C-442F-B2DE-3BEC630339DC}" dt="2023-12-30T13:58:10.541" v="605" actId="26606"/>
          <ac:picMkLst>
            <pc:docMk/>
            <pc:sldMk cId="1613621528" sldId="262"/>
            <ac:picMk id="13" creationId="{92CEA304-1FFA-D6EB-9D56-642D39605274}"/>
          </ac:picMkLst>
        </pc:picChg>
        <pc:picChg chg="add mod">
          <ac:chgData name="Popov Savva" userId="bc132019-2944-47dc-b2a0-f031fbe56d5e" providerId="ADAL" clId="{F1D15D55-5A9C-442F-B2DE-3BEC630339DC}" dt="2023-12-30T13:58:22.176" v="609" actId="1076"/>
          <ac:picMkLst>
            <pc:docMk/>
            <pc:sldMk cId="1613621528" sldId="262"/>
            <ac:picMk id="14" creationId="{312CB8F5-4570-82C1-5AF2-13D8A16CBEFA}"/>
          </ac:picMkLst>
        </pc:picChg>
      </pc:sldChg>
      <pc:sldChg chg="addSp delSp modSp new mod setBg">
        <pc:chgData name="Popov Savva" userId="bc132019-2944-47dc-b2a0-f031fbe56d5e" providerId="ADAL" clId="{F1D15D55-5A9C-442F-B2DE-3BEC630339DC}" dt="2024-01-03T14:58:05.860" v="1569" actId="255"/>
        <pc:sldMkLst>
          <pc:docMk/>
          <pc:sldMk cId="3366095498" sldId="263"/>
        </pc:sldMkLst>
        <pc:spChg chg="mod">
          <ac:chgData name="Popov Savva" userId="bc132019-2944-47dc-b2a0-f031fbe56d5e" providerId="ADAL" clId="{F1D15D55-5A9C-442F-B2DE-3BEC630339DC}" dt="2023-12-30T14:44:03.127" v="799" actId="1076"/>
          <ac:spMkLst>
            <pc:docMk/>
            <pc:sldMk cId="3366095498" sldId="263"/>
            <ac:spMk id="2" creationId="{3DC93AA8-72D9-F568-8261-7DBD140D0EEB}"/>
          </ac:spMkLst>
        </pc:spChg>
        <pc:spChg chg="mod">
          <ac:chgData name="Popov Savva" userId="bc132019-2944-47dc-b2a0-f031fbe56d5e" providerId="ADAL" clId="{F1D15D55-5A9C-442F-B2DE-3BEC630339DC}" dt="2024-01-03T14:58:05.860" v="1569" actId="255"/>
          <ac:spMkLst>
            <pc:docMk/>
            <pc:sldMk cId="3366095498" sldId="263"/>
            <ac:spMk id="3" creationId="{A476AA5D-DE1B-B1D3-0406-874F5495244E}"/>
          </ac:spMkLst>
        </pc:spChg>
        <pc:spChg chg="add del">
          <ac:chgData name="Popov Savva" userId="bc132019-2944-47dc-b2a0-f031fbe56d5e" providerId="ADAL" clId="{F1D15D55-5A9C-442F-B2DE-3BEC630339DC}" dt="2023-12-30T14:35:16.688" v="725" actId="26606"/>
          <ac:spMkLst>
            <pc:docMk/>
            <pc:sldMk cId="3366095498" sldId="263"/>
            <ac:spMk id="3081" creationId="{E8A8EAB8-D2FF-444D-B34B-7D32F106AD0E}"/>
          </ac:spMkLst>
        </pc:spChg>
        <pc:spChg chg="add">
          <ac:chgData name="Popov Savva" userId="bc132019-2944-47dc-b2a0-f031fbe56d5e" providerId="ADAL" clId="{F1D15D55-5A9C-442F-B2DE-3BEC630339DC}" dt="2023-12-30T14:35:16.688" v="725" actId="26606"/>
          <ac:spMkLst>
            <pc:docMk/>
            <pc:sldMk cId="3366095498" sldId="263"/>
            <ac:spMk id="3092" creationId="{B95B9BA8-1D69-4796-85F5-B6D0BD52354B}"/>
          </ac:spMkLst>
        </pc:spChg>
        <pc:grpChg chg="add">
          <ac:chgData name="Popov Savva" userId="bc132019-2944-47dc-b2a0-f031fbe56d5e" providerId="ADAL" clId="{F1D15D55-5A9C-442F-B2DE-3BEC630339DC}" dt="2023-12-30T14:35:16.688" v="725" actId="26606"/>
          <ac:grpSpMkLst>
            <pc:docMk/>
            <pc:sldMk cId="3366095498" sldId="263"/>
            <ac:grpSpMk id="3094" creationId="{364A290D-B7BC-40B4-AB97-0C801BCCE267}"/>
          </ac:grpSpMkLst>
        </pc:grpChg>
        <pc:picChg chg="add mod">
          <ac:chgData name="Popov Savva" userId="bc132019-2944-47dc-b2a0-f031fbe56d5e" providerId="ADAL" clId="{F1D15D55-5A9C-442F-B2DE-3BEC630339DC}" dt="2023-12-30T14:35:16.688" v="725" actId="26606"/>
          <ac:picMkLst>
            <pc:docMk/>
            <pc:sldMk cId="3366095498" sldId="263"/>
            <ac:picMk id="3074" creationId="{99FED513-1B4A-D21C-F172-74E25BEC3D72}"/>
          </ac:picMkLst>
        </pc:picChg>
        <pc:picChg chg="add del mod">
          <ac:chgData name="Popov Savva" userId="bc132019-2944-47dc-b2a0-f031fbe56d5e" providerId="ADAL" clId="{F1D15D55-5A9C-442F-B2DE-3BEC630339DC}" dt="2023-12-30T14:34:26.839" v="723" actId="478"/>
          <ac:picMkLst>
            <pc:docMk/>
            <pc:sldMk cId="3366095498" sldId="263"/>
            <ac:picMk id="3076" creationId="{85CECDCB-8517-7422-CDA5-5E5E35028A14}"/>
          </ac:picMkLst>
        </pc:picChg>
        <pc:picChg chg="add mod">
          <ac:chgData name="Popov Savva" userId="bc132019-2944-47dc-b2a0-f031fbe56d5e" providerId="ADAL" clId="{F1D15D55-5A9C-442F-B2DE-3BEC630339DC}" dt="2023-12-30T14:35:16.688" v="725" actId="26606"/>
          <ac:picMkLst>
            <pc:docMk/>
            <pc:sldMk cId="3366095498" sldId="263"/>
            <ac:picMk id="3078" creationId="{21219966-32D8-755D-C7DF-DD6BD8EFA81A}"/>
          </ac:picMkLst>
        </pc:picChg>
        <pc:cxnChg chg="add del">
          <ac:chgData name="Popov Savva" userId="bc132019-2944-47dc-b2a0-f031fbe56d5e" providerId="ADAL" clId="{F1D15D55-5A9C-442F-B2DE-3BEC630339DC}" dt="2023-12-30T14:35:16.688" v="725" actId="26606"/>
          <ac:cxnSpMkLst>
            <pc:docMk/>
            <pc:sldMk cId="3366095498" sldId="263"/>
            <ac:cxnSpMk id="3083" creationId="{EEA38897-7BA3-4408-8083-3235339C4A60}"/>
          </ac:cxnSpMkLst>
        </pc:cxnChg>
        <pc:cxnChg chg="add del">
          <ac:chgData name="Popov Savva" userId="bc132019-2944-47dc-b2a0-f031fbe56d5e" providerId="ADAL" clId="{F1D15D55-5A9C-442F-B2DE-3BEC630339DC}" dt="2023-12-30T14:35:16.688" v="725" actId="26606"/>
          <ac:cxnSpMkLst>
            <pc:docMk/>
            <pc:sldMk cId="3366095498" sldId="263"/>
            <ac:cxnSpMk id="3085" creationId="{CA240C79-242E-4918-9F28-B101847D1CC6}"/>
          </ac:cxnSpMkLst>
        </pc:cxnChg>
        <pc:cxnChg chg="add del">
          <ac:chgData name="Popov Savva" userId="bc132019-2944-47dc-b2a0-f031fbe56d5e" providerId="ADAL" clId="{F1D15D55-5A9C-442F-B2DE-3BEC630339DC}" dt="2023-12-30T14:35:16.688" v="725" actId="26606"/>
          <ac:cxnSpMkLst>
            <pc:docMk/>
            <pc:sldMk cId="3366095498" sldId="263"/>
            <ac:cxnSpMk id="3087" creationId="{F11AD06B-AB20-4097-8606-5DA00DBACE88}"/>
          </ac:cxnSpMkLst>
        </pc:cxnChg>
      </pc:sldChg>
      <pc:sldChg chg="addSp delSp modSp new mod setBg">
        <pc:chgData name="Popov Savva" userId="bc132019-2944-47dc-b2a0-f031fbe56d5e" providerId="ADAL" clId="{F1D15D55-5A9C-442F-B2DE-3BEC630339DC}" dt="2024-01-03T11:29:04.069" v="1402" actId="1076"/>
        <pc:sldMkLst>
          <pc:docMk/>
          <pc:sldMk cId="572984202" sldId="264"/>
        </pc:sldMkLst>
        <pc:spChg chg="mod">
          <ac:chgData name="Popov Savva" userId="bc132019-2944-47dc-b2a0-f031fbe56d5e" providerId="ADAL" clId="{F1D15D55-5A9C-442F-B2DE-3BEC630339DC}" dt="2023-12-30T14:58:38.295" v="916" actId="20577"/>
          <ac:spMkLst>
            <pc:docMk/>
            <pc:sldMk cId="572984202" sldId="264"/>
            <ac:spMk id="2" creationId="{3469A864-11FF-D354-AF73-2F59B1698A5D}"/>
          </ac:spMkLst>
        </pc:spChg>
        <pc:spChg chg="mod ord">
          <ac:chgData name="Popov Savva" userId="bc132019-2944-47dc-b2a0-f031fbe56d5e" providerId="ADAL" clId="{F1D15D55-5A9C-442F-B2DE-3BEC630339DC}" dt="2024-01-03T11:29:04.069" v="1402" actId="1076"/>
          <ac:spMkLst>
            <pc:docMk/>
            <pc:sldMk cId="572984202" sldId="264"/>
            <ac:spMk id="3" creationId="{2FC187C3-3E8B-CF7E-B4B7-E337C7ED1090}"/>
          </ac:spMkLst>
        </pc:spChg>
        <pc:spChg chg="add mod">
          <ac:chgData name="Popov Savva" userId="bc132019-2944-47dc-b2a0-f031fbe56d5e" providerId="ADAL" clId="{F1D15D55-5A9C-442F-B2DE-3BEC630339DC}" dt="2023-12-30T14:57:44.623" v="899" actId="1076"/>
          <ac:spMkLst>
            <pc:docMk/>
            <pc:sldMk cId="572984202" sldId="264"/>
            <ac:spMk id="4" creationId="{A42ADA8E-08BE-0D50-C407-CC7112EB4FD7}"/>
          </ac:spMkLst>
        </pc:spChg>
        <pc:spChg chg="add del">
          <ac:chgData name="Popov Savva" userId="bc132019-2944-47dc-b2a0-f031fbe56d5e" providerId="ADAL" clId="{F1D15D55-5A9C-442F-B2DE-3BEC630339DC}" dt="2023-12-30T14:57:35.390" v="893" actId="26606"/>
          <ac:spMkLst>
            <pc:docMk/>
            <pc:sldMk cId="572984202" sldId="264"/>
            <ac:spMk id="4103" creationId="{04812C46-200A-4DEB-A05E-3ED6C68C2387}"/>
          </ac:spMkLst>
        </pc:spChg>
        <pc:spChg chg="add del">
          <ac:chgData name="Popov Savva" userId="bc132019-2944-47dc-b2a0-f031fbe56d5e" providerId="ADAL" clId="{F1D15D55-5A9C-442F-B2DE-3BEC630339DC}" dt="2023-12-30T14:57:35.390" v="893" actId="26606"/>
          <ac:spMkLst>
            <pc:docMk/>
            <pc:sldMk cId="572984202" sldId="264"/>
            <ac:spMk id="4105" creationId="{D1EA859B-E555-4109-94F3-6700E046E008}"/>
          </ac:spMkLst>
        </pc:spChg>
        <pc:spChg chg="add del">
          <ac:chgData name="Popov Savva" userId="bc132019-2944-47dc-b2a0-f031fbe56d5e" providerId="ADAL" clId="{F1D15D55-5A9C-442F-B2DE-3BEC630339DC}" dt="2023-12-30T14:57:36.409" v="895" actId="26606"/>
          <ac:spMkLst>
            <pc:docMk/>
            <pc:sldMk cId="572984202" sldId="264"/>
            <ac:spMk id="4107" creationId="{F13C74B1-5B17-4795-BED0-7140497B445A}"/>
          </ac:spMkLst>
        </pc:spChg>
        <pc:spChg chg="add del">
          <ac:chgData name="Popov Savva" userId="bc132019-2944-47dc-b2a0-f031fbe56d5e" providerId="ADAL" clId="{F1D15D55-5A9C-442F-B2DE-3BEC630339DC}" dt="2023-12-30T14:57:36.409" v="895" actId="26606"/>
          <ac:spMkLst>
            <pc:docMk/>
            <pc:sldMk cId="572984202" sldId="264"/>
            <ac:spMk id="4108" creationId="{D4974D33-8DC5-464E-8C6D-BE58F0669C17}"/>
          </ac:spMkLst>
        </pc:spChg>
        <pc:spChg chg="add del">
          <ac:chgData name="Popov Savva" userId="bc132019-2944-47dc-b2a0-f031fbe56d5e" providerId="ADAL" clId="{F1D15D55-5A9C-442F-B2DE-3BEC630339DC}" dt="2023-12-30T14:57:38.174" v="897" actId="26606"/>
          <ac:spMkLst>
            <pc:docMk/>
            <pc:sldMk cId="572984202" sldId="264"/>
            <ac:spMk id="4109" creationId="{7A5F0580-5EE9-419F-96EE-B6529EF6E7D0}"/>
          </ac:spMkLst>
        </pc:spChg>
        <pc:spChg chg="add del">
          <ac:chgData name="Popov Savva" userId="bc132019-2944-47dc-b2a0-f031fbe56d5e" providerId="ADAL" clId="{F1D15D55-5A9C-442F-B2DE-3BEC630339DC}" dt="2023-12-30T14:57:38.174" v="897" actId="26606"/>
          <ac:spMkLst>
            <pc:docMk/>
            <pc:sldMk cId="572984202" sldId="264"/>
            <ac:spMk id="4110" creationId="{8FC9BE17-9A7B-462D-AE50-3D8777387304}"/>
          </ac:spMkLst>
        </pc:spChg>
        <pc:spChg chg="add del">
          <ac:chgData name="Popov Savva" userId="bc132019-2944-47dc-b2a0-f031fbe56d5e" providerId="ADAL" clId="{F1D15D55-5A9C-442F-B2DE-3BEC630339DC}" dt="2023-12-30T14:57:38.174" v="897" actId="26606"/>
          <ac:spMkLst>
            <pc:docMk/>
            <pc:sldMk cId="572984202" sldId="264"/>
            <ac:spMk id="4111" creationId="{3EBE8569-6AEC-4B8C-8D53-2DE337CDBA65}"/>
          </ac:spMkLst>
        </pc:spChg>
        <pc:spChg chg="add del">
          <ac:chgData name="Popov Savva" userId="bc132019-2944-47dc-b2a0-f031fbe56d5e" providerId="ADAL" clId="{F1D15D55-5A9C-442F-B2DE-3BEC630339DC}" dt="2023-12-30T14:57:38.174" v="897" actId="26606"/>
          <ac:spMkLst>
            <pc:docMk/>
            <pc:sldMk cId="572984202" sldId="264"/>
            <ac:spMk id="4112" creationId="{55D4142C-5077-457F-A6AD-3FECFDB39685}"/>
          </ac:spMkLst>
        </pc:spChg>
        <pc:spChg chg="add">
          <ac:chgData name="Popov Savva" userId="bc132019-2944-47dc-b2a0-f031fbe56d5e" providerId="ADAL" clId="{F1D15D55-5A9C-442F-B2DE-3BEC630339DC}" dt="2023-12-30T14:57:38.190" v="898" actId="26606"/>
          <ac:spMkLst>
            <pc:docMk/>
            <pc:sldMk cId="572984202" sldId="264"/>
            <ac:spMk id="4114" creationId="{79BB35BC-D5C2-4C8B-A22A-A71E6191913B}"/>
          </ac:spMkLst>
        </pc:spChg>
        <pc:picChg chg="add mod ord">
          <ac:chgData name="Popov Savva" userId="bc132019-2944-47dc-b2a0-f031fbe56d5e" providerId="ADAL" clId="{F1D15D55-5A9C-442F-B2DE-3BEC630339DC}" dt="2023-12-30T14:57:38.190" v="898" actId="26606"/>
          <ac:picMkLst>
            <pc:docMk/>
            <pc:sldMk cId="572984202" sldId="264"/>
            <ac:picMk id="4098" creationId="{E6E3F32B-DA4B-A815-AD1C-4237D43C37D9}"/>
          </ac:picMkLst>
        </pc:picChg>
      </pc:sldChg>
      <pc:sldChg chg="addSp delSp modSp new mod setBg modClrScheme chgLayout">
        <pc:chgData name="Popov Savva" userId="bc132019-2944-47dc-b2a0-f031fbe56d5e" providerId="ADAL" clId="{F1D15D55-5A9C-442F-B2DE-3BEC630339DC}" dt="2024-01-03T11:29:54.018" v="1410" actId="113"/>
        <pc:sldMkLst>
          <pc:docMk/>
          <pc:sldMk cId="1960285155" sldId="265"/>
        </pc:sldMkLst>
        <pc:spChg chg="add del mod ord">
          <ac:chgData name="Popov Savva" userId="bc132019-2944-47dc-b2a0-f031fbe56d5e" providerId="ADAL" clId="{F1D15D55-5A9C-442F-B2DE-3BEC630339DC}" dt="2023-12-30T15:11:06.768" v="1322" actId="26606"/>
          <ac:spMkLst>
            <pc:docMk/>
            <pc:sldMk cId="1960285155" sldId="265"/>
            <ac:spMk id="2" creationId="{A3F9F1C3-1CC0-CE2F-0A94-ECAA47FCA2F3}"/>
          </ac:spMkLst>
        </pc:spChg>
        <pc:spChg chg="add del mod ord">
          <ac:chgData name="Popov Savva" userId="bc132019-2944-47dc-b2a0-f031fbe56d5e" providerId="ADAL" clId="{F1D15D55-5A9C-442F-B2DE-3BEC630339DC}" dt="2024-01-03T11:29:54.018" v="1410" actId="113"/>
          <ac:spMkLst>
            <pc:docMk/>
            <pc:sldMk cId="1960285155" sldId="265"/>
            <ac:spMk id="3" creationId="{94A20D01-AB77-CA5A-E8FC-B1CC1562E43B}"/>
          </ac:spMkLst>
        </pc:spChg>
        <pc:spChg chg="add del mod ord">
          <ac:chgData name="Popov Savva" userId="bc132019-2944-47dc-b2a0-f031fbe56d5e" providerId="ADAL" clId="{F1D15D55-5A9C-442F-B2DE-3BEC630339DC}" dt="2023-12-30T14:59:30.534" v="925" actId="700"/>
          <ac:spMkLst>
            <pc:docMk/>
            <pc:sldMk cId="1960285155" sldId="265"/>
            <ac:spMk id="4" creationId="{A1FCDD8A-FE78-D7EA-1137-F77F0A9314DC}"/>
          </ac:spMkLst>
        </pc:spChg>
        <pc:spChg chg="add del">
          <ac:chgData name="Popov Savva" userId="bc132019-2944-47dc-b2a0-f031fbe56d5e" providerId="ADAL" clId="{F1D15D55-5A9C-442F-B2DE-3BEC630339DC}" dt="2023-12-30T15:07:02.190" v="1297" actId="26606"/>
          <ac:spMkLst>
            <pc:docMk/>
            <pc:sldMk cId="1960285155" sldId="265"/>
            <ac:spMk id="11" creationId="{C3D6EC93-F369-413E-AA67-5D4104161046}"/>
          </ac:spMkLst>
        </pc:spChg>
        <pc:spChg chg="add del">
          <ac:chgData name="Popov Savva" userId="bc132019-2944-47dc-b2a0-f031fbe56d5e" providerId="ADAL" clId="{F1D15D55-5A9C-442F-B2DE-3BEC630339DC}" dt="2023-12-30T15:06:58.813" v="1294" actId="26606"/>
          <ac:spMkLst>
            <pc:docMk/>
            <pc:sldMk cId="1960285155" sldId="265"/>
            <ac:spMk id="20" creationId="{04812C46-200A-4DEB-A05E-3ED6C68C2387}"/>
          </ac:spMkLst>
        </pc:spChg>
        <pc:spChg chg="add del">
          <ac:chgData name="Popov Savva" userId="bc132019-2944-47dc-b2a0-f031fbe56d5e" providerId="ADAL" clId="{F1D15D55-5A9C-442F-B2DE-3BEC630339DC}" dt="2023-12-30T15:06:58.813" v="1294" actId="26606"/>
          <ac:spMkLst>
            <pc:docMk/>
            <pc:sldMk cId="1960285155" sldId="265"/>
            <ac:spMk id="22" creationId="{D1EA859B-E555-4109-94F3-6700E046E008}"/>
          </ac:spMkLst>
        </pc:spChg>
        <pc:spChg chg="add del">
          <ac:chgData name="Popov Savva" userId="bc132019-2944-47dc-b2a0-f031fbe56d5e" providerId="ADAL" clId="{F1D15D55-5A9C-442F-B2DE-3BEC630339DC}" dt="2023-12-30T15:07:02.178" v="1296" actId="26606"/>
          <ac:spMkLst>
            <pc:docMk/>
            <pc:sldMk cId="1960285155" sldId="265"/>
            <ac:spMk id="25" creationId="{73AD41DB-DF9F-49BC-85AE-6AB1840AD517}"/>
          </ac:spMkLst>
        </pc:spChg>
        <pc:spChg chg="add del">
          <ac:chgData name="Popov Savva" userId="bc132019-2944-47dc-b2a0-f031fbe56d5e" providerId="ADAL" clId="{F1D15D55-5A9C-442F-B2DE-3BEC630339DC}" dt="2023-12-30T15:09:19.473" v="1304" actId="26606"/>
          <ac:spMkLst>
            <pc:docMk/>
            <pc:sldMk cId="1960285155" sldId="265"/>
            <ac:spMk id="28" creationId="{B95B9BA8-1D69-4796-85F5-B6D0BD52354B}"/>
          </ac:spMkLst>
        </pc:spChg>
        <pc:spChg chg="add del">
          <ac:chgData name="Popov Savva" userId="bc132019-2944-47dc-b2a0-f031fbe56d5e" providerId="ADAL" clId="{F1D15D55-5A9C-442F-B2DE-3BEC630339DC}" dt="2023-12-30T15:09:18.051" v="1301" actId="26606"/>
          <ac:spMkLst>
            <pc:docMk/>
            <pc:sldMk cId="1960285155" sldId="265"/>
            <ac:spMk id="5127" creationId="{B95B9BA8-1D69-4796-85F5-B6D0BD52354B}"/>
          </ac:spMkLst>
        </pc:spChg>
        <pc:spChg chg="add del">
          <ac:chgData name="Popov Savva" userId="bc132019-2944-47dc-b2a0-f031fbe56d5e" providerId="ADAL" clId="{F1D15D55-5A9C-442F-B2DE-3BEC630339DC}" dt="2023-12-30T15:09:19.463" v="1303" actId="26606"/>
          <ac:spMkLst>
            <pc:docMk/>
            <pc:sldMk cId="1960285155" sldId="265"/>
            <ac:spMk id="5129" creationId="{DD3981AC-7B61-4947-BCF3-F7AA7FA385B9}"/>
          </ac:spMkLst>
        </pc:spChg>
        <pc:spChg chg="add del">
          <ac:chgData name="Popov Savva" userId="bc132019-2944-47dc-b2a0-f031fbe56d5e" providerId="ADAL" clId="{F1D15D55-5A9C-442F-B2DE-3BEC630339DC}" dt="2023-12-30T15:09:19.463" v="1303" actId="26606"/>
          <ac:spMkLst>
            <pc:docMk/>
            <pc:sldMk cId="1960285155" sldId="265"/>
            <ac:spMk id="5130" creationId="{9AA72BD9-2C5A-4EDC-931F-5AA08EACA0F3}"/>
          </ac:spMkLst>
        </pc:spChg>
        <pc:spChg chg="add del">
          <ac:chgData name="Popov Savva" userId="bc132019-2944-47dc-b2a0-f031fbe56d5e" providerId="ADAL" clId="{F1D15D55-5A9C-442F-B2DE-3BEC630339DC}" dt="2023-12-30T15:09:19.463" v="1303" actId="26606"/>
          <ac:spMkLst>
            <pc:docMk/>
            <pc:sldMk cId="1960285155" sldId="265"/>
            <ac:spMk id="5131" creationId="{55D4142C-5077-457F-A6AD-3FECFDB39685}"/>
          </ac:spMkLst>
        </pc:spChg>
        <pc:spChg chg="add del">
          <ac:chgData name="Popov Savva" userId="bc132019-2944-47dc-b2a0-f031fbe56d5e" providerId="ADAL" clId="{F1D15D55-5A9C-442F-B2DE-3BEC630339DC}" dt="2023-12-30T15:09:19.463" v="1303" actId="26606"/>
          <ac:spMkLst>
            <pc:docMk/>
            <pc:sldMk cId="1960285155" sldId="265"/>
            <ac:spMk id="5133" creationId="{7A5F0580-5EE9-419F-96EE-B6529EF6E7D0}"/>
          </ac:spMkLst>
        </pc:spChg>
        <pc:spChg chg="add del">
          <ac:chgData name="Popov Savva" userId="bc132019-2944-47dc-b2a0-f031fbe56d5e" providerId="ADAL" clId="{F1D15D55-5A9C-442F-B2DE-3BEC630339DC}" dt="2023-12-30T15:11:07.471" v="1325" actId="26606"/>
          <ac:spMkLst>
            <pc:docMk/>
            <pc:sldMk cId="1960285155" sldId="265"/>
            <ac:spMk id="5135" creationId="{B95B9BA8-1D69-4796-85F5-B6D0BD52354B}"/>
          </ac:spMkLst>
        </pc:spChg>
        <pc:spChg chg="add del">
          <ac:chgData name="Popov Savva" userId="bc132019-2944-47dc-b2a0-f031fbe56d5e" providerId="ADAL" clId="{F1D15D55-5A9C-442F-B2DE-3BEC630339DC}" dt="2023-12-30T15:10:59.389" v="1310" actId="26606"/>
          <ac:spMkLst>
            <pc:docMk/>
            <pc:sldMk cId="1960285155" sldId="265"/>
            <ac:spMk id="5140" creationId="{B95B9BA8-1D69-4796-85F5-B6D0BD52354B}"/>
          </ac:spMkLst>
        </pc:spChg>
        <pc:spChg chg="add del">
          <ac:chgData name="Popov Savva" userId="bc132019-2944-47dc-b2a0-f031fbe56d5e" providerId="ADAL" clId="{F1D15D55-5A9C-442F-B2DE-3BEC630339DC}" dt="2023-12-30T15:11:01.147" v="1312" actId="26606"/>
          <ac:spMkLst>
            <pc:docMk/>
            <pc:sldMk cId="1960285155" sldId="265"/>
            <ac:spMk id="5142" creationId="{DD3981AC-7B61-4947-BCF3-F7AA7FA385B9}"/>
          </ac:spMkLst>
        </pc:spChg>
        <pc:spChg chg="add del">
          <ac:chgData name="Popov Savva" userId="bc132019-2944-47dc-b2a0-f031fbe56d5e" providerId="ADAL" clId="{F1D15D55-5A9C-442F-B2DE-3BEC630339DC}" dt="2023-12-30T15:11:01.147" v="1312" actId="26606"/>
          <ac:spMkLst>
            <pc:docMk/>
            <pc:sldMk cId="1960285155" sldId="265"/>
            <ac:spMk id="5143" creationId="{9AA72BD9-2C5A-4EDC-931F-5AA08EACA0F3}"/>
          </ac:spMkLst>
        </pc:spChg>
        <pc:spChg chg="add del">
          <ac:chgData name="Popov Savva" userId="bc132019-2944-47dc-b2a0-f031fbe56d5e" providerId="ADAL" clId="{F1D15D55-5A9C-442F-B2DE-3BEC630339DC}" dt="2023-12-30T15:11:01.147" v="1312" actId="26606"/>
          <ac:spMkLst>
            <pc:docMk/>
            <pc:sldMk cId="1960285155" sldId="265"/>
            <ac:spMk id="5144" creationId="{55D4142C-5077-457F-A6AD-3FECFDB39685}"/>
          </ac:spMkLst>
        </pc:spChg>
        <pc:spChg chg="add del">
          <ac:chgData name="Popov Savva" userId="bc132019-2944-47dc-b2a0-f031fbe56d5e" providerId="ADAL" clId="{F1D15D55-5A9C-442F-B2DE-3BEC630339DC}" dt="2023-12-30T15:11:01.147" v="1312" actId="26606"/>
          <ac:spMkLst>
            <pc:docMk/>
            <pc:sldMk cId="1960285155" sldId="265"/>
            <ac:spMk id="5146" creationId="{7A5F0580-5EE9-419F-96EE-B6529EF6E7D0}"/>
          </ac:spMkLst>
        </pc:spChg>
        <pc:spChg chg="add del">
          <ac:chgData name="Popov Savva" userId="bc132019-2944-47dc-b2a0-f031fbe56d5e" providerId="ADAL" clId="{F1D15D55-5A9C-442F-B2DE-3BEC630339DC}" dt="2023-12-30T15:11:02.159" v="1314" actId="26606"/>
          <ac:spMkLst>
            <pc:docMk/>
            <pc:sldMk cId="1960285155" sldId="265"/>
            <ac:spMk id="5149" creationId="{B95B9BA8-1D69-4796-85F5-B6D0BD52354B}"/>
          </ac:spMkLst>
        </pc:spChg>
        <pc:spChg chg="add del">
          <ac:chgData name="Popov Savva" userId="bc132019-2944-47dc-b2a0-f031fbe56d5e" providerId="ADAL" clId="{F1D15D55-5A9C-442F-B2DE-3BEC630339DC}" dt="2023-12-30T15:11:02.616" v="1316" actId="26606"/>
          <ac:spMkLst>
            <pc:docMk/>
            <pc:sldMk cId="1960285155" sldId="265"/>
            <ac:spMk id="5155" creationId="{04812C46-200A-4DEB-A05E-3ED6C68C2387}"/>
          </ac:spMkLst>
        </pc:spChg>
        <pc:spChg chg="add del">
          <ac:chgData name="Popov Savva" userId="bc132019-2944-47dc-b2a0-f031fbe56d5e" providerId="ADAL" clId="{F1D15D55-5A9C-442F-B2DE-3BEC630339DC}" dt="2023-12-30T15:11:02.616" v="1316" actId="26606"/>
          <ac:spMkLst>
            <pc:docMk/>
            <pc:sldMk cId="1960285155" sldId="265"/>
            <ac:spMk id="5156" creationId="{D1EA859B-E555-4109-94F3-6700E046E008}"/>
          </ac:spMkLst>
        </pc:spChg>
        <pc:spChg chg="add del">
          <ac:chgData name="Popov Savva" userId="bc132019-2944-47dc-b2a0-f031fbe56d5e" providerId="ADAL" clId="{F1D15D55-5A9C-442F-B2DE-3BEC630339DC}" dt="2023-12-30T15:11:04.417" v="1318" actId="26606"/>
          <ac:spMkLst>
            <pc:docMk/>
            <pc:sldMk cId="1960285155" sldId="265"/>
            <ac:spMk id="5158" creationId="{325166D1-1B21-4128-AC42-61745528E4D6}"/>
          </ac:spMkLst>
        </pc:spChg>
        <pc:spChg chg="add del">
          <ac:chgData name="Popov Savva" userId="bc132019-2944-47dc-b2a0-f031fbe56d5e" providerId="ADAL" clId="{F1D15D55-5A9C-442F-B2DE-3BEC630339DC}" dt="2023-12-30T15:11:06.768" v="1322" actId="26606"/>
          <ac:spMkLst>
            <pc:docMk/>
            <pc:sldMk cId="1960285155" sldId="265"/>
            <ac:spMk id="5165" creationId="{C0763A76-9F1C-4FC5-82B7-DD475DA461B2}"/>
          </ac:spMkLst>
        </pc:spChg>
        <pc:spChg chg="add del">
          <ac:chgData name="Popov Savva" userId="bc132019-2944-47dc-b2a0-f031fbe56d5e" providerId="ADAL" clId="{F1D15D55-5A9C-442F-B2DE-3BEC630339DC}" dt="2023-12-30T15:11:06.768" v="1322" actId="26606"/>
          <ac:spMkLst>
            <pc:docMk/>
            <pc:sldMk cId="1960285155" sldId="265"/>
            <ac:spMk id="5166" creationId="{E81BF4F6-F2CF-4984-9D14-D6966D92F99F}"/>
          </ac:spMkLst>
        </pc:spChg>
        <pc:spChg chg="add del">
          <ac:chgData name="Popov Savva" userId="bc132019-2944-47dc-b2a0-f031fbe56d5e" providerId="ADAL" clId="{F1D15D55-5A9C-442F-B2DE-3BEC630339DC}" dt="2023-12-30T15:11:07.466" v="1324" actId="26606"/>
          <ac:spMkLst>
            <pc:docMk/>
            <pc:sldMk cId="1960285155" sldId="265"/>
            <ac:spMk id="5168" creationId="{B95B9BA8-1D69-4796-85F5-B6D0BD52354B}"/>
          </ac:spMkLst>
        </pc:spChg>
        <pc:spChg chg="add">
          <ac:chgData name="Popov Savva" userId="bc132019-2944-47dc-b2a0-f031fbe56d5e" providerId="ADAL" clId="{F1D15D55-5A9C-442F-B2DE-3BEC630339DC}" dt="2023-12-30T15:11:07.471" v="1325" actId="26606"/>
          <ac:spMkLst>
            <pc:docMk/>
            <pc:sldMk cId="1960285155" sldId="265"/>
            <ac:spMk id="5174" creationId="{B95B9BA8-1D69-4796-85F5-B6D0BD52354B}"/>
          </ac:spMkLst>
        </pc:spChg>
        <pc:grpChg chg="add del">
          <ac:chgData name="Popov Savva" userId="bc132019-2944-47dc-b2a0-f031fbe56d5e" providerId="ADAL" clId="{F1D15D55-5A9C-442F-B2DE-3BEC630339DC}" dt="2023-12-30T15:07:02.190" v="1297" actId="26606"/>
          <ac:grpSpMkLst>
            <pc:docMk/>
            <pc:sldMk cId="1960285155" sldId="265"/>
            <ac:grpSpMk id="13" creationId="{4EA04677-6B2C-40F4-975C-ED9196552771}"/>
          </ac:grpSpMkLst>
        </pc:grpChg>
        <pc:grpChg chg="add del">
          <ac:chgData name="Popov Savva" userId="bc132019-2944-47dc-b2a0-f031fbe56d5e" providerId="ADAL" clId="{F1D15D55-5A9C-442F-B2DE-3BEC630339DC}" dt="2023-12-30T15:07:02.178" v="1296" actId="26606"/>
          <ac:grpSpMkLst>
            <pc:docMk/>
            <pc:sldMk cId="1960285155" sldId="265"/>
            <ac:grpSpMk id="26" creationId="{A4AE1828-51FD-4AD7-BCF6-9AF5C696CE5D}"/>
          </ac:grpSpMkLst>
        </pc:grpChg>
        <pc:grpChg chg="add del">
          <ac:chgData name="Popov Savva" userId="bc132019-2944-47dc-b2a0-f031fbe56d5e" providerId="ADAL" clId="{F1D15D55-5A9C-442F-B2DE-3BEC630339DC}" dt="2023-12-30T15:11:02.159" v="1314" actId="26606"/>
          <ac:grpSpMkLst>
            <pc:docMk/>
            <pc:sldMk cId="1960285155" sldId="265"/>
            <ac:grpSpMk id="5150" creationId="{CC09AFE8-9934-40C0-A058-4008A3B197E7}"/>
          </ac:grpSpMkLst>
        </pc:grpChg>
        <pc:grpChg chg="add del">
          <ac:chgData name="Popov Savva" userId="bc132019-2944-47dc-b2a0-f031fbe56d5e" providerId="ADAL" clId="{F1D15D55-5A9C-442F-B2DE-3BEC630339DC}" dt="2023-12-30T15:11:04.417" v="1318" actId="26606"/>
          <ac:grpSpMkLst>
            <pc:docMk/>
            <pc:sldMk cId="1960285155" sldId="265"/>
            <ac:grpSpMk id="5159" creationId="{E6517BAC-C80F-4065-90D8-703493E0B353}"/>
          </ac:grpSpMkLst>
        </pc:grpChg>
        <pc:grpChg chg="add del">
          <ac:chgData name="Popov Savva" userId="bc132019-2944-47dc-b2a0-f031fbe56d5e" providerId="ADAL" clId="{F1D15D55-5A9C-442F-B2DE-3BEC630339DC}" dt="2023-12-30T15:11:07.466" v="1324" actId="26606"/>
          <ac:grpSpMkLst>
            <pc:docMk/>
            <pc:sldMk cId="1960285155" sldId="265"/>
            <ac:grpSpMk id="5169" creationId="{CC09AFE8-9934-40C0-A058-4008A3B197E7}"/>
          </ac:grpSpMkLst>
        </pc:grpChg>
        <pc:picChg chg="add del mod ord">
          <ac:chgData name="Popov Savva" userId="bc132019-2944-47dc-b2a0-f031fbe56d5e" providerId="ADAL" clId="{F1D15D55-5A9C-442F-B2DE-3BEC630339DC}" dt="2023-12-30T15:09:03.211" v="1298" actId="478"/>
          <ac:picMkLst>
            <pc:docMk/>
            <pc:sldMk cId="1960285155" sldId="265"/>
            <ac:picMk id="6" creationId="{35AC4831-9D17-9F6B-6006-CC25FBC85E10}"/>
          </ac:picMkLst>
        </pc:picChg>
        <pc:picChg chg="add del mod ord">
          <ac:chgData name="Popov Savva" userId="bc132019-2944-47dc-b2a0-f031fbe56d5e" providerId="ADAL" clId="{F1D15D55-5A9C-442F-B2DE-3BEC630339DC}" dt="2023-12-30T15:10:55.703" v="1307" actId="478"/>
          <ac:picMkLst>
            <pc:docMk/>
            <pc:sldMk cId="1960285155" sldId="265"/>
            <ac:picMk id="5122" creationId="{1F1B7630-766D-EC20-F3E1-5F373EA252A4}"/>
          </ac:picMkLst>
        </pc:picChg>
        <pc:picChg chg="add mod ord">
          <ac:chgData name="Popov Savva" userId="bc132019-2944-47dc-b2a0-f031fbe56d5e" providerId="ADAL" clId="{F1D15D55-5A9C-442F-B2DE-3BEC630339DC}" dt="2023-12-30T15:11:07.471" v="1325" actId="26606"/>
          <ac:picMkLst>
            <pc:docMk/>
            <pc:sldMk cId="1960285155" sldId="265"/>
            <ac:picMk id="5124" creationId="{F1B7807D-A7FE-3433-D91B-863B0FE18C31}"/>
          </ac:picMkLst>
        </pc:picChg>
        <pc:cxnChg chg="add del">
          <ac:chgData name="Popov Savva" userId="bc132019-2944-47dc-b2a0-f031fbe56d5e" providerId="ADAL" clId="{F1D15D55-5A9C-442F-B2DE-3BEC630339DC}" dt="2023-12-30T15:11:05.496" v="1320" actId="26606"/>
          <ac:cxnSpMkLst>
            <pc:docMk/>
            <pc:sldMk cId="1960285155" sldId="265"/>
            <ac:cxnSpMk id="5163" creationId="{249EDD1B-F94D-B4E6-ACAA-566B9A26FDE3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044CD-C20E-7003-9AAA-93DAC68FE7F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88136" y="1078031"/>
            <a:ext cx="9288100" cy="2956721"/>
          </a:xfrm>
        </p:spPr>
        <p:txBody>
          <a:bodyPr>
            <a:noAutofit/>
          </a:bodyPr>
          <a:lstStyle>
            <a:lvl1pPr>
              <a:defRPr sz="6600" cap="all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9310ED-F8B3-A4DF-8D10-8724A9CC1E8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88136" y="4455624"/>
            <a:ext cx="9288100" cy="1435333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87D3A-A797-A175-FDDD-97B93D7729F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F1DD9DB-ED72-4651-BC2E-DB592AF4DE75}" type="datetime1">
              <a:rPr lang="en-US"/>
              <a:pPr lvl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4A783-40A7-8CBA-6642-A878A31F680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CFFEB-24CF-97A5-F0A4-CE1369F34E6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DEF24C1-7F2B-4C04-9F69-17A8D6C5579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65665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453A1-82FB-23CA-5748-7F3989D0893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9492F-6ED8-BB5B-1C6E-B58CDB1FD215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2D0FF-2DE7-003F-D789-4FC6838C537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B4DBB3C-BC57-4358-83F1-CF195E8138DB}" type="datetime1">
              <a:rPr lang="en-US"/>
              <a:pPr lvl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E3D0A-E6F2-2544-3083-DA6E5762610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5C520-41E3-E5B6-A084-2BF660158D3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0752F67-BB74-408B-B867-42448ABB190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74210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DA65F-2012-D724-7801-899EB815E7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0943" y="1099127"/>
            <a:ext cx="9272262" cy="3472872"/>
          </a:xfrm>
        </p:spPr>
        <p:txBody>
          <a:bodyPr/>
          <a:lstStyle>
            <a:lvl1pPr>
              <a:defRPr sz="4000" cap="all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E8209-3D6D-373B-0FDD-FC48036300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90943" y="4572000"/>
            <a:ext cx="9272262" cy="1320805"/>
          </a:xfrm>
        </p:spPr>
        <p:txBody>
          <a:bodyPr anchor="b"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C1E04-8FD0-A356-F25D-6B55D2CE5F4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2E11690-FE04-4125-B176-07E5B0249E15}" type="datetime1">
              <a:rPr lang="en-US"/>
              <a:pPr lvl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BB9E9-A774-4621-72EE-CFCE763BD4F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B8313-C479-DAAA-97F9-29968316C97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0D9F9ED-FB8A-44ED-BB06-770BD42A27A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404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EED95-184E-45F7-7261-3CC2585A3F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8136" y="1088136"/>
            <a:ext cx="9890068" cy="129422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D3E60-796D-668D-E5D6-1A7921D648E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082183" y="2440570"/>
            <a:ext cx="4841501" cy="380127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3529D3-B17C-3E34-50F3-D72D74A9561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2440570"/>
            <a:ext cx="4806004" cy="380127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20A75D-0293-767D-8562-E07BE1F20A0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4F33C48-7C5C-4977-9AB1-3FA1444C0DAC}" type="datetime1">
              <a:rPr lang="en-US"/>
              <a:pPr lvl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E9A1D6-D252-BDA7-7C21-38AA6D2ED31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8CC519-3A0B-96B7-0994-1B3E0A387DF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3D518BC-DD7E-48A9-99A1-FCCC6B0207E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46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B2F24-F320-BCCE-6100-5C2A53270C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0943" y="1084332"/>
            <a:ext cx="9949458" cy="83885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8F59B-13D8-5E0C-42B2-ACD71AB027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92086" y="1923193"/>
            <a:ext cx="4816473" cy="83885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000" b="1" cap="all" spc="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57E973-44CF-2A3E-3739-D4E94F5FB722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1092086" y="2825788"/>
            <a:ext cx="4816473" cy="336386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3BF014-A22A-C03F-8425-1322A5B71233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215478" y="1923193"/>
            <a:ext cx="4824913" cy="83885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000" b="1" cap="all" spc="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4750DF-368E-E0C4-B19E-803DE4DF55D4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215478" y="2825788"/>
            <a:ext cx="4824913" cy="336386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14D295-5663-04BC-A74A-4AB65253AFB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97805A2-7910-4897-B10E-293D647F2D87}" type="datetime1">
              <a:rPr lang="en-US"/>
              <a:pPr lvl="0"/>
              <a:t>1/3/2024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C403DD-96CA-4697-2EF1-D615A8119A2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62746D-1607-C4A5-9BC2-E869F6D6E3C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CD3C670-E3F8-48F8-B173-1150B1ED7D9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106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D042B-F17A-6323-536F-59B44ECE8A8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414D74-088B-3079-9D00-E789B40FEC4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14B1080-FE21-4392-B95F-5D38959CC1B3}" type="datetime1">
              <a:rPr lang="en-US"/>
              <a:pPr lvl="0"/>
              <a:t>1/3/2024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4905F0-F815-C80E-7B86-52719265255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B231AE-BD31-8183-E58D-7E8BA2B3CDA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99DCEDB-6E85-4067-89DC-1E4CE66BBE2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053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0137D5-7C93-0C0F-4256-440332525A9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4D36553-3F55-4A00-AAED-BAC4D1F70BA0}" type="datetime1">
              <a:rPr lang="en-US"/>
              <a:pPr lvl="0"/>
              <a:t>1/3/2024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36084B-D115-7D59-5496-76B2D3E61B6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94822-7084-4C87-14B9-980C7C31C97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0DEB206-AADB-4466-B21A-DE00FAC9B00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209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1A150-893B-7B56-E281-C85D6E958E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0943" y="1094445"/>
            <a:ext cx="3785862" cy="1554361"/>
          </a:xfrm>
        </p:spPr>
        <p:txBody>
          <a:bodyPr/>
          <a:lstStyle>
            <a:lvl1pPr>
              <a:defRPr sz="2800" cap="all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20E2F-127C-1FB6-1758-159302E46B8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524503" y="922684"/>
            <a:ext cx="5485997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B05183-A336-7D44-FD4C-68A2C29AD8F4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090943" y="2701256"/>
            <a:ext cx="3785862" cy="3167728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594E1-48C3-E206-A69D-F0891B320B8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EA872C9-530B-4204-8736-F77793AA08E8}" type="datetime1">
              <a:rPr lang="en-US"/>
              <a:pPr lvl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60D18-875D-2F71-3C18-4EE327D02BB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DC7F92-C6BE-782D-0A1A-78203986F5A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4807662-1DFA-4BC2-BEE7-599A3214F33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316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28274-1F67-A406-ACF2-A87E9DE06F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0943" y="1097280"/>
            <a:ext cx="3785862" cy="1559737"/>
          </a:xfrm>
        </p:spPr>
        <p:txBody>
          <a:bodyPr/>
          <a:lstStyle>
            <a:lvl1pPr>
              <a:defRPr sz="2800" cap="all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F6748B-8E86-AB86-3E94-0284FA5C2885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524503" y="1143000"/>
            <a:ext cx="5486400" cy="4572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2F623C-1236-17EC-4865-6A774C8E942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090943" y="2697479"/>
            <a:ext cx="3785862" cy="309342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18DE6-BECE-6270-6D42-2F7C0EFF1D1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ACBE664-8F72-4E1E-B87B-403925E1C82E}" type="datetime1">
              <a:rPr lang="en-US"/>
              <a:pPr lvl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E53EDE-8F97-9C4A-30F8-B15C1B4AC8C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BDBDAA-CC18-0122-A573-3DC167A7F2C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F166F8B-8478-4976-92CC-5E0AB03771A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634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14E53-C8FE-A828-11D4-D363212C776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699661-4B83-5155-B21F-CE5B31E6DEE2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E3576-FC46-6E51-C22C-3DEEB0DE2EF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3D0A6E1-E4EE-45F4-9995-2639153392D4}" type="datetime1">
              <a:rPr lang="en-US"/>
              <a:pPr lvl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E7B9A-503B-9F4F-C81B-41C9776F22B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8C941-2234-2E86-D179-CC3EFF882B4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89ADAEE-F332-4F18-983B-0CBB208F8AF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018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EF2062-F752-DDED-B14C-A786B62DAB9A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9182103" y="1091382"/>
            <a:ext cx="2171699" cy="4953368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41C45A-1355-1C85-C142-61573FF3DC55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1091382"/>
            <a:ext cx="8265343" cy="4953368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DB3E1-EE91-95FF-42CE-6AD3EC8CAAC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C367B59-F205-41C0-9085-D3FB00F7E29D}" type="datetime1">
              <a:rPr lang="en-US"/>
              <a:pPr lvl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39F67-D7EB-B084-EF41-B051BD654FD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C4933-A180-2E92-3ACC-F4770404434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3746A2B-B3F4-40DF-BA97-685ADDA5AD37}" type="slidenum"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60FAD9-25C8-1543-9E1F-7FF03813570B}"/>
              </a:ext>
            </a:extLst>
          </p:cNvPr>
          <p:cNvCxnSpPr/>
          <p:nvPr/>
        </p:nvCxnSpPr>
        <p:spPr>
          <a:xfrm>
            <a:off x="11387800" y="1185208"/>
            <a:ext cx="804196" cy="0"/>
          </a:xfrm>
          <a:prstGeom prst="straightConnector1">
            <a:avLst/>
          </a:prstGeom>
          <a:noFill/>
          <a:ln w="85725" cap="flat">
            <a:solidFill>
              <a:srgbClr val="000000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606110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4DD5FE-F559-953D-9BBA-CC767D7466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8136" y="1090248"/>
            <a:ext cx="9922767" cy="129422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0A056C-C6CB-6C1E-CBC2-B964C68A55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88136" y="2447775"/>
            <a:ext cx="9922767" cy="383872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6919C-EC4D-98E1-D83F-BA78921D8569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7315200" y="6389690"/>
            <a:ext cx="36953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900" b="0" i="0" u="none" strike="noStrike" kern="1200" cap="none" spc="0" baseline="0">
                <a:solidFill>
                  <a:srgbClr val="000000"/>
                </a:solidFill>
                <a:uFillTx/>
                <a:latin typeface="Neue Haas Grotesk Text Pro"/>
              </a:defRPr>
            </a:lvl1pPr>
          </a:lstStyle>
          <a:p>
            <a:pPr lvl="0"/>
            <a:fld id="{2EECC1AB-6C28-4439-9664-43FD4E0B90E1}" type="datetime1">
              <a:rPr lang="en-US"/>
              <a:pPr lvl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9464B-1B3E-3BF8-A4CB-34DE005984D3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1090943" y="6389690"/>
            <a:ext cx="4433559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900" b="0" i="0" u="none" strike="noStrike" kern="1200" cap="none" spc="0" baseline="0">
                <a:solidFill>
                  <a:srgbClr val="000000"/>
                </a:solidFill>
                <a:uFillTx/>
                <a:latin typeface="Neue Haas Grotesk Text Pro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07B59-AAB8-F7FD-73A4-C66A993679C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0983187" y="6389690"/>
            <a:ext cx="940295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900" b="0" i="0" u="none" strike="noStrike" kern="1200" cap="none" spc="0" baseline="0">
                <a:solidFill>
                  <a:srgbClr val="000000"/>
                </a:solidFill>
                <a:uFillTx/>
                <a:latin typeface="Neue Haas Grotesk Text Pro"/>
              </a:defRPr>
            </a:lvl1pPr>
          </a:lstStyle>
          <a:p>
            <a:pPr lvl="0"/>
            <a:fld id="{67B218DA-3EE4-4B51-999A-797278E84073}" type="slidenum">
              <a:t>‹#›</a:t>
            </a:fld>
            <a:endParaRPr lang="en-US"/>
          </a:p>
        </p:txBody>
      </p:sp>
      <p:cxnSp>
        <p:nvCxnSpPr>
          <p:cNvPr id="7" name="Straight Connector 27">
            <a:extLst>
              <a:ext uri="{FF2B5EF4-FFF2-40B4-BE49-F238E27FC236}">
                <a16:creationId xmlns:a16="http://schemas.microsoft.com/office/drawing/2014/main" id="{B7ED4BA2-DE5B-AA40-3F73-6DA2B622C02A}"/>
              </a:ext>
            </a:extLst>
          </p:cNvPr>
          <p:cNvCxnSpPr/>
          <p:nvPr/>
        </p:nvCxnSpPr>
        <p:spPr>
          <a:xfrm>
            <a:off x="0" y="1185208"/>
            <a:ext cx="804196" cy="0"/>
          </a:xfrm>
          <a:prstGeom prst="straightConnector1">
            <a:avLst/>
          </a:prstGeom>
          <a:noFill/>
          <a:ln w="85725" cap="flat">
            <a:solidFill>
              <a:srgbClr val="000000"/>
            </a:solidFill>
            <a:prstDash val="solid"/>
            <a:miter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85000"/>
        </a:lnSpc>
        <a:spcBef>
          <a:spcPts val="0"/>
        </a:spcBef>
        <a:spcAft>
          <a:spcPts val="0"/>
        </a:spcAft>
        <a:buNone/>
        <a:tabLst/>
        <a:defRPr lang="en-US" sz="4400" b="1" i="0" u="none" strike="noStrike" kern="1200" cap="none" spc="0" baseline="0">
          <a:solidFill>
            <a:srgbClr val="000000"/>
          </a:solidFill>
          <a:uFillTx/>
          <a:latin typeface="Neue Haas Grotesk Text Pro"/>
        </a:defRPr>
      </a:lvl1pPr>
    </p:titleStyle>
    <p:bodyStyle>
      <a:lvl1pPr marL="228600" marR="0" lvl="0" indent="-228600" algn="l" defTabSz="914400" rtl="0" fontAlgn="auto" hangingPunct="1">
        <a:lnSpc>
          <a:spcPct val="130000"/>
        </a:lnSpc>
        <a:spcBef>
          <a:spcPts val="1000"/>
        </a:spcBef>
        <a:spcAft>
          <a:spcPts val="0"/>
        </a:spcAft>
        <a:buSzPct val="100000"/>
        <a:buFont typeface="Neue Haas Grotesk Text Pro" pitchFamily="34"/>
        <a:buChar char="-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Neue Haas Grotesk Text Pro"/>
        </a:defRPr>
      </a:lvl1pPr>
      <a:lvl2pPr marL="502920" marR="0" lvl="1" indent="-228600" algn="l" defTabSz="914400" rtl="0" fontAlgn="auto" hangingPunct="1">
        <a:lnSpc>
          <a:spcPct val="130000"/>
        </a:lnSpc>
        <a:spcBef>
          <a:spcPts val="500"/>
        </a:spcBef>
        <a:spcAft>
          <a:spcPts val="0"/>
        </a:spcAft>
        <a:buSzPct val="100000"/>
        <a:buFont typeface="Neue Haas Grotesk Text Pro" pitchFamily="34"/>
        <a:buChar char="-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Neue Haas Grotesk Text Pro"/>
        </a:defRPr>
      </a:lvl2pPr>
      <a:lvl3pPr marL="731520" marR="0" lvl="2" indent="-228600" algn="l" defTabSz="914400" rtl="0" fontAlgn="auto" hangingPunct="1">
        <a:lnSpc>
          <a:spcPct val="130000"/>
        </a:lnSpc>
        <a:spcBef>
          <a:spcPts val="500"/>
        </a:spcBef>
        <a:spcAft>
          <a:spcPts val="0"/>
        </a:spcAft>
        <a:buSzPct val="100000"/>
        <a:buFont typeface="Neue Haas Grotesk Text Pro" pitchFamily="34"/>
        <a:buChar char="-"/>
        <a:tabLst/>
        <a:defRPr lang="en-US" sz="1600" b="0" i="0" u="none" strike="noStrike" kern="1200" cap="none" spc="0" baseline="0">
          <a:solidFill>
            <a:srgbClr val="000000"/>
          </a:solidFill>
          <a:uFillTx/>
          <a:latin typeface="Neue Haas Grotesk Text Pro"/>
        </a:defRPr>
      </a:lvl3pPr>
      <a:lvl4pPr marL="1005840" marR="0" lvl="3" indent="-228600" algn="l" defTabSz="914400" rtl="0" fontAlgn="auto" hangingPunct="1">
        <a:lnSpc>
          <a:spcPct val="130000"/>
        </a:lnSpc>
        <a:spcBef>
          <a:spcPts val="500"/>
        </a:spcBef>
        <a:spcAft>
          <a:spcPts val="0"/>
        </a:spcAft>
        <a:buSzPct val="100000"/>
        <a:buFont typeface="Neue Haas Grotesk Text Pro" pitchFamily="34"/>
        <a:buChar char="-"/>
        <a:tabLst/>
        <a:defRPr lang="en-US" sz="1400" b="0" i="0" u="none" strike="noStrike" kern="1200" cap="none" spc="0" baseline="0">
          <a:solidFill>
            <a:srgbClr val="000000"/>
          </a:solidFill>
          <a:uFillTx/>
          <a:latin typeface="Neue Haas Grotesk Text Pro"/>
        </a:defRPr>
      </a:lvl4pPr>
      <a:lvl5pPr marL="1280160" marR="0" lvl="4" indent="-228600" algn="l" defTabSz="914400" rtl="0" fontAlgn="auto" hangingPunct="1">
        <a:lnSpc>
          <a:spcPct val="130000"/>
        </a:lnSpc>
        <a:spcBef>
          <a:spcPts val="500"/>
        </a:spcBef>
        <a:spcAft>
          <a:spcPts val="0"/>
        </a:spcAft>
        <a:buSzPct val="100000"/>
        <a:buFont typeface="Neue Haas Grotesk Text Pro" pitchFamily="34"/>
        <a:buChar char="-"/>
        <a:tabLst/>
        <a:defRPr lang="en-US" sz="1400" b="0" i="0" u="none" strike="noStrike" kern="1200" cap="none" spc="0" baseline="0">
          <a:solidFill>
            <a:srgbClr val="000000"/>
          </a:solidFill>
          <a:uFillTx/>
          <a:latin typeface="Neue Haas Grotesk Text Pro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2">
            <a:extLst>
              <a:ext uri="{FF2B5EF4-FFF2-40B4-BE49-F238E27FC236}">
                <a16:creationId xmlns:a16="http://schemas.microsoft.com/office/drawing/2014/main" id="{4AA5A08B-7521-C950-E199-A559AACCFB18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Neue Haas Grotesk Text Pro"/>
            </a:endParaRPr>
          </a:p>
        </p:txBody>
      </p:sp>
      <p:sp>
        <p:nvSpPr>
          <p:cNvPr id="3" name="Rectangle 24">
            <a:extLst>
              <a:ext uri="{FF2B5EF4-FFF2-40B4-BE49-F238E27FC236}">
                <a16:creationId xmlns:a16="http://schemas.microsoft.com/office/drawing/2014/main" id="{14FF180E-5906-915B-A04E-83EDCE7CFCAD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Neue Haas Grotesk Text Pro"/>
            </a:endParaRPr>
          </a:p>
        </p:txBody>
      </p:sp>
      <p:pic>
        <p:nvPicPr>
          <p:cNvPr id="4" name="Obrázek 6" descr="Obsah obrázku venku, obloha, rostlina, oblečení&#10;&#10;Popis byl vytvořen automaticky">
            <a:extLst>
              <a:ext uri="{FF2B5EF4-FFF2-40B4-BE49-F238E27FC236}">
                <a16:creationId xmlns:a16="http://schemas.microsoft.com/office/drawing/2014/main" id="{45C39F5F-31E9-BDCB-FAFD-CFF56208A75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3489" b="11511"/>
          <a:stretch>
            <a:fillRect/>
          </a:stretch>
        </p:blipFill>
        <p:spPr>
          <a:xfrm>
            <a:off x="18" y="9"/>
            <a:ext cx="12191978" cy="685799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Nadpis 1">
            <a:extLst>
              <a:ext uri="{FF2B5EF4-FFF2-40B4-BE49-F238E27FC236}">
                <a16:creationId xmlns:a16="http://schemas.microsoft.com/office/drawing/2014/main" id="{3E597524-FA04-32F7-74A1-1020A7CE906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52145" y="1077629"/>
            <a:ext cx="9958757" cy="3317443"/>
          </a:xfrm>
        </p:spPr>
        <p:txBody>
          <a:bodyPr>
            <a:normAutofit/>
          </a:bodyPr>
          <a:lstStyle/>
          <a:p>
            <a:pPr lvl="0"/>
            <a:r>
              <a:rPr lang="en-US" sz="8000">
                <a:solidFill>
                  <a:srgbClr val="FFFFFF"/>
                </a:solidFill>
              </a:rPr>
              <a:t>New Mexico </a:t>
            </a:r>
            <a:endParaRPr lang="cs-CZ" sz="8000">
              <a:solidFill>
                <a:srgbClr val="FFFFFF"/>
              </a:solidFill>
            </a:endParaRPr>
          </a:p>
        </p:txBody>
      </p:sp>
      <p:cxnSp>
        <p:nvCxnSpPr>
          <p:cNvPr id="6" name="Straight Connector 26">
            <a:extLst>
              <a:ext uri="{FF2B5EF4-FFF2-40B4-BE49-F238E27FC236}">
                <a16:creationId xmlns:a16="http://schemas.microsoft.com/office/drawing/2014/main" id="{39869F86-EA2C-7369-2975-43FE4D7BB783}"/>
              </a:ext>
            </a:extLst>
          </p:cNvPr>
          <p:cNvCxnSpPr>
            <a:cxnSpLocks noMove="1" noResize="1"/>
          </p:cNvCxnSpPr>
          <p:nvPr/>
        </p:nvCxnSpPr>
        <p:spPr>
          <a:xfrm>
            <a:off x="0" y="1206934"/>
            <a:ext cx="804196" cy="0"/>
          </a:xfrm>
          <a:prstGeom prst="straightConnector1">
            <a:avLst/>
          </a:prstGeom>
          <a:noFill/>
          <a:ln w="123828" cap="flat">
            <a:solidFill>
              <a:srgbClr val="FFFFFF"/>
            </a:solidFill>
            <a:prstDash val="solid"/>
            <a:miter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1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Zástupný obsah 9" descr="Obsah obrázku venku, tráva, hora, step&#10;&#10;Popis byl vytvořen automaticky">
            <a:extLst>
              <a:ext uri="{FF2B5EF4-FFF2-40B4-BE49-F238E27FC236}">
                <a16:creationId xmlns:a16="http://schemas.microsoft.com/office/drawing/2014/main" id="{96056675-2280-2077-9F38-6B517DF932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2" t="9091" r="19034"/>
          <a:stretch/>
        </p:blipFill>
        <p:spPr>
          <a:xfrm>
            <a:off x="4234051" y="0"/>
            <a:ext cx="8669532" cy="6857990"/>
          </a:xfrm>
          <a:prstGeom prst="rect">
            <a:avLst/>
          </a:prstGeom>
        </p:spPr>
      </p:pic>
      <p:sp>
        <p:nvSpPr>
          <p:cNvPr id="35" name="Rectangle 23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AA47ABE-8039-81E2-EF80-C05190654F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3949" y="1283596"/>
            <a:ext cx="3295419" cy="1015881"/>
          </a:xfrm>
        </p:spPr>
        <p:txBody>
          <a:bodyPr anchor="b">
            <a:normAutofit/>
          </a:bodyPr>
          <a:lstStyle/>
          <a:p>
            <a:r>
              <a:rPr lang="en-US" sz="2600" dirty="0">
                <a:solidFill>
                  <a:schemeClr val="bg1"/>
                </a:solidFill>
                <a:latin typeface="Neue Haas Grotesk Text Pro" panose="020B0504020202020204" pitchFamily="34" charset="0"/>
              </a:rPr>
              <a:t>New Mexico - </a:t>
            </a:r>
            <a:r>
              <a:rPr lang="cs-CZ" sz="2600" b="0" i="1" dirty="0" err="1">
                <a:solidFill>
                  <a:schemeClr val="bg1"/>
                </a:solidFill>
                <a:effectLst/>
                <a:latin typeface="Neue Haas Grotesk Text Pro" panose="020B0504020202020204" pitchFamily="34" charset="0"/>
              </a:rPr>
              <a:t>The</a:t>
            </a:r>
            <a:r>
              <a:rPr lang="cs-CZ" sz="2600" b="0" i="1" dirty="0">
                <a:solidFill>
                  <a:schemeClr val="bg1"/>
                </a:solidFill>
                <a:effectLst/>
                <a:latin typeface="Neue Haas Grotesk Text Pro" panose="020B0504020202020204" pitchFamily="34" charset="0"/>
              </a:rPr>
              <a:t> Land </a:t>
            </a:r>
            <a:r>
              <a:rPr lang="cs-CZ" sz="2600" b="0" i="1" dirty="0" err="1">
                <a:solidFill>
                  <a:schemeClr val="bg1"/>
                </a:solidFill>
                <a:effectLst/>
                <a:latin typeface="Neue Haas Grotesk Text Pro" panose="020B0504020202020204" pitchFamily="34" charset="0"/>
              </a:rPr>
              <a:t>of</a:t>
            </a:r>
            <a:r>
              <a:rPr lang="cs-CZ" sz="2600" b="0" i="1" dirty="0">
                <a:solidFill>
                  <a:schemeClr val="bg1"/>
                </a:solidFill>
                <a:effectLst/>
                <a:latin typeface="Neue Haas Grotesk Text Pro" panose="020B0504020202020204" pitchFamily="34" charset="0"/>
              </a:rPr>
              <a:t> </a:t>
            </a:r>
            <a:r>
              <a:rPr lang="cs-CZ" sz="2600" b="0" i="1" dirty="0" err="1">
                <a:solidFill>
                  <a:schemeClr val="bg1"/>
                </a:solidFill>
                <a:effectLst/>
                <a:latin typeface="Neue Haas Grotesk Text Pro" panose="020B0504020202020204" pitchFamily="34" charset="0"/>
              </a:rPr>
              <a:t>Enchantment</a:t>
            </a:r>
            <a:endParaRPr lang="cs-CZ" sz="2600" i="1" dirty="0">
              <a:solidFill>
                <a:schemeClr val="bg1"/>
              </a:solidFill>
              <a:latin typeface="Neue Haas Grotesk Text Pro" panose="020B0504020202020204" pitchFamily="34" charset="0"/>
            </a:endParaRPr>
          </a:p>
        </p:txBody>
      </p:sp>
      <p:sp>
        <p:nvSpPr>
          <p:cNvPr id="36" name="Rectangle 25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7" name="Rectangle 2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Content Placeholder 18">
            <a:extLst>
              <a:ext uri="{FF2B5EF4-FFF2-40B4-BE49-F238E27FC236}">
                <a16:creationId xmlns:a16="http://schemas.microsoft.com/office/drawing/2014/main" id="{432525EC-6973-CED7-4A05-EC949EBA7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319" y="2793232"/>
            <a:ext cx="4026869" cy="3207258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Neue Haas Grotesk Text Pro" panose="020B0504020202020204" pitchFamily="34" charset="0"/>
              </a:rPr>
              <a:t>New Mexico </a:t>
            </a:r>
            <a:r>
              <a:rPr lang="en-GB" b="0" i="0" dirty="0">
                <a:solidFill>
                  <a:schemeClr val="bg1"/>
                </a:solidFill>
                <a:effectLst/>
                <a:latin typeface="Neue Haas Grotesk Text Pro" panose="020B0504020202020204" pitchFamily="34" charset="0"/>
              </a:rPr>
              <a:t>is one of the </a:t>
            </a:r>
            <a:r>
              <a:rPr lang="en-GB" dirty="0">
                <a:solidFill>
                  <a:schemeClr val="bg1"/>
                </a:solidFill>
                <a:latin typeface="Neue Haas Grotesk Text Pro" panose="020B0504020202020204" pitchFamily="34" charset="0"/>
              </a:rPr>
              <a:t>Mountain States </a:t>
            </a:r>
            <a:r>
              <a:rPr lang="ru-RU" dirty="0">
                <a:solidFill>
                  <a:schemeClr val="bg1"/>
                </a:solidFill>
                <a:latin typeface="Neue Haas Grotesk Text Pro" panose="020B0504020202020204" pitchFamily="34" charset="0"/>
              </a:rPr>
              <a:t>(</a:t>
            </a:r>
            <a:r>
              <a:rPr lang="cs-CZ" dirty="0" err="1">
                <a:solidFill>
                  <a:schemeClr val="bg1"/>
                </a:solidFill>
                <a:latin typeface="Neue Haas Grotesk Text Pro" panose="020B0504020202020204" pitchFamily="34" charset="0"/>
              </a:rPr>
              <a:t>Southwest</a:t>
            </a:r>
            <a:r>
              <a:rPr lang="en-US" dirty="0">
                <a:solidFill>
                  <a:schemeClr val="bg1"/>
                </a:solidFill>
                <a:latin typeface="Neue Haas Grotesk Text Pro" panose="020B0504020202020204" pitchFamily="34" charset="0"/>
              </a:rPr>
              <a:t>)</a:t>
            </a:r>
            <a:endParaRPr lang="en-GB" dirty="0">
              <a:solidFill>
                <a:schemeClr val="bg1"/>
              </a:solidFill>
              <a:latin typeface="Neue Haas Grotesk Text Pro" panose="020B0504020202020204" pitchFamily="34" charset="0"/>
            </a:endParaRPr>
          </a:p>
          <a:p>
            <a:r>
              <a:rPr lang="en-GB" dirty="0">
                <a:solidFill>
                  <a:schemeClr val="bg1"/>
                </a:solidFill>
                <a:latin typeface="Neue Haas Grotesk Text Pro" panose="020B0504020202020204" pitchFamily="34" charset="0"/>
              </a:rPr>
              <a:t>S</a:t>
            </a:r>
            <a:r>
              <a:rPr lang="en-GB" b="0" i="0" dirty="0">
                <a:solidFill>
                  <a:schemeClr val="bg1"/>
                </a:solidFill>
                <a:effectLst/>
                <a:latin typeface="Neue Haas Grotesk Text Pro" panose="020B0504020202020204" pitchFamily="34" charset="0"/>
              </a:rPr>
              <a:t>haring the </a:t>
            </a:r>
            <a:r>
              <a:rPr lang="en-GB" u="sng" dirty="0">
                <a:solidFill>
                  <a:schemeClr val="bg1"/>
                </a:solidFill>
                <a:latin typeface="Neue Haas Grotesk Text Pro" panose="020B0504020202020204" pitchFamily="34" charset="0"/>
              </a:rPr>
              <a:t>Four Corners</a:t>
            </a:r>
            <a:r>
              <a:rPr lang="en-GB" b="0" i="0" u="sng" dirty="0">
                <a:solidFill>
                  <a:schemeClr val="bg1"/>
                </a:solidFill>
                <a:effectLst/>
                <a:latin typeface="Neue Haas Grotesk Text Pro" panose="020B0504020202020204" pitchFamily="34" charset="0"/>
              </a:rPr>
              <a:t> </a:t>
            </a:r>
            <a:r>
              <a:rPr lang="en-GB" b="0" i="0" dirty="0">
                <a:solidFill>
                  <a:schemeClr val="bg1"/>
                </a:solidFill>
                <a:effectLst/>
                <a:latin typeface="Neue Haas Grotesk Text Pro" panose="020B0504020202020204" pitchFamily="34" charset="0"/>
              </a:rPr>
              <a:t>region with </a:t>
            </a:r>
            <a:r>
              <a:rPr lang="en-GB" dirty="0">
                <a:solidFill>
                  <a:schemeClr val="bg1"/>
                </a:solidFill>
                <a:latin typeface="Neue Haas Grotesk Text Pro" panose="020B0504020202020204" pitchFamily="34" charset="0"/>
              </a:rPr>
              <a:t>Utah</a:t>
            </a:r>
            <a:r>
              <a:rPr lang="en-GB" b="0" i="0" dirty="0">
                <a:solidFill>
                  <a:schemeClr val="bg1"/>
                </a:solidFill>
                <a:effectLst/>
                <a:latin typeface="Neue Haas Grotesk Text Pro" panose="020B0504020202020204" pitchFamily="34" charset="0"/>
              </a:rPr>
              <a:t>, </a:t>
            </a:r>
            <a:r>
              <a:rPr lang="en-GB" dirty="0">
                <a:solidFill>
                  <a:schemeClr val="bg1"/>
                </a:solidFill>
                <a:latin typeface="Neue Haas Grotesk Text Pro" panose="020B0504020202020204" pitchFamily="34" charset="0"/>
              </a:rPr>
              <a:t>Colorado</a:t>
            </a:r>
            <a:r>
              <a:rPr lang="en-GB" b="0" i="0" dirty="0">
                <a:solidFill>
                  <a:schemeClr val="bg1"/>
                </a:solidFill>
                <a:effectLst/>
                <a:latin typeface="Neue Haas Grotesk Text Pro" panose="020B0504020202020204" pitchFamily="34" charset="0"/>
              </a:rPr>
              <a:t> and </a:t>
            </a:r>
            <a:r>
              <a:rPr lang="en-GB" dirty="0">
                <a:solidFill>
                  <a:schemeClr val="bg1"/>
                </a:solidFill>
                <a:latin typeface="Neue Haas Grotesk Text Pro" panose="020B0504020202020204" pitchFamily="34" charset="0"/>
              </a:rPr>
              <a:t>Arizona</a:t>
            </a:r>
            <a:endParaRPr lang="en-US" dirty="0">
              <a:solidFill>
                <a:schemeClr val="bg1"/>
              </a:solidFill>
              <a:latin typeface="Neue Haas Grotesk Text Pro" panose="020B0504020202020204" pitchFamily="34" charset="0"/>
            </a:endParaRPr>
          </a:p>
        </p:txBody>
      </p:sp>
      <p:pic>
        <p:nvPicPr>
          <p:cNvPr id="25" name="Obrázek 24" descr="Obsah obrázku text, Grafika, mapa&#10;&#10;Popis byl vytvořen automaticky">
            <a:extLst>
              <a:ext uri="{FF2B5EF4-FFF2-40B4-BE49-F238E27FC236}">
                <a16:creationId xmlns:a16="http://schemas.microsoft.com/office/drawing/2014/main" id="{3675C7E2-E0F4-ED1E-8D2E-5FCF92F11D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772" y="4534725"/>
            <a:ext cx="3143250" cy="1990725"/>
          </a:xfrm>
          <a:prstGeom prst="rect">
            <a:avLst/>
          </a:prstGeom>
        </p:spPr>
      </p:pic>
      <p:pic>
        <p:nvPicPr>
          <p:cNvPr id="2050" name="Picture 2" descr="New Mexico | Flag, Facts, Maps, &amp; Points of Interest | Britannica">
            <a:extLst>
              <a:ext uri="{FF2B5EF4-FFF2-40B4-BE49-F238E27FC236}">
                <a16:creationId xmlns:a16="http://schemas.microsoft.com/office/drawing/2014/main" id="{CAF92C71-F09A-1E21-F26C-C34CA9EF9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173" y="1395757"/>
            <a:ext cx="1259129" cy="823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626B8D0-3159-4394-1AD5-4C860D2FF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930" y="1285617"/>
            <a:ext cx="4394200" cy="1323439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SOME INFORMATION</a:t>
            </a:r>
            <a:endParaRPr lang="cs-CZ" sz="4000" dirty="0">
              <a:solidFill>
                <a:schemeClr val="bg1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124AA4B-1B77-F3B2-999C-503FCF6C2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930" y="2994067"/>
            <a:ext cx="4879205" cy="3071521"/>
          </a:xfrm>
        </p:spPr>
        <p:txBody>
          <a:bodyPr>
            <a:normAutofit lnSpcReduction="10000"/>
          </a:bodyPr>
          <a:lstStyle/>
          <a:p>
            <a:r>
              <a:rPr lang="en-GB" sz="2400" b="0" i="0" dirty="0">
                <a:solidFill>
                  <a:schemeClr val="bg2"/>
                </a:solidFill>
                <a:effectLst/>
                <a:latin typeface="Neue Haas Grotesk Text Pro" panose="020B0504020202020204" pitchFamily="34" charset="0"/>
              </a:rPr>
              <a:t> New Mexico's largest city is </a:t>
            </a:r>
            <a:r>
              <a:rPr lang="en-GB" sz="2400" u="sng" dirty="0">
                <a:solidFill>
                  <a:schemeClr val="bg2"/>
                </a:solidFill>
                <a:latin typeface="Neue Haas Grotesk Text Pro" panose="020B0504020202020204" pitchFamily="34" charset="0"/>
              </a:rPr>
              <a:t>Albuquerque</a:t>
            </a:r>
            <a:r>
              <a:rPr lang="en-GB" sz="2400" dirty="0">
                <a:solidFill>
                  <a:schemeClr val="bg2"/>
                </a:solidFill>
                <a:latin typeface="Neue Haas Grotesk Text Pro" panose="020B0504020202020204" pitchFamily="34" charset="0"/>
              </a:rPr>
              <a:t>, </a:t>
            </a:r>
            <a:r>
              <a:rPr lang="en-GB" sz="2400" b="0" i="0" dirty="0">
                <a:solidFill>
                  <a:schemeClr val="bg2"/>
                </a:solidFill>
                <a:effectLst/>
                <a:latin typeface="Neue Haas Grotesk Text Pro" panose="020B0504020202020204" pitchFamily="34" charset="0"/>
              </a:rPr>
              <a:t>and its </a:t>
            </a:r>
            <a:r>
              <a:rPr lang="en-GB" sz="2400" dirty="0">
                <a:solidFill>
                  <a:schemeClr val="bg2"/>
                </a:solidFill>
                <a:latin typeface="Neue Haas Grotesk Text Pro" panose="020B0504020202020204" pitchFamily="34" charset="0"/>
              </a:rPr>
              <a:t>state capital</a:t>
            </a:r>
            <a:r>
              <a:rPr lang="en-GB" sz="2400" b="0" i="0" dirty="0">
                <a:solidFill>
                  <a:schemeClr val="bg2"/>
                </a:solidFill>
                <a:effectLst/>
                <a:latin typeface="Neue Haas Grotesk Text Pro" panose="020B0504020202020204" pitchFamily="34" charset="0"/>
              </a:rPr>
              <a:t> is </a:t>
            </a:r>
            <a:r>
              <a:rPr lang="en-GB" sz="2400" u="sng" dirty="0">
                <a:solidFill>
                  <a:schemeClr val="bg2"/>
                </a:solidFill>
                <a:latin typeface="Neue Haas Grotesk Text Pro" panose="020B0504020202020204" pitchFamily="34" charset="0"/>
              </a:rPr>
              <a:t>Santa Fe</a:t>
            </a:r>
          </a:p>
          <a:p>
            <a:r>
              <a:rPr lang="en-GB" sz="2400" dirty="0">
                <a:solidFill>
                  <a:schemeClr val="bg2"/>
                </a:solidFill>
                <a:latin typeface="Neue Haas Grotesk Text Pro" panose="020B0504020202020204" pitchFamily="34" charset="0"/>
              </a:rPr>
              <a:t>Santa Fe - </a:t>
            </a:r>
            <a:r>
              <a:rPr lang="cs-CZ" sz="2400" b="0" i="0" dirty="0">
                <a:solidFill>
                  <a:schemeClr val="bg2"/>
                </a:solidFill>
                <a:effectLst/>
                <a:latin typeface="Neue Haas Grotesk Text Pro" panose="020B0504020202020204" pitchFamily="34" charset="0"/>
              </a:rPr>
              <a:t>87,505</a:t>
            </a:r>
            <a:r>
              <a:rPr lang="en-US" sz="2400" b="0" i="0" dirty="0">
                <a:solidFill>
                  <a:schemeClr val="bg2"/>
                </a:solidFill>
                <a:effectLst/>
                <a:latin typeface="Neue Haas Grotesk Text Pro" panose="020B0504020202020204" pitchFamily="34" charset="0"/>
              </a:rPr>
              <a:t> </a:t>
            </a:r>
            <a:r>
              <a:rPr lang="cs-CZ" sz="2400" b="0" i="0" dirty="0" err="1">
                <a:solidFill>
                  <a:schemeClr val="bg2"/>
                </a:solidFill>
                <a:effectLst/>
                <a:latin typeface="Neue Haas Grotesk Text Pro" panose="020B0504020202020204" pitchFamily="34" charset="0"/>
              </a:rPr>
              <a:t>residents</a:t>
            </a:r>
            <a:endParaRPr lang="en-GB" sz="2400" u="sng" dirty="0">
              <a:solidFill>
                <a:schemeClr val="bg2"/>
              </a:solidFill>
              <a:latin typeface="Neue Haas Grotesk Text Pro" panose="020B0504020202020204" pitchFamily="34" charset="0"/>
            </a:endParaRPr>
          </a:p>
          <a:p>
            <a:r>
              <a:rPr lang="en-GB" sz="2400" dirty="0">
                <a:solidFill>
                  <a:schemeClr val="bg2"/>
                </a:solidFill>
                <a:latin typeface="Neue Haas Grotesk Text Pro" panose="020B0504020202020204" pitchFamily="34" charset="0"/>
              </a:rPr>
              <a:t>Albuquerque - </a:t>
            </a:r>
            <a:r>
              <a:rPr lang="cs-CZ" sz="2400" b="0" i="0" dirty="0">
                <a:solidFill>
                  <a:schemeClr val="bg2"/>
                </a:solidFill>
                <a:effectLst/>
                <a:latin typeface="Neue Haas Grotesk Text Pro" panose="020B0504020202020204" pitchFamily="34" charset="0"/>
              </a:rPr>
              <a:t>564,559 </a:t>
            </a:r>
            <a:r>
              <a:rPr lang="cs-CZ" sz="2400" b="0" i="0" dirty="0" err="1">
                <a:solidFill>
                  <a:schemeClr val="bg2"/>
                </a:solidFill>
                <a:effectLst/>
                <a:latin typeface="Neue Haas Grotesk Text Pro" panose="020B0504020202020204" pitchFamily="34" charset="0"/>
              </a:rPr>
              <a:t>residents</a:t>
            </a:r>
            <a:endParaRPr lang="en-US" sz="2400" b="0" i="0" dirty="0">
              <a:solidFill>
                <a:schemeClr val="bg2"/>
              </a:solidFill>
              <a:effectLst/>
              <a:latin typeface="Neue Haas Grotesk Text Pro" panose="020B0504020202020204" pitchFamily="34" charset="0"/>
            </a:endParaRPr>
          </a:p>
        </p:txBody>
      </p:sp>
      <p:pic>
        <p:nvPicPr>
          <p:cNvPr id="5" name="Obrázek 4" descr="Obsah obrázku venku, obloha, budova, dům&#10;&#10;Popis byl vytvořen automaticky">
            <a:extLst>
              <a:ext uri="{FF2B5EF4-FFF2-40B4-BE49-F238E27FC236}">
                <a16:creationId xmlns:a16="http://schemas.microsoft.com/office/drawing/2014/main" id="{ADC23BDC-B35D-B3F1-85E4-6642100FA1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93" r="1" b="1"/>
          <a:stretch/>
        </p:blipFill>
        <p:spPr>
          <a:xfrm>
            <a:off x="5814060" y="2"/>
            <a:ext cx="6377940" cy="3333749"/>
          </a:xfrm>
          <a:custGeom>
            <a:avLst/>
            <a:gdLst/>
            <a:ahLst/>
            <a:cxnLst/>
            <a:rect l="l" t="t" r="r" b="b"/>
            <a:pathLst>
              <a:path w="6377940" h="3333749">
                <a:moveTo>
                  <a:pt x="0" y="0"/>
                </a:moveTo>
                <a:lnTo>
                  <a:pt x="6377940" y="0"/>
                </a:lnTo>
                <a:lnTo>
                  <a:pt x="6377940" y="3333749"/>
                </a:lnTo>
                <a:lnTo>
                  <a:pt x="174585" y="3333749"/>
                </a:lnTo>
                <a:lnTo>
                  <a:pt x="0" y="2202180"/>
                </a:lnTo>
                <a:close/>
              </a:path>
            </a:pathLst>
          </a:custGeom>
        </p:spPr>
      </p:pic>
      <p:pic>
        <p:nvPicPr>
          <p:cNvPr id="7" name="Obrázek 6" descr="Obsah obrázku mrak, venku, Výšková budova, panoráma&#10;&#10;Popis byl vytvořen automaticky">
            <a:extLst>
              <a:ext uri="{FF2B5EF4-FFF2-40B4-BE49-F238E27FC236}">
                <a16:creationId xmlns:a16="http://schemas.microsoft.com/office/drawing/2014/main" id="{2230FB11-4F24-C132-680D-17718CB71E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93" r="1" b="1"/>
          <a:stretch/>
        </p:blipFill>
        <p:spPr>
          <a:xfrm>
            <a:off x="5995763" y="3524252"/>
            <a:ext cx="6377940" cy="3333748"/>
          </a:xfrm>
          <a:custGeom>
            <a:avLst/>
            <a:gdLst/>
            <a:ahLst/>
            <a:cxnLst/>
            <a:rect l="l" t="t" r="r" b="b"/>
            <a:pathLst>
              <a:path w="6377940" h="3333748">
                <a:moveTo>
                  <a:pt x="203977" y="0"/>
                </a:moveTo>
                <a:lnTo>
                  <a:pt x="6377940" y="0"/>
                </a:lnTo>
                <a:lnTo>
                  <a:pt x="6377940" y="3333748"/>
                </a:lnTo>
                <a:lnTo>
                  <a:pt x="0" y="3333748"/>
                </a:lnTo>
                <a:lnTo>
                  <a:pt x="525780" y="1931668"/>
                </a:lnTo>
                <a:lnTo>
                  <a:pt x="205740" y="11428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364A290D-B7BC-40B4-AB97-0C801BCCE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32358" y="544"/>
            <a:ext cx="874716" cy="6857455"/>
            <a:chOff x="5632358" y="544"/>
            <a:chExt cx="874716" cy="6857455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C60D1EB-842B-4027-9728-E57314926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8" y="2991914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8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381000" dist="152400" dir="10800000" algn="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4E103E5-C039-4EA4-843B-AD566B5C96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8" y="2991914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7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4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09665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4B63789-BF0B-06EC-0746-4AEA225D5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641752"/>
            <a:ext cx="4394200" cy="1323439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MORE INFORMATION</a:t>
            </a:r>
            <a:endParaRPr lang="cs-CZ" sz="4000" dirty="0">
              <a:solidFill>
                <a:schemeClr val="bg1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771CAD1-2D3D-1A46-3DC5-3375BCABB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3146400"/>
            <a:ext cx="4394200" cy="24543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GB" sz="1700" b="0" i="0" dirty="0">
                <a:solidFill>
                  <a:schemeClr val="bg1">
                    <a:alpha val="80000"/>
                  </a:schemeClr>
                </a:solidFill>
                <a:effectLst/>
                <a:latin typeface="Neue Haas Grotesk Text Pro" panose="020B0504020202020204" pitchFamily="34" charset="0"/>
              </a:rPr>
              <a:t>American invasion of Mexico in 1848, the U.S. </a:t>
            </a:r>
            <a:r>
              <a:rPr lang="en-GB" sz="1700" dirty="0">
                <a:solidFill>
                  <a:schemeClr val="bg1">
                    <a:alpha val="80000"/>
                  </a:schemeClr>
                </a:solidFill>
                <a:latin typeface="Neue Haas Grotesk Text Pro" panose="020B0504020202020204" pitchFamily="34" charset="0"/>
              </a:rPr>
              <a:t>annexed New Mexico,</a:t>
            </a:r>
            <a:r>
              <a:rPr lang="cs-CZ" sz="1700" dirty="0">
                <a:solidFill>
                  <a:schemeClr val="bg1">
                    <a:alpha val="80000"/>
                  </a:schemeClr>
                </a:solidFill>
                <a:latin typeface="Neue Haas Grotesk Text Pro" panose="020B0504020202020204" pitchFamily="3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cs-CZ" sz="1700" dirty="0">
                <a:solidFill>
                  <a:schemeClr val="bg1">
                    <a:alpha val="80000"/>
                  </a:schemeClr>
                </a:solidFill>
                <a:latin typeface="Neue Haas Grotesk Text Pro" panose="020B0504020202020204" pitchFamily="34" charset="0"/>
              </a:rPr>
              <a:t>S</a:t>
            </a:r>
            <a:r>
              <a:rPr lang="en-GB" sz="1700" b="0" i="0" dirty="0" err="1">
                <a:solidFill>
                  <a:schemeClr val="bg1">
                    <a:alpha val="80000"/>
                  </a:schemeClr>
                </a:solidFill>
                <a:effectLst/>
                <a:latin typeface="Neue Haas Grotesk Text Pro" panose="020B0504020202020204" pitchFamily="34" charset="0"/>
              </a:rPr>
              <a:t>ignificant</a:t>
            </a:r>
            <a:r>
              <a:rPr lang="en-GB" sz="1700" b="0" i="0" dirty="0">
                <a:solidFill>
                  <a:schemeClr val="bg1">
                    <a:alpha val="80000"/>
                  </a:schemeClr>
                </a:solidFill>
                <a:effectLst/>
                <a:latin typeface="Neue Haas Grotesk Text Pro" panose="020B0504020202020204" pitchFamily="34" charset="0"/>
              </a:rPr>
              <a:t> </a:t>
            </a:r>
            <a:r>
              <a:rPr lang="en-GB" sz="1700" dirty="0">
                <a:solidFill>
                  <a:schemeClr val="bg1">
                    <a:alpha val="80000"/>
                  </a:schemeClr>
                </a:solidFill>
                <a:latin typeface="Neue Haas Grotesk Text Pro" panose="020B0504020202020204" pitchFamily="34" charset="0"/>
              </a:rPr>
              <a:t>U.S. military</a:t>
            </a:r>
            <a:r>
              <a:rPr lang="en-GB" sz="1700" b="0" i="0" dirty="0">
                <a:solidFill>
                  <a:schemeClr val="bg1">
                    <a:alpha val="80000"/>
                  </a:schemeClr>
                </a:solidFill>
                <a:effectLst/>
                <a:latin typeface="Neue Haas Grotesk Text Pro" panose="020B0504020202020204" pitchFamily="34" charset="0"/>
              </a:rPr>
              <a:t> presence</a:t>
            </a:r>
            <a:r>
              <a:rPr lang="cs-CZ" sz="1700" dirty="0">
                <a:solidFill>
                  <a:schemeClr val="bg1">
                    <a:alpha val="80000"/>
                  </a:schemeClr>
                </a:solidFill>
                <a:latin typeface="Neue Haas Grotesk Text Pro" panose="020B0504020202020204" pitchFamily="34" charset="0"/>
              </a:rPr>
              <a:t> -</a:t>
            </a:r>
            <a:r>
              <a:rPr lang="en-GB" sz="1700" b="0" i="0" dirty="0">
                <a:solidFill>
                  <a:schemeClr val="bg1">
                    <a:alpha val="80000"/>
                  </a:schemeClr>
                </a:solidFill>
                <a:effectLst/>
                <a:latin typeface="Neue Haas Grotesk Text Pro" panose="020B0504020202020204" pitchFamily="34" charset="0"/>
              </a:rPr>
              <a:t> </a:t>
            </a:r>
            <a:r>
              <a:rPr lang="en-GB" sz="1700" u="sng" dirty="0">
                <a:solidFill>
                  <a:schemeClr val="bg1">
                    <a:alpha val="80000"/>
                  </a:schemeClr>
                </a:solidFill>
                <a:latin typeface="Neue Haas Grotesk Text Pro" panose="020B0504020202020204" pitchFamily="34" charset="0"/>
              </a:rPr>
              <a:t>White Sands Missile Range</a:t>
            </a:r>
          </a:p>
          <a:p>
            <a:pPr>
              <a:lnSpc>
                <a:spcPct val="120000"/>
              </a:lnSpc>
            </a:pPr>
            <a:endParaRPr lang="en-GB" sz="1700" dirty="0">
              <a:solidFill>
                <a:schemeClr val="bg1">
                  <a:alpha val="80000"/>
                </a:schemeClr>
              </a:solidFill>
              <a:latin typeface="Neue Haas Grotesk Text Pro" panose="020B0504020202020204" pitchFamily="34" charset="0"/>
            </a:endParaRPr>
          </a:p>
        </p:txBody>
      </p:sp>
      <p:pic>
        <p:nvPicPr>
          <p:cNvPr id="7" name="Obrázek 6" descr="Obsah obrázku obraz, umění, kůň, kresba&#10;&#10;Popis byl vytvořen automaticky">
            <a:extLst>
              <a:ext uri="{FF2B5EF4-FFF2-40B4-BE49-F238E27FC236}">
                <a16:creationId xmlns:a16="http://schemas.microsoft.com/office/drawing/2014/main" id="{44D737C4-D56D-CB46-9E26-D055FE0344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r="1" b="1"/>
          <a:stretch/>
        </p:blipFill>
        <p:spPr>
          <a:xfrm>
            <a:off x="5814060" y="2"/>
            <a:ext cx="6377940" cy="3333749"/>
          </a:xfrm>
          <a:custGeom>
            <a:avLst/>
            <a:gdLst/>
            <a:ahLst/>
            <a:cxnLst/>
            <a:rect l="l" t="t" r="r" b="b"/>
            <a:pathLst>
              <a:path w="6377940" h="3333749">
                <a:moveTo>
                  <a:pt x="0" y="0"/>
                </a:moveTo>
                <a:lnTo>
                  <a:pt x="6377940" y="0"/>
                </a:lnTo>
                <a:lnTo>
                  <a:pt x="6377940" y="3333749"/>
                </a:lnTo>
                <a:lnTo>
                  <a:pt x="174585" y="3333749"/>
                </a:lnTo>
                <a:lnTo>
                  <a:pt x="0" y="2202180"/>
                </a:lnTo>
                <a:close/>
              </a:path>
            </a:pathLst>
          </a:custGeom>
        </p:spPr>
      </p:pic>
      <p:pic>
        <p:nvPicPr>
          <p:cNvPr id="5" name="Obrázek 4" descr="Obsah obrázku mapa, text, atlas&#10;&#10;Popis byl vytvořen automaticky">
            <a:extLst>
              <a:ext uri="{FF2B5EF4-FFF2-40B4-BE49-F238E27FC236}">
                <a16:creationId xmlns:a16="http://schemas.microsoft.com/office/drawing/2014/main" id="{2984D439-5328-57E5-57FA-112F511611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39" r="1" b="18736"/>
          <a:stretch/>
        </p:blipFill>
        <p:spPr>
          <a:xfrm>
            <a:off x="5761491" y="3429000"/>
            <a:ext cx="6377940" cy="3333748"/>
          </a:xfrm>
          <a:custGeom>
            <a:avLst/>
            <a:gdLst/>
            <a:ahLst/>
            <a:cxnLst/>
            <a:rect l="l" t="t" r="r" b="b"/>
            <a:pathLst>
              <a:path w="6377940" h="3333748">
                <a:moveTo>
                  <a:pt x="203977" y="0"/>
                </a:moveTo>
                <a:lnTo>
                  <a:pt x="6377940" y="0"/>
                </a:lnTo>
                <a:lnTo>
                  <a:pt x="6377940" y="3333748"/>
                </a:lnTo>
                <a:lnTo>
                  <a:pt x="0" y="3333748"/>
                </a:lnTo>
                <a:lnTo>
                  <a:pt x="525780" y="1931668"/>
                </a:lnTo>
                <a:lnTo>
                  <a:pt x="205740" y="11428"/>
                </a:lnTo>
                <a:close/>
              </a:path>
            </a:pathLst>
          </a:cu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364A290D-B7BC-40B4-AB97-0C801BCCE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32358" y="544"/>
            <a:ext cx="874716" cy="6857455"/>
            <a:chOff x="5632358" y="544"/>
            <a:chExt cx="874716" cy="6857455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C60D1EB-842B-4027-9728-E57314926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8" y="2991914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8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381000" dist="152400" dir="10800000" algn="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4E103E5-C039-4EA4-843B-AD566B5C96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8" y="2991914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7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4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6992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B23413C-1B05-7528-0111-BD7F97016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746602"/>
            <a:ext cx="4394200" cy="1323439"/>
          </a:xfrm>
        </p:spPr>
        <p:txBody>
          <a:bodyPr anchor="t">
            <a:normAutofit fontScale="90000"/>
          </a:bodyPr>
          <a:lstStyle/>
          <a:p>
            <a:r>
              <a:rPr lang="en-GB" sz="2400" dirty="0">
                <a:solidFill>
                  <a:schemeClr val="bg1"/>
                </a:solidFill>
                <a:latin typeface="Neue Haas Grotesk Text Pro" panose="020B0504020202020204" pitchFamily="34" charset="0"/>
              </a:rPr>
              <a:t>WHITE SANDS MISSILE RANGE </a:t>
            </a:r>
            <a:r>
              <a:rPr lang="en-GB" sz="4000" dirty="0">
                <a:solidFill>
                  <a:schemeClr val="bg1"/>
                </a:solidFill>
                <a:latin typeface="Neue Haas Grotesk Text Pro" panose="020B0504020202020204" pitchFamily="34" charset="0"/>
              </a:rPr>
              <a:t>AND</a:t>
            </a:r>
            <a:r>
              <a:rPr lang="en-GB" sz="2400" dirty="0">
                <a:solidFill>
                  <a:schemeClr val="bg1"/>
                </a:solidFill>
                <a:latin typeface="Neue Haas Grotesk Text Pro" panose="020B0504020202020204" pitchFamily="34" charset="0"/>
              </a:rPr>
              <a:t> NUCLEAR TESTS</a:t>
            </a:r>
            <a:br>
              <a:rPr lang="en-GB" sz="22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endParaRPr lang="cs-CZ" sz="2200" dirty="0">
              <a:solidFill>
                <a:schemeClr val="bg1"/>
              </a:solidFill>
            </a:endParaRPr>
          </a:p>
        </p:txBody>
      </p:sp>
      <p:sp>
        <p:nvSpPr>
          <p:cNvPr id="1030" name="Content Placeholder 1029">
            <a:extLst>
              <a:ext uri="{FF2B5EF4-FFF2-40B4-BE49-F238E27FC236}">
                <a16:creationId xmlns:a16="http://schemas.microsoft.com/office/drawing/2014/main" id="{F251EB75-599C-69CB-BCD1-6A506F613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240" y="2307728"/>
            <a:ext cx="5160117" cy="4141198"/>
          </a:xfrm>
        </p:spPr>
        <p:txBody>
          <a:bodyPr>
            <a:normAutofit fontScale="92500"/>
          </a:bodyPr>
          <a:lstStyle/>
          <a:p>
            <a:r>
              <a:rPr lang="en-GB" sz="2400" b="0" i="0" dirty="0">
                <a:solidFill>
                  <a:schemeClr val="bg2"/>
                </a:solidFill>
                <a:effectLst/>
                <a:latin typeface="Neue Haas Grotesk Text Pro" panose="020B0504020202020204" pitchFamily="34" charset="0"/>
              </a:rPr>
              <a:t>WSMR is a US </a:t>
            </a:r>
            <a:r>
              <a:rPr lang="en-GB" sz="2400" dirty="0">
                <a:solidFill>
                  <a:schemeClr val="bg2"/>
                </a:solidFill>
                <a:latin typeface="Neue Haas Grotesk Text Pro" panose="020B0504020202020204" pitchFamily="34" charset="0"/>
              </a:rPr>
              <a:t>Army </a:t>
            </a:r>
            <a:r>
              <a:rPr lang="en-GB" sz="2400" b="0" i="0" dirty="0">
                <a:solidFill>
                  <a:schemeClr val="bg2"/>
                </a:solidFill>
                <a:effectLst/>
                <a:latin typeface="Neue Haas Grotesk Text Pro" panose="020B0504020202020204" pitchFamily="34" charset="0"/>
              </a:rPr>
              <a:t>military testing area and firing range located in the US state of </a:t>
            </a:r>
            <a:r>
              <a:rPr lang="en-GB" sz="2400" u="sng" dirty="0">
                <a:solidFill>
                  <a:schemeClr val="bg2"/>
                </a:solidFill>
                <a:latin typeface="Neue Haas Grotesk Text Pro" panose="020B0504020202020204" pitchFamily="34" charset="0"/>
              </a:rPr>
              <a:t>New Mexico</a:t>
            </a:r>
          </a:p>
          <a:p>
            <a:r>
              <a:rPr lang="en-GB" sz="2400" b="0" i="0" dirty="0">
                <a:solidFill>
                  <a:schemeClr val="bg2"/>
                </a:solidFill>
                <a:effectLst/>
                <a:latin typeface="Neue Haas Grotesk Text Pro" panose="020B0504020202020204" pitchFamily="34" charset="0"/>
              </a:rPr>
              <a:t>The range was originally established in 1941 </a:t>
            </a:r>
            <a:r>
              <a:rPr lang="cs-CZ" sz="2400" dirty="0">
                <a:solidFill>
                  <a:schemeClr val="bg2"/>
                </a:solidFill>
                <a:latin typeface="Neue Haas Grotesk Text Pro" panose="020B0504020202020204" pitchFamily="34" charset="0"/>
              </a:rPr>
              <a:t>- </a:t>
            </a:r>
            <a:r>
              <a:rPr lang="en-GB" sz="2400" i="0" u="sng" dirty="0">
                <a:solidFill>
                  <a:schemeClr val="bg2"/>
                </a:solidFill>
                <a:effectLst/>
                <a:latin typeface="Neue Haas Grotesk Text Pro" panose="020B0504020202020204" pitchFamily="34" charset="0"/>
              </a:rPr>
              <a:t>Alamogordo Bombing and Gunnery Range</a:t>
            </a:r>
            <a:r>
              <a:rPr lang="en-GB" sz="2400" b="0" i="0" dirty="0">
                <a:solidFill>
                  <a:schemeClr val="bg2"/>
                </a:solidFill>
                <a:effectLst/>
                <a:latin typeface="Neue Haas Grotesk Text Pro" panose="020B0504020202020204" pitchFamily="34" charset="0"/>
              </a:rPr>
              <a:t>, </a:t>
            </a:r>
            <a:endParaRPr lang="cs-CZ" sz="2400" dirty="0">
              <a:solidFill>
                <a:schemeClr val="bg2"/>
              </a:solidFill>
              <a:latin typeface="Neue Haas Grotesk Text Pro" panose="020B0504020202020204" pitchFamily="34" charset="0"/>
            </a:endParaRPr>
          </a:p>
          <a:p>
            <a:r>
              <a:rPr lang="en-GB" sz="2400" u="sng" dirty="0">
                <a:solidFill>
                  <a:schemeClr val="bg2"/>
                </a:solidFill>
                <a:latin typeface="Neue Haas Grotesk Text Pro" panose="020B0504020202020204" pitchFamily="34" charset="0"/>
              </a:rPr>
              <a:t>Trinity</a:t>
            </a:r>
            <a:r>
              <a:rPr lang="en-GB" sz="2400" b="0" i="0" dirty="0">
                <a:solidFill>
                  <a:schemeClr val="bg2"/>
                </a:solidFill>
                <a:effectLst/>
                <a:latin typeface="Neue Haas Grotesk Text Pro" panose="020B0504020202020204" pitchFamily="34" charset="0"/>
              </a:rPr>
              <a:t> test site lay at the northern end of the Range</a:t>
            </a:r>
            <a:endParaRPr lang="en-GB" sz="2400" u="sng" dirty="0">
              <a:solidFill>
                <a:schemeClr val="bg2"/>
              </a:solidFill>
              <a:latin typeface="Neue Haas Grotesk Text Pro" panose="020B05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83B8A8C-185A-1113-A194-E97DAA434D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30" r="1" b="1"/>
          <a:stretch/>
        </p:blipFill>
        <p:spPr bwMode="auto">
          <a:xfrm>
            <a:off x="5814060" y="2"/>
            <a:ext cx="6377940" cy="3333749"/>
          </a:xfrm>
          <a:custGeom>
            <a:avLst/>
            <a:gdLst/>
            <a:ahLst/>
            <a:cxnLst/>
            <a:rect l="l" t="t" r="r" b="b"/>
            <a:pathLst>
              <a:path w="6377940" h="3333749">
                <a:moveTo>
                  <a:pt x="0" y="0"/>
                </a:moveTo>
                <a:lnTo>
                  <a:pt x="6377940" y="0"/>
                </a:lnTo>
                <a:lnTo>
                  <a:pt x="6377940" y="3333749"/>
                </a:lnTo>
                <a:lnTo>
                  <a:pt x="174585" y="3333749"/>
                </a:lnTo>
                <a:lnTo>
                  <a:pt x="0" y="220218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Zástupný obsah 4" descr="Obsah obrázku obloha, raketa, zbraň, venku&#10;&#10;Popis byl vytvořen automaticky">
            <a:extLst>
              <a:ext uri="{FF2B5EF4-FFF2-40B4-BE49-F238E27FC236}">
                <a16:creationId xmlns:a16="http://schemas.microsoft.com/office/drawing/2014/main" id="{12E70DD2-E874-2EC3-5644-E6626F5A34A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623" r="1" b="12108"/>
          <a:stretch/>
        </p:blipFill>
        <p:spPr>
          <a:xfrm>
            <a:off x="5814060" y="3524252"/>
            <a:ext cx="6377940" cy="3333748"/>
          </a:xfrm>
          <a:custGeom>
            <a:avLst/>
            <a:gdLst/>
            <a:ahLst/>
            <a:cxnLst/>
            <a:rect l="l" t="t" r="r" b="b"/>
            <a:pathLst>
              <a:path w="6377940" h="3333748">
                <a:moveTo>
                  <a:pt x="203977" y="0"/>
                </a:moveTo>
                <a:lnTo>
                  <a:pt x="6377940" y="0"/>
                </a:lnTo>
                <a:lnTo>
                  <a:pt x="6377940" y="3333748"/>
                </a:lnTo>
                <a:lnTo>
                  <a:pt x="0" y="3333748"/>
                </a:lnTo>
                <a:lnTo>
                  <a:pt x="525780" y="1931668"/>
                </a:lnTo>
                <a:lnTo>
                  <a:pt x="205740" y="11428"/>
                </a:lnTo>
                <a:close/>
              </a:path>
            </a:pathLst>
          </a:custGeom>
        </p:spPr>
      </p:pic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364A290D-B7BC-40B4-AB97-0C801BCCE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32358" y="544"/>
            <a:ext cx="874716" cy="6857455"/>
            <a:chOff x="5632358" y="544"/>
            <a:chExt cx="874716" cy="6857455"/>
          </a:xfrm>
        </p:grpSpPr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3C60D1EB-842B-4027-9728-E57314926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8" y="2991914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8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381000" dist="152400" dir="10800000" algn="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4E103E5-C039-4EA4-843B-AD566B5C96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8" y="2991914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7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4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56898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 descr="Obsah obrázku venku, obloha, Pozemní vozidlo, vozidlo&#10;&#10;Popis byl vytvořen automaticky">
            <a:extLst>
              <a:ext uri="{FF2B5EF4-FFF2-40B4-BE49-F238E27FC236}">
                <a16:creationId xmlns:a16="http://schemas.microsoft.com/office/drawing/2014/main" id="{B5117DB7-1F3F-7803-2445-2AB5C70AC17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5" r="16901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E6900ED-6580-342E-9A37-43BB6138C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GB" sz="4000" b="0" i="0" dirty="0">
                <a:effectLst/>
                <a:latin typeface="Arial" panose="020B0604020202020204" pitchFamily="34" charset="0"/>
              </a:rPr>
              <a:t>THE </a:t>
            </a:r>
            <a:r>
              <a:rPr lang="en-GB" sz="4000" b="1" i="0" dirty="0">
                <a:effectLst/>
                <a:latin typeface="Arial" panose="020B0604020202020204" pitchFamily="34" charset="0"/>
              </a:rPr>
              <a:t>LOS ALAMOS</a:t>
            </a:r>
            <a:endParaRPr lang="cs-CZ" sz="40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5323D6A-2BB7-2360-794C-9779683D5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1673121"/>
            <a:ext cx="4474139" cy="4352293"/>
          </a:xfrm>
        </p:spPr>
        <p:txBody>
          <a:bodyPr>
            <a:normAutofit/>
          </a:bodyPr>
          <a:lstStyle/>
          <a:p>
            <a:r>
              <a:rPr lang="en-GB" sz="1900" b="0" i="0" dirty="0">
                <a:effectLst/>
                <a:latin typeface="Neue Haas Grotesk Text Pro" panose="020B0504020202020204" pitchFamily="34" charset="0"/>
              </a:rPr>
              <a:t>The </a:t>
            </a:r>
            <a:r>
              <a:rPr lang="en-GB" sz="1900" b="1" i="0" dirty="0">
                <a:effectLst/>
                <a:latin typeface="Neue Haas Grotesk Text Pro" panose="020B0504020202020204" pitchFamily="34" charset="0"/>
              </a:rPr>
              <a:t>Los Alamos Laboratory</a:t>
            </a:r>
            <a:endParaRPr lang="cs-CZ" sz="1900" b="1" dirty="0">
              <a:latin typeface="Neue Haas Grotesk Text Pro" panose="020B0504020202020204" pitchFamily="34" charset="0"/>
            </a:endParaRPr>
          </a:p>
          <a:p>
            <a:r>
              <a:rPr lang="en-GB" sz="1900" b="1" i="0" dirty="0">
                <a:solidFill>
                  <a:schemeClr val="tx1"/>
                </a:solidFill>
                <a:effectLst/>
                <a:latin typeface="Neue Haas Grotesk Text Pro" panose="020B0504020202020204" pitchFamily="34" charset="0"/>
              </a:rPr>
              <a:t>Trinity</a:t>
            </a:r>
            <a:r>
              <a:rPr lang="en-GB" sz="1900" b="0" i="0" dirty="0">
                <a:solidFill>
                  <a:schemeClr val="tx1"/>
                </a:solidFill>
                <a:effectLst/>
                <a:latin typeface="Neue Haas Grotesk Text Pro" panose="020B0504020202020204" pitchFamily="34" charset="0"/>
              </a:rPr>
              <a:t> </a:t>
            </a:r>
            <a:r>
              <a:rPr lang="cs-CZ" sz="1900" dirty="0">
                <a:solidFill>
                  <a:schemeClr val="tx1"/>
                </a:solidFill>
                <a:latin typeface="Neue Haas Grotesk Text Pro" panose="020B0504020202020204" pitchFamily="34" charset="0"/>
              </a:rPr>
              <a:t>- </a:t>
            </a:r>
            <a:r>
              <a:rPr lang="en-GB" sz="1900" dirty="0">
                <a:solidFill>
                  <a:schemeClr val="tx1"/>
                </a:solidFill>
                <a:latin typeface="Neue Haas Grotesk Text Pro" panose="020B0504020202020204" pitchFamily="34" charset="0"/>
              </a:rPr>
              <a:t>code name</a:t>
            </a:r>
            <a:r>
              <a:rPr lang="en-GB" sz="1900" b="0" i="0" dirty="0">
                <a:solidFill>
                  <a:schemeClr val="tx1"/>
                </a:solidFill>
                <a:effectLst/>
                <a:latin typeface="Neue Haas Grotesk Text Pro" panose="020B0504020202020204" pitchFamily="34" charset="0"/>
              </a:rPr>
              <a:t> of the first detonation of a </a:t>
            </a:r>
            <a:r>
              <a:rPr lang="en-GB" sz="1900" dirty="0">
                <a:solidFill>
                  <a:schemeClr val="tx1"/>
                </a:solidFill>
                <a:latin typeface="Neue Haas Grotesk Text Pro" panose="020B0504020202020204" pitchFamily="34" charset="0"/>
              </a:rPr>
              <a:t>nuclear weapon</a:t>
            </a:r>
            <a:r>
              <a:rPr lang="en-GB" sz="1900" b="0" i="0" dirty="0">
                <a:solidFill>
                  <a:schemeClr val="tx1"/>
                </a:solidFill>
                <a:effectLst/>
                <a:latin typeface="Neue Haas Grotesk Text Pro" panose="020B0504020202020204" pitchFamily="34" charset="0"/>
              </a:rPr>
              <a:t>, on July 16, 1945, as part of the </a:t>
            </a:r>
            <a:r>
              <a:rPr lang="en-GB" sz="1900" u="sng" dirty="0">
                <a:solidFill>
                  <a:schemeClr val="tx1"/>
                </a:solidFill>
                <a:latin typeface="Neue Haas Grotesk Text Pro" panose="020B0504020202020204" pitchFamily="34" charset="0"/>
              </a:rPr>
              <a:t>Manhattan Project</a:t>
            </a:r>
            <a:r>
              <a:rPr lang="cs-CZ" sz="1900" u="sng" dirty="0">
                <a:solidFill>
                  <a:schemeClr val="tx1"/>
                </a:solidFill>
                <a:latin typeface="Neue Haas Grotesk Text Pro" panose="020B0504020202020204" pitchFamily="34" charset="0"/>
              </a:rPr>
              <a:t>. </a:t>
            </a:r>
            <a:endParaRPr lang="cs-CZ" sz="2000" dirty="0">
              <a:latin typeface="Neue Haas Grotesk Tex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420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3D6EC93-F369-413E-AA67-5D4104161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A8B8F80-722C-F13B-2398-02FDB49AC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753" y="544472"/>
            <a:ext cx="4394200" cy="1323439"/>
          </a:xfrm>
        </p:spPr>
        <p:txBody>
          <a:bodyPr anchor="t">
            <a:normAutofit/>
          </a:bodyPr>
          <a:lstStyle/>
          <a:p>
            <a:r>
              <a:rPr lang="en-US" sz="4000" b="0" dirty="0">
                <a:solidFill>
                  <a:schemeClr val="bg1"/>
                </a:solidFill>
              </a:rPr>
              <a:t>THE</a:t>
            </a:r>
            <a:r>
              <a:rPr lang="en-US" sz="4000" dirty="0">
                <a:solidFill>
                  <a:schemeClr val="bg1"/>
                </a:solidFill>
              </a:rPr>
              <a:t> TRINITY</a:t>
            </a:r>
            <a:endParaRPr lang="cs-CZ" sz="4000" dirty="0">
              <a:solidFill>
                <a:schemeClr val="bg1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BC57031-1D60-42E5-6099-BEB758EF8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199" y="1510105"/>
            <a:ext cx="4394200" cy="24543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GB" sz="1700" b="0" i="0" dirty="0">
                <a:solidFill>
                  <a:schemeClr val="bg1">
                    <a:alpha val="80000"/>
                  </a:schemeClr>
                </a:solidFill>
                <a:effectLst/>
                <a:latin typeface="Neue Haas Grotesk Text Pro" panose="020B0504020202020204" pitchFamily="34" charset="0"/>
              </a:rPr>
              <a:t>The test was conducted in the </a:t>
            </a:r>
            <a:r>
              <a:rPr lang="en-GB" sz="1700" dirty="0" err="1">
                <a:solidFill>
                  <a:schemeClr val="bg1">
                    <a:alpha val="80000"/>
                  </a:schemeClr>
                </a:solidFill>
                <a:latin typeface="Neue Haas Grotesk Text Pro" panose="020B0504020202020204" pitchFamily="34" charset="0"/>
              </a:rPr>
              <a:t>Jornada</a:t>
            </a:r>
            <a:r>
              <a:rPr lang="en-GB" sz="1700" dirty="0">
                <a:solidFill>
                  <a:schemeClr val="bg1">
                    <a:alpha val="80000"/>
                  </a:schemeClr>
                </a:solidFill>
                <a:latin typeface="Neue Haas Grotesk Text Pro" panose="020B0504020202020204" pitchFamily="34" charset="0"/>
              </a:rPr>
              <a:t> del </a:t>
            </a:r>
            <a:r>
              <a:rPr lang="en-GB" sz="1700" dirty="0" err="1">
                <a:solidFill>
                  <a:schemeClr val="bg1">
                    <a:alpha val="80000"/>
                  </a:schemeClr>
                </a:solidFill>
                <a:latin typeface="Neue Haas Grotesk Text Pro" panose="020B0504020202020204" pitchFamily="34" charset="0"/>
              </a:rPr>
              <a:t>Muerto</a:t>
            </a:r>
            <a:r>
              <a:rPr lang="en-GB" sz="1700" b="0" i="0" dirty="0">
                <a:solidFill>
                  <a:schemeClr val="bg1">
                    <a:alpha val="80000"/>
                  </a:schemeClr>
                </a:solidFill>
                <a:effectLst/>
                <a:latin typeface="Neue Haas Grotesk Text Pro" panose="020B0504020202020204" pitchFamily="34" charset="0"/>
              </a:rPr>
              <a:t> desert 35 miles (56 km) southeast of </a:t>
            </a:r>
            <a:r>
              <a:rPr lang="en-GB" sz="1700" u="sng" dirty="0">
                <a:solidFill>
                  <a:schemeClr val="bg1">
                    <a:alpha val="80000"/>
                  </a:schemeClr>
                </a:solidFill>
                <a:latin typeface="Neue Haas Grotesk Text Pro" panose="020B0504020202020204" pitchFamily="34" charset="0"/>
              </a:rPr>
              <a:t>Socorro</a:t>
            </a:r>
            <a:r>
              <a:rPr lang="en-GB" sz="1700" dirty="0">
                <a:solidFill>
                  <a:schemeClr val="bg1">
                    <a:alpha val="80000"/>
                  </a:schemeClr>
                </a:solidFill>
                <a:latin typeface="Neue Haas Grotesk Text Pro" panose="020B0504020202020204" pitchFamily="34" charset="0"/>
              </a:rPr>
              <a:t>, </a:t>
            </a:r>
            <a:r>
              <a:rPr lang="en-GB" sz="1700" u="sng" dirty="0">
                <a:solidFill>
                  <a:schemeClr val="bg1">
                    <a:alpha val="80000"/>
                  </a:schemeClr>
                </a:solidFill>
                <a:latin typeface="Neue Haas Grotesk Text Pro" panose="020B0504020202020204" pitchFamily="34" charset="0"/>
              </a:rPr>
              <a:t>New Mexico</a:t>
            </a:r>
            <a:r>
              <a:rPr lang="en-GB" sz="1700" b="0" i="0" dirty="0">
                <a:solidFill>
                  <a:schemeClr val="bg1">
                    <a:alpha val="80000"/>
                  </a:schemeClr>
                </a:solidFill>
                <a:effectLst/>
                <a:latin typeface="Neue Haas Grotesk Text Pro" panose="020B0504020202020204" pitchFamily="34" charset="0"/>
              </a:rPr>
              <a:t>, on what was the Alamogordo Bombing and Gunnery Range (renamed the </a:t>
            </a:r>
            <a:r>
              <a:rPr lang="en-GB" sz="1700" u="sng" dirty="0">
                <a:solidFill>
                  <a:schemeClr val="bg1">
                    <a:alpha val="80000"/>
                  </a:schemeClr>
                </a:solidFill>
                <a:latin typeface="Neue Haas Grotesk Text Pro" panose="020B0504020202020204" pitchFamily="34" charset="0"/>
              </a:rPr>
              <a:t>White Sands Proving Ground</a:t>
            </a:r>
            <a:r>
              <a:rPr lang="en-GB" sz="1700" b="0" i="0" dirty="0">
                <a:solidFill>
                  <a:schemeClr val="bg1">
                    <a:alpha val="80000"/>
                  </a:schemeClr>
                </a:solidFill>
                <a:effectLst/>
                <a:latin typeface="Neue Haas Grotesk Text Pro" panose="020B0504020202020204" pitchFamily="34" charset="0"/>
              </a:rPr>
              <a:t> just before the test).</a:t>
            </a:r>
            <a:endParaRPr lang="cs-CZ" sz="1700" dirty="0">
              <a:solidFill>
                <a:schemeClr val="bg1">
                  <a:alpha val="80000"/>
                </a:schemeClr>
              </a:solidFill>
              <a:latin typeface="Neue Haas Grotesk Text Pro" panose="020B0504020202020204" pitchFamily="34" charset="0"/>
            </a:endParaRPr>
          </a:p>
        </p:txBody>
      </p:sp>
      <p:pic>
        <p:nvPicPr>
          <p:cNvPr id="13" name="Obrázek 12" descr="Obsah obrázku venku, obloha, budova, pomník&#10;&#10;Popis byl vytvořen automaticky">
            <a:extLst>
              <a:ext uri="{FF2B5EF4-FFF2-40B4-BE49-F238E27FC236}">
                <a16:creationId xmlns:a16="http://schemas.microsoft.com/office/drawing/2014/main" id="{92CEA304-1FFA-D6EB-9D56-642D396052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2" r="4055"/>
          <a:stretch/>
        </p:blipFill>
        <p:spPr>
          <a:xfrm>
            <a:off x="5752193" y="10"/>
            <a:ext cx="6439807" cy="6857989"/>
          </a:xfrm>
          <a:custGeom>
            <a:avLst/>
            <a:gdLst/>
            <a:ahLst/>
            <a:cxnLst/>
            <a:rect l="l" t="t" r="r" b="b"/>
            <a:pathLst>
              <a:path w="6439807" h="6857999">
                <a:moveTo>
                  <a:pt x="752157" y="6118149"/>
                </a:moveTo>
                <a:cubicBezTo>
                  <a:pt x="745608" y="6124102"/>
                  <a:pt x="737987" y="6129341"/>
                  <a:pt x="730938" y="6133722"/>
                </a:cubicBezTo>
                <a:cubicBezTo>
                  <a:pt x="723794" y="6138152"/>
                  <a:pt x="718448" y="6143474"/>
                  <a:pt x="714778" y="6149379"/>
                </a:cubicBezTo>
                <a:lnTo>
                  <a:pt x="709303" y="6166562"/>
                </a:lnTo>
                <a:lnTo>
                  <a:pt x="714778" y="6149380"/>
                </a:lnTo>
                <a:cubicBezTo>
                  <a:pt x="718448" y="6143474"/>
                  <a:pt x="723794" y="6138152"/>
                  <a:pt x="730938" y="6133723"/>
                </a:cubicBezTo>
                <a:cubicBezTo>
                  <a:pt x="737987" y="6129341"/>
                  <a:pt x="745608" y="6124102"/>
                  <a:pt x="752157" y="6118149"/>
                </a:cubicBezTo>
                <a:close/>
                <a:moveTo>
                  <a:pt x="844000" y="4941372"/>
                </a:moveTo>
                <a:lnTo>
                  <a:pt x="840670" y="4950868"/>
                </a:lnTo>
                <a:lnTo>
                  <a:pt x="830985" y="4991382"/>
                </a:lnTo>
                <a:lnTo>
                  <a:pt x="840670" y="4950869"/>
                </a:lnTo>
                <a:close/>
                <a:moveTo>
                  <a:pt x="840061" y="4749807"/>
                </a:moveTo>
                <a:cubicBezTo>
                  <a:pt x="852197" y="4762827"/>
                  <a:pt x="853054" y="4781365"/>
                  <a:pt x="854768" y="4799797"/>
                </a:cubicBezTo>
                <a:cubicBezTo>
                  <a:pt x="853054" y="4781365"/>
                  <a:pt x="852197" y="4762826"/>
                  <a:pt x="840061" y="4749807"/>
                </a:cubicBezTo>
                <a:close/>
                <a:moveTo>
                  <a:pt x="822263" y="4543185"/>
                </a:moveTo>
                <a:lnTo>
                  <a:pt x="816857" y="4557091"/>
                </a:lnTo>
                <a:cubicBezTo>
                  <a:pt x="805236" y="4573618"/>
                  <a:pt x="796449" y="4588275"/>
                  <a:pt x="790493" y="4602021"/>
                </a:cubicBezTo>
                <a:cubicBezTo>
                  <a:pt x="796449" y="4588275"/>
                  <a:pt x="805236" y="4573618"/>
                  <a:pt x="816857" y="4557092"/>
                </a:cubicBezTo>
                <a:cubicBezTo>
                  <a:pt x="819238" y="4553662"/>
                  <a:pt x="821286" y="4548281"/>
                  <a:pt x="822263" y="4543185"/>
                </a:cubicBezTo>
                <a:close/>
                <a:moveTo>
                  <a:pt x="356045" y="2819253"/>
                </a:moveTo>
                <a:lnTo>
                  <a:pt x="344401" y="2827483"/>
                </a:lnTo>
                <a:lnTo>
                  <a:pt x="344399" y="2827486"/>
                </a:lnTo>
                <a:lnTo>
                  <a:pt x="325551" y="2842392"/>
                </a:lnTo>
                <a:lnTo>
                  <a:pt x="315896" y="2861156"/>
                </a:lnTo>
                <a:lnTo>
                  <a:pt x="344399" y="2827486"/>
                </a:lnTo>
                <a:lnTo>
                  <a:pt x="344401" y="2827484"/>
                </a:lnTo>
                <a:close/>
                <a:moveTo>
                  <a:pt x="425699" y="1974015"/>
                </a:moveTo>
                <a:cubicBezTo>
                  <a:pt x="427224" y="1991685"/>
                  <a:pt x="433462" y="2008497"/>
                  <a:pt x="449941" y="2023547"/>
                </a:cubicBezTo>
                <a:cubicBezTo>
                  <a:pt x="441702" y="2016020"/>
                  <a:pt x="436022" y="2008056"/>
                  <a:pt x="432213" y="1999763"/>
                </a:cubicBezTo>
                <a:close/>
                <a:moveTo>
                  <a:pt x="442893" y="1768838"/>
                </a:moveTo>
                <a:cubicBezTo>
                  <a:pt x="451656" y="1779981"/>
                  <a:pt x="453942" y="1790986"/>
                  <a:pt x="452275" y="1801558"/>
                </a:cubicBezTo>
                <a:lnTo>
                  <a:pt x="451495" y="1785412"/>
                </a:lnTo>
                <a:cubicBezTo>
                  <a:pt x="450037" y="1779948"/>
                  <a:pt x="447274" y="1774411"/>
                  <a:pt x="442893" y="1768838"/>
                </a:cubicBezTo>
                <a:close/>
                <a:moveTo>
                  <a:pt x="333304" y="520953"/>
                </a:moveTo>
                <a:cubicBezTo>
                  <a:pt x="333742" y="528850"/>
                  <a:pt x="335479" y="536547"/>
                  <a:pt x="337867" y="544146"/>
                </a:cubicBezTo>
                <a:lnTo>
                  <a:pt x="340032" y="549926"/>
                </a:lnTo>
                <a:lnTo>
                  <a:pt x="340448" y="551717"/>
                </a:lnTo>
                <a:lnTo>
                  <a:pt x="346286" y="566616"/>
                </a:lnTo>
                <a:lnTo>
                  <a:pt x="346338" y="566754"/>
                </a:lnTo>
                <a:lnTo>
                  <a:pt x="352655" y="583595"/>
                </a:lnTo>
                <a:lnTo>
                  <a:pt x="359451" y="612658"/>
                </a:lnTo>
                <a:cubicBezTo>
                  <a:pt x="358988" y="604728"/>
                  <a:pt x="357231" y="597005"/>
                  <a:pt x="354829" y="589388"/>
                </a:cubicBezTo>
                <a:lnTo>
                  <a:pt x="352655" y="583595"/>
                </a:lnTo>
                <a:lnTo>
                  <a:pt x="352236" y="581804"/>
                </a:lnTo>
                <a:lnTo>
                  <a:pt x="346286" y="566616"/>
                </a:lnTo>
                <a:lnTo>
                  <a:pt x="340032" y="549926"/>
                </a:lnTo>
                <a:close/>
                <a:moveTo>
                  <a:pt x="384407" y="268794"/>
                </a:moveTo>
                <a:lnTo>
                  <a:pt x="387837" y="328017"/>
                </a:lnTo>
                <a:cubicBezTo>
                  <a:pt x="389527" y="318646"/>
                  <a:pt x="389932" y="309031"/>
                  <a:pt x="389283" y="299164"/>
                </a:cubicBezTo>
                <a:cubicBezTo>
                  <a:pt x="388634" y="289296"/>
                  <a:pt x="386932" y="279176"/>
                  <a:pt x="384407" y="268794"/>
                </a:cubicBezTo>
                <a:close/>
                <a:moveTo>
                  <a:pt x="66991" y="0"/>
                </a:moveTo>
                <a:lnTo>
                  <a:pt x="6439807" y="0"/>
                </a:lnTo>
                <a:lnTo>
                  <a:pt x="6439807" y="6857999"/>
                </a:lnTo>
                <a:lnTo>
                  <a:pt x="149318" y="6857999"/>
                </a:lnTo>
                <a:lnTo>
                  <a:pt x="149318" y="6857457"/>
                </a:lnTo>
                <a:lnTo>
                  <a:pt x="22079" y="6857457"/>
                </a:lnTo>
                <a:lnTo>
                  <a:pt x="26851" y="6796804"/>
                </a:lnTo>
                <a:cubicBezTo>
                  <a:pt x="32162" y="6777207"/>
                  <a:pt x="39591" y="6758011"/>
                  <a:pt x="44354" y="6738388"/>
                </a:cubicBezTo>
                <a:cubicBezTo>
                  <a:pt x="48736" y="6720103"/>
                  <a:pt x="58832" y="6702955"/>
                  <a:pt x="67214" y="6685617"/>
                </a:cubicBezTo>
                <a:cubicBezTo>
                  <a:pt x="83217" y="6652472"/>
                  <a:pt x="73120" y="6617036"/>
                  <a:pt x="77310" y="6583128"/>
                </a:cubicBezTo>
                <a:cubicBezTo>
                  <a:pt x="78646" y="6572269"/>
                  <a:pt x="80168" y="6561411"/>
                  <a:pt x="82837" y="6550742"/>
                </a:cubicBezTo>
                <a:cubicBezTo>
                  <a:pt x="89885" y="6521593"/>
                  <a:pt x="95981" y="6491874"/>
                  <a:pt x="105698" y="6463490"/>
                </a:cubicBezTo>
                <a:cubicBezTo>
                  <a:pt x="116555" y="6431292"/>
                  <a:pt x="131034" y="6400429"/>
                  <a:pt x="146085" y="6363664"/>
                </a:cubicBezTo>
                <a:cubicBezTo>
                  <a:pt x="142274" y="6350899"/>
                  <a:pt x="131986" y="6331277"/>
                  <a:pt x="131034" y="6311084"/>
                </a:cubicBezTo>
                <a:cubicBezTo>
                  <a:pt x="127795" y="6246121"/>
                  <a:pt x="145512" y="6185351"/>
                  <a:pt x="173519" y="6127247"/>
                </a:cubicBezTo>
                <a:cubicBezTo>
                  <a:pt x="181900" y="6109530"/>
                  <a:pt x="187424" y="6090477"/>
                  <a:pt x="195616" y="6072569"/>
                </a:cubicBezTo>
                <a:cubicBezTo>
                  <a:pt x="198472" y="6066284"/>
                  <a:pt x="204569" y="6058092"/>
                  <a:pt x="210287" y="6056948"/>
                </a:cubicBezTo>
                <a:cubicBezTo>
                  <a:pt x="243432" y="6050282"/>
                  <a:pt x="242862" y="6025515"/>
                  <a:pt x="244766" y="5999796"/>
                </a:cubicBezTo>
                <a:cubicBezTo>
                  <a:pt x="247051" y="5969124"/>
                  <a:pt x="252386" y="5938836"/>
                  <a:pt x="256958" y="5908355"/>
                </a:cubicBezTo>
                <a:cubicBezTo>
                  <a:pt x="257530" y="5904353"/>
                  <a:pt x="261530" y="5900735"/>
                  <a:pt x="264199" y="5897114"/>
                </a:cubicBezTo>
                <a:cubicBezTo>
                  <a:pt x="268199" y="5891590"/>
                  <a:pt x="274296" y="5886447"/>
                  <a:pt x="275818" y="5880348"/>
                </a:cubicBezTo>
                <a:cubicBezTo>
                  <a:pt x="283249" y="5849107"/>
                  <a:pt x="289535" y="5817674"/>
                  <a:pt x="296393" y="5786239"/>
                </a:cubicBezTo>
                <a:cubicBezTo>
                  <a:pt x="297919" y="5779191"/>
                  <a:pt x="299822" y="5771953"/>
                  <a:pt x="302870" y="5765474"/>
                </a:cubicBezTo>
                <a:cubicBezTo>
                  <a:pt x="305728" y="5759378"/>
                  <a:pt x="310682" y="5754234"/>
                  <a:pt x="313730" y="5748136"/>
                </a:cubicBezTo>
                <a:cubicBezTo>
                  <a:pt x="321921" y="5731564"/>
                  <a:pt x="329541" y="5714607"/>
                  <a:pt x="338685" y="5695178"/>
                </a:cubicBezTo>
                <a:cubicBezTo>
                  <a:pt x="321541" y="5684320"/>
                  <a:pt x="331258" y="5669647"/>
                  <a:pt x="339449" y="5651360"/>
                </a:cubicBezTo>
                <a:cubicBezTo>
                  <a:pt x="347831" y="5632691"/>
                  <a:pt x="350497" y="5611164"/>
                  <a:pt x="353546" y="5590590"/>
                </a:cubicBezTo>
                <a:cubicBezTo>
                  <a:pt x="359070" y="5552869"/>
                  <a:pt x="362499" y="5514957"/>
                  <a:pt x="367451" y="5477239"/>
                </a:cubicBezTo>
                <a:cubicBezTo>
                  <a:pt x="368595" y="5469236"/>
                  <a:pt x="370690" y="5460092"/>
                  <a:pt x="375454" y="5453995"/>
                </a:cubicBezTo>
                <a:cubicBezTo>
                  <a:pt x="407459" y="5412276"/>
                  <a:pt x="416411" y="5361598"/>
                  <a:pt x="413366" y="5313403"/>
                </a:cubicBezTo>
                <a:cubicBezTo>
                  <a:pt x="411078" y="5275491"/>
                  <a:pt x="409363" y="5238343"/>
                  <a:pt x="412601" y="5200813"/>
                </a:cubicBezTo>
                <a:cubicBezTo>
                  <a:pt x="412793" y="5197955"/>
                  <a:pt x="412411" y="5194145"/>
                  <a:pt x="410887" y="5192051"/>
                </a:cubicBezTo>
                <a:cubicBezTo>
                  <a:pt x="400791" y="5179097"/>
                  <a:pt x="400029" y="5165570"/>
                  <a:pt x="398315" y="5148995"/>
                </a:cubicBezTo>
                <a:cubicBezTo>
                  <a:pt x="395837" y="5125562"/>
                  <a:pt x="397553" y="5104036"/>
                  <a:pt x="401743" y="5082317"/>
                </a:cubicBezTo>
                <a:cubicBezTo>
                  <a:pt x="404791" y="5066505"/>
                  <a:pt x="411078" y="5050504"/>
                  <a:pt x="419080" y="5036405"/>
                </a:cubicBezTo>
                <a:cubicBezTo>
                  <a:pt x="430320" y="5016785"/>
                  <a:pt x="434701" y="4997922"/>
                  <a:pt x="419841" y="4979253"/>
                </a:cubicBezTo>
                <a:cubicBezTo>
                  <a:pt x="404029" y="4959061"/>
                  <a:pt x="409553" y="4936201"/>
                  <a:pt x="408983" y="4913909"/>
                </a:cubicBezTo>
                <a:cubicBezTo>
                  <a:pt x="408791" y="4904195"/>
                  <a:pt x="409174" y="4893907"/>
                  <a:pt x="406697" y="4884572"/>
                </a:cubicBezTo>
                <a:cubicBezTo>
                  <a:pt x="399647" y="4857522"/>
                  <a:pt x="388978" y="4831420"/>
                  <a:pt x="384216" y="4803988"/>
                </a:cubicBezTo>
                <a:cubicBezTo>
                  <a:pt x="381551" y="4788747"/>
                  <a:pt x="386312" y="4771793"/>
                  <a:pt x="389741" y="4755980"/>
                </a:cubicBezTo>
                <a:cubicBezTo>
                  <a:pt x="393361" y="4739978"/>
                  <a:pt x="398885" y="4724167"/>
                  <a:pt x="404601" y="4708734"/>
                </a:cubicBezTo>
                <a:cubicBezTo>
                  <a:pt x="408411" y="4698258"/>
                  <a:pt x="412031" y="4686828"/>
                  <a:pt x="418889" y="4678445"/>
                </a:cubicBezTo>
                <a:cubicBezTo>
                  <a:pt x="434510" y="4659393"/>
                  <a:pt x="437178" y="4639772"/>
                  <a:pt x="428986" y="4617291"/>
                </a:cubicBezTo>
                <a:cubicBezTo>
                  <a:pt x="427651" y="4613864"/>
                  <a:pt x="427651" y="4609863"/>
                  <a:pt x="427462" y="4606053"/>
                </a:cubicBezTo>
                <a:cubicBezTo>
                  <a:pt x="423462" y="4545086"/>
                  <a:pt x="420984" y="4484127"/>
                  <a:pt x="414888" y="4423545"/>
                </a:cubicBezTo>
                <a:cubicBezTo>
                  <a:pt x="412411" y="4398972"/>
                  <a:pt x="401553" y="4375349"/>
                  <a:pt x="394695" y="4351154"/>
                </a:cubicBezTo>
                <a:cubicBezTo>
                  <a:pt x="393361" y="4346201"/>
                  <a:pt x="391265" y="4340674"/>
                  <a:pt x="392218" y="4335722"/>
                </a:cubicBezTo>
                <a:cubicBezTo>
                  <a:pt x="401743" y="4281810"/>
                  <a:pt x="387837" y="4231324"/>
                  <a:pt x="369547" y="4181603"/>
                </a:cubicBezTo>
                <a:cubicBezTo>
                  <a:pt x="367642" y="4176461"/>
                  <a:pt x="368214" y="4170174"/>
                  <a:pt x="368595" y="4164458"/>
                </a:cubicBezTo>
                <a:cubicBezTo>
                  <a:pt x="369928" y="4148453"/>
                  <a:pt x="376597" y="4131119"/>
                  <a:pt x="372597" y="4116641"/>
                </a:cubicBezTo>
                <a:cubicBezTo>
                  <a:pt x="361545" y="4078159"/>
                  <a:pt x="348211" y="4040058"/>
                  <a:pt x="331447" y="4003861"/>
                </a:cubicBezTo>
                <a:cubicBezTo>
                  <a:pt x="314493" y="3967091"/>
                  <a:pt x="300203" y="3932993"/>
                  <a:pt x="317350" y="3890891"/>
                </a:cubicBezTo>
                <a:cubicBezTo>
                  <a:pt x="324589" y="3872985"/>
                  <a:pt x="319445" y="3849362"/>
                  <a:pt x="317541" y="3828785"/>
                </a:cubicBezTo>
                <a:cubicBezTo>
                  <a:pt x="316016" y="3813737"/>
                  <a:pt x="307442" y="3799258"/>
                  <a:pt x="307442" y="3784397"/>
                </a:cubicBezTo>
                <a:cubicBezTo>
                  <a:pt x="307442" y="3744770"/>
                  <a:pt x="297346" y="3709529"/>
                  <a:pt x="276771" y="3675238"/>
                </a:cubicBezTo>
                <a:cubicBezTo>
                  <a:pt x="268770" y="3661899"/>
                  <a:pt x="274105" y="3641134"/>
                  <a:pt x="272009" y="3623799"/>
                </a:cubicBezTo>
                <a:cubicBezTo>
                  <a:pt x="269533" y="3605509"/>
                  <a:pt x="267247" y="3586653"/>
                  <a:pt x="261721" y="3569124"/>
                </a:cubicBezTo>
                <a:cubicBezTo>
                  <a:pt x="247242" y="3523785"/>
                  <a:pt x="230859" y="3479015"/>
                  <a:pt x="215618" y="3433866"/>
                </a:cubicBezTo>
                <a:cubicBezTo>
                  <a:pt x="203045" y="3396719"/>
                  <a:pt x="212952" y="3360139"/>
                  <a:pt x="218285" y="3323372"/>
                </a:cubicBezTo>
                <a:cubicBezTo>
                  <a:pt x="221716" y="3300319"/>
                  <a:pt x="229907" y="3278795"/>
                  <a:pt x="217715" y="3252885"/>
                </a:cubicBezTo>
                <a:cubicBezTo>
                  <a:pt x="206093" y="3228119"/>
                  <a:pt x="208761" y="3196686"/>
                  <a:pt x="202474" y="3168870"/>
                </a:cubicBezTo>
                <a:cubicBezTo>
                  <a:pt x="197141" y="3145436"/>
                  <a:pt x="188566" y="3122770"/>
                  <a:pt x="180184" y="3100099"/>
                </a:cubicBezTo>
                <a:cubicBezTo>
                  <a:pt x="168753" y="3069235"/>
                  <a:pt x="156753" y="3038756"/>
                  <a:pt x="162468" y="3005035"/>
                </a:cubicBezTo>
                <a:cubicBezTo>
                  <a:pt x="168946" y="2966742"/>
                  <a:pt x="144561" y="2940455"/>
                  <a:pt x="128367" y="2910353"/>
                </a:cubicBezTo>
                <a:cubicBezTo>
                  <a:pt x="117318" y="2889587"/>
                  <a:pt x="109126" y="2866918"/>
                  <a:pt x="102267" y="2844248"/>
                </a:cubicBezTo>
                <a:cubicBezTo>
                  <a:pt x="93313" y="2813958"/>
                  <a:pt x="87978" y="2782716"/>
                  <a:pt x="79217" y="2752235"/>
                </a:cubicBezTo>
                <a:cubicBezTo>
                  <a:pt x="66072" y="2706131"/>
                  <a:pt x="55784" y="2659455"/>
                  <a:pt x="63024" y="2611450"/>
                </a:cubicBezTo>
                <a:cubicBezTo>
                  <a:pt x="66262" y="2589352"/>
                  <a:pt x="66072" y="2568774"/>
                  <a:pt x="61307" y="2546678"/>
                </a:cubicBezTo>
                <a:cubicBezTo>
                  <a:pt x="53497" y="2510483"/>
                  <a:pt x="52545" y="2473333"/>
                  <a:pt x="23399" y="2444184"/>
                </a:cubicBezTo>
                <a:cubicBezTo>
                  <a:pt x="13111" y="2433897"/>
                  <a:pt x="10446" y="2415420"/>
                  <a:pt x="5110" y="2400369"/>
                </a:cubicBezTo>
                <a:cubicBezTo>
                  <a:pt x="-1178" y="2383032"/>
                  <a:pt x="2062" y="2370270"/>
                  <a:pt x="20352" y="2360933"/>
                </a:cubicBezTo>
                <a:cubicBezTo>
                  <a:pt x="28541" y="2356744"/>
                  <a:pt x="36543" y="2344741"/>
                  <a:pt x="37878" y="2335405"/>
                </a:cubicBezTo>
                <a:cubicBezTo>
                  <a:pt x="41877" y="2307402"/>
                  <a:pt x="35972" y="2281683"/>
                  <a:pt x="23017" y="2254633"/>
                </a:cubicBezTo>
                <a:cubicBezTo>
                  <a:pt x="10825" y="2229296"/>
                  <a:pt x="12159" y="2197670"/>
                  <a:pt x="7395" y="2168903"/>
                </a:cubicBezTo>
                <a:cubicBezTo>
                  <a:pt x="5681" y="2158712"/>
                  <a:pt x="3062" y="2148519"/>
                  <a:pt x="871" y="2138304"/>
                </a:cubicBezTo>
                <a:lnTo>
                  <a:pt x="0" y="2131532"/>
                </a:lnTo>
                <a:lnTo>
                  <a:pt x="0" y="2072225"/>
                </a:lnTo>
                <a:lnTo>
                  <a:pt x="251" y="2069340"/>
                </a:lnTo>
                <a:cubicBezTo>
                  <a:pt x="2061" y="2056600"/>
                  <a:pt x="4156" y="2043835"/>
                  <a:pt x="5299" y="2030977"/>
                </a:cubicBezTo>
                <a:cubicBezTo>
                  <a:pt x="7203" y="2010974"/>
                  <a:pt x="6442" y="1990589"/>
                  <a:pt x="8729" y="1970586"/>
                </a:cubicBezTo>
                <a:cubicBezTo>
                  <a:pt x="10446" y="1954202"/>
                  <a:pt x="14826" y="1938009"/>
                  <a:pt x="18445" y="1921817"/>
                </a:cubicBezTo>
                <a:cubicBezTo>
                  <a:pt x="19779" y="1915912"/>
                  <a:pt x="24922" y="1910004"/>
                  <a:pt x="24161" y="1904673"/>
                </a:cubicBezTo>
                <a:cubicBezTo>
                  <a:pt x="15970" y="1851709"/>
                  <a:pt x="52545" y="1813610"/>
                  <a:pt x="68738" y="1768838"/>
                </a:cubicBezTo>
                <a:cubicBezTo>
                  <a:pt x="85885" y="1721785"/>
                  <a:pt x="112174" y="1676253"/>
                  <a:pt x="104364" y="1623675"/>
                </a:cubicBezTo>
                <a:cubicBezTo>
                  <a:pt x="99601" y="1591859"/>
                  <a:pt x="88551" y="1561189"/>
                  <a:pt x="81883" y="1529563"/>
                </a:cubicBezTo>
                <a:cubicBezTo>
                  <a:pt x="79597" y="1518324"/>
                  <a:pt x="79979" y="1505751"/>
                  <a:pt x="82264" y="1494509"/>
                </a:cubicBezTo>
                <a:cubicBezTo>
                  <a:pt x="92744" y="1440216"/>
                  <a:pt x="94267" y="1386684"/>
                  <a:pt x="77120" y="1333341"/>
                </a:cubicBezTo>
                <a:cubicBezTo>
                  <a:pt x="74262" y="1324198"/>
                  <a:pt x="71597" y="1314483"/>
                  <a:pt x="71597" y="1304955"/>
                </a:cubicBezTo>
                <a:cubicBezTo>
                  <a:pt x="71597" y="1252757"/>
                  <a:pt x="75597" y="1201512"/>
                  <a:pt x="94267" y="1151600"/>
                </a:cubicBezTo>
                <a:cubicBezTo>
                  <a:pt x="100554" y="1134834"/>
                  <a:pt x="96553" y="1114449"/>
                  <a:pt x="98078" y="1095972"/>
                </a:cubicBezTo>
                <a:cubicBezTo>
                  <a:pt x="99409" y="1078826"/>
                  <a:pt x="99981" y="1061298"/>
                  <a:pt x="104364" y="1044725"/>
                </a:cubicBezTo>
                <a:cubicBezTo>
                  <a:pt x="110839" y="1020529"/>
                  <a:pt x="111601" y="998052"/>
                  <a:pt x="105887" y="973095"/>
                </a:cubicBezTo>
                <a:cubicBezTo>
                  <a:pt x="100554" y="949281"/>
                  <a:pt x="103220" y="923562"/>
                  <a:pt x="103029" y="898797"/>
                </a:cubicBezTo>
                <a:cubicBezTo>
                  <a:pt x="102839" y="871173"/>
                  <a:pt x="102649" y="843552"/>
                  <a:pt x="103601" y="815929"/>
                </a:cubicBezTo>
                <a:cubicBezTo>
                  <a:pt x="103981" y="804877"/>
                  <a:pt x="111601" y="792306"/>
                  <a:pt x="108553" y="783158"/>
                </a:cubicBezTo>
                <a:cubicBezTo>
                  <a:pt x="98267" y="753633"/>
                  <a:pt x="110649" y="724104"/>
                  <a:pt x="105127" y="694576"/>
                </a:cubicBezTo>
                <a:cubicBezTo>
                  <a:pt x="102267" y="680096"/>
                  <a:pt x="110078" y="663713"/>
                  <a:pt x="110839" y="648092"/>
                </a:cubicBezTo>
                <a:cubicBezTo>
                  <a:pt x="112174" y="622564"/>
                  <a:pt x="111601" y="597037"/>
                  <a:pt x="111983" y="571508"/>
                </a:cubicBezTo>
                <a:cubicBezTo>
                  <a:pt x="112174" y="563125"/>
                  <a:pt x="112936" y="554933"/>
                  <a:pt x="113318" y="546552"/>
                </a:cubicBezTo>
                <a:cubicBezTo>
                  <a:pt x="113697" y="539121"/>
                  <a:pt x="115411" y="531310"/>
                  <a:pt x="114081" y="524262"/>
                </a:cubicBezTo>
                <a:cubicBezTo>
                  <a:pt x="109315" y="498733"/>
                  <a:pt x="101505" y="473587"/>
                  <a:pt x="98457" y="447870"/>
                </a:cubicBezTo>
                <a:cubicBezTo>
                  <a:pt x="95792" y="425581"/>
                  <a:pt x="99409" y="402529"/>
                  <a:pt x="97505" y="380050"/>
                </a:cubicBezTo>
                <a:cubicBezTo>
                  <a:pt x="94267" y="340425"/>
                  <a:pt x="88551" y="300800"/>
                  <a:pt x="84930" y="261173"/>
                </a:cubicBezTo>
                <a:cubicBezTo>
                  <a:pt x="84168" y="252600"/>
                  <a:pt x="88934" y="243648"/>
                  <a:pt x="89314" y="234883"/>
                </a:cubicBezTo>
                <a:cubicBezTo>
                  <a:pt x="90266" y="207450"/>
                  <a:pt x="90457" y="180017"/>
                  <a:pt x="91027" y="152584"/>
                </a:cubicBezTo>
                <a:cubicBezTo>
                  <a:pt x="91218" y="136963"/>
                  <a:pt x="90647" y="121150"/>
                  <a:pt x="92361" y="105718"/>
                </a:cubicBezTo>
                <a:cubicBezTo>
                  <a:pt x="94647" y="85336"/>
                  <a:pt x="98078" y="66857"/>
                  <a:pt x="83217" y="47806"/>
                </a:cubicBezTo>
                <a:cubicBezTo>
                  <a:pt x="77453" y="40471"/>
                  <a:pt x="73691" y="32636"/>
                  <a:pt x="71207" y="24480"/>
                </a:cubicBezTo>
                <a:close/>
              </a:path>
            </a:pathLst>
          </a:custGeom>
          <a:effectLst>
            <a:outerShdw blurRad="381000" dist="152400" dir="10800000" algn="tr" rotWithShape="0">
              <a:prstClr val="black">
                <a:alpha val="10000"/>
              </a:prstClr>
            </a:outerShdw>
          </a:effec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4EA04677-6B2C-40F4-975C-ED9196552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32356" y="0"/>
            <a:ext cx="874718" cy="6857455"/>
            <a:chOff x="5632356" y="0"/>
            <a:chExt cx="874718" cy="6857455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F1ABE2E-F19F-4BD3-B0FA-8A2D8885B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6" y="2991370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8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86D0F14-D449-4833-830D-A382829E2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8" y="2991370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7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14" name="Obrázek 13">
            <a:extLst>
              <a:ext uri="{FF2B5EF4-FFF2-40B4-BE49-F238E27FC236}">
                <a16:creationId xmlns:a16="http://schemas.microsoft.com/office/drawing/2014/main" id="{312CB8F5-4570-82C1-5AF2-13D8A16CBE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051" y="3838933"/>
            <a:ext cx="4000500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621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92" name="Rectangle 3091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DC93AA8-72D9-F568-8261-7DBD140D0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12" y="343437"/>
            <a:ext cx="4394200" cy="1323439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GEOGRAPHY AND HISTORY</a:t>
            </a:r>
            <a:endParaRPr lang="cs-CZ" sz="4000" dirty="0">
              <a:solidFill>
                <a:schemeClr val="bg1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476AA5D-DE1B-B1D3-0406-874F54952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214" y="1666876"/>
            <a:ext cx="5072291" cy="5500194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b="0" i="0" dirty="0">
                <a:solidFill>
                  <a:schemeClr val="bg1">
                    <a:alpha val="80000"/>
                  </a:schemeClr>
                </a:solidFill>
                <a:effectLst/>
                <a:latin typeface="Neue Haas Grotesk Text Pro" panose="020B0504020202020204" pitchFamily="34" charset="0"/>
              </a:rPr>
              <a:t>The Southern Rocky Mountains </a:t>
            </a:r>
            <a:endParaRPr lang="cs-CZ" b="0" i="0" dirty="0">
              <a:solidFill>
                <a:schemeClr val="bg1">
                  <a:alpha val="80000"/>
                </a:schemeClr>
              </a:solidFill>
              <a:effectLst/>
              <a:latin typeface="Neue Haas Grotesk Text Pro" panose="020B05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GB" b="0" i="0" dirty="0">
                <a:solidFill>
                  <a:schemeClr val="bg1">
                    <a:alpha val="80000"/>
                  </a:schemeClr>
                </a:solidFill>
                <a:effectLst/>
                <a:latin typeface="Neue Haas Grotesk Text Pro" panose="020B0504020202020204" pitchFamily="34" charset="0"/>
              </a:rPr>
              <a:t>New Mexico has a rich and diverse history of </a:t>
            </a:r>
            <a:r>
              <a:rPr lang="en-GB" b="0" i="0" u="sng" dirty="0">
                <a:solidFill>
                  <a:schemeClr val="bg1">
                    <a:alpha val="80000"/>
                  </a:schemeClr>
                </a:solidFill>
                <a:effectLst/>
                <a:latin typeface="Neue Haas Grotesk Text Pro" panose="020B0504020202020204" pitchFamily="34" charset="0"/>
              </a:rPr>
              <a:t>Native American cultures</a:t>
            </a:r>
            <a:r>
              <a:rPr lang="cs-CZ" u="sng" dirty="0">
                <a:solidFill>
                  <a:schemeClr val="bg1">
                    <a:alpha val="80000"/>
                  </a:schemeClr>
                </a:solidFill>
                <a:latin typeface="Neue Haas Grotesk Text Pro" panose="020B0504020202020204" pitchFamily="3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GB" b="0" i="0" dirty="0">
                <a:solidFill>
                  <a:srgbClr val="D1D5DB"/>
                </a:solidFill>
                <a:effectLst/>
                <a:latin typeface="Neue Haas Grotesk Text Pro" panose="020B0504020202020204" pitchFamily="34" charset="0"/>
              </a:rPr>
              <a:t>The Native American communities</a:t>
            </a:r>
            <a:r>
              <a:rPr lang="cs-CZ" b="0" i="0" dirty="0">
                <a:solidFill>
                  <a:srgbClr val="D1D5DB"/>
                </a:solidFill>
                <a:effectLst/>
                <a:latin typeface="Neue Haas Grotesk Text Pro" panose="020B0504020202020204" pitchFamily="34" charset="0"/>
              </a:rPr>
              <a:t> and </a:t>
            </a:r>
            <a:r>
              <a:rPr lang="cs-CZ" b="0" i="0" dirty="0" err="1">
                <a:solidFill>
                  <a:srgbClr val="D1D5DB"/>
                </a:solidFill>
                <a:effectLst/>
                <a:latin typeface="Neue Haas Grotesk Text Pro" panose="020B0504020202020204" pitchFamily="34" charset="0"/>
              </a:rPr>
              <a:t>challenges</a:t>
            </a:r>
            <a:r>
              <a:rPr lang="cs-CZ" dirty="0">
                <a:solidFill>
                  <a:srgbClr val="D1D5DB"/>
                </a:solidFill>
                <a:latin typeface="Neue Haas Grotesk Text Pro" panose="020B0504020202020204" pitchFamily="34" charset="0"/>
              </a:rPr>
              <a:t>.</a:t>
            </a:r>
            <a:endParaRPr lang="cs-CZ" dirty="0">
              <a:solidFill>
                <a:schemeClr val="bg1">
                  <a:alpha val="80000"/>
                </a:schemeClr>
              </a:solidFill>
              <a:latin typeface="Neue Haas Grotesk Text Pro" panose="020B0504020202020204" pitchFamily="34" charset="0"/>
            </a:endParaRPr>
          </a:p>
        </p:txBody>
      </p:sp>
      <p:pic>
        <p:nvPicPr>
          <p:cNvPr id="3074" name="Picture 2" descr="Southern Rocky Mountains">
            <a:extLst>
              <a:ext uri="{FF2B5EF4-FFF2-40B4-BE49-F238E27FC236}">
                <a16:creationId xmlns:a16="http://schemas.microsoft.com/office/drawing/2014/main" id="{99FED513-1B4A-D21C-F172-74E25BEC3D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3" r="1" b="1"/>
          <a:stretch/>
        </p:blipFill>
        <p:spPr bwMode="auto">
          <a:xfrm>
            <a:off x="5814060" y="2"/>
            <a:ext cx="6377940" cy="3333749"/>
          </a:xfrm>
          <a:custGeom>
            <a:avLst/>
            <a:gdLst/>
            <a:ahLst/>
            <a:cxnLst/>
            <a:rect l="l" t="t" r="r" b="b"/>
            <a:pathLst>
              <a:path w="6377940" h="3333749">
                <a:moveTo>
                  <a:pt x="0" y="0"/>
                </a:moveTo>
                <a:lnTo>
                  <a:pt x="6377940" y="0"/>
                </a:lnTo>
                <a:lnTo>
                  <a:pt x="6377940" y="3333749"/>
                </a:lnTo>
                <a:lnTo>
                  <a:pt x="174585" y="3333749"/>
                </a:lnTo>
                <a:lnTo>
                  <a:pt x="0" y="220218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Legendary New Mexico: Native American Heritage &amp; Culture">
            <a:extLst>
              <a:ext uri="{FF2B5EF4-FFF2-40B4-BE49-F238E27FC236}">
                <a16:creationId xmlns:a16="http://schemas.microsoft.com/office/drawing/2014/main" id="{21219966-32D8-755D-C7DF-DD6BD8EFA8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7076"/>
          <a:stretch/>
        </p:blipFill>
        <p:spPr bwMode="auto">
          <a:xfrm>
            <a:off x="5814060" y="3524252"/>
            <a:ext cx="6377940" cy="3333748"/>
          </a:xfrm>
          <a:custGeom>
            <a:avLst/>
            <a:gdLst/>
            <a:ahLst/>
            <a:cxnLst/>
            <a:rect l="l" t="t" r="r" b="b"/>
            <a:pathLst>
              <a:path w="6377940" h="3333748">
                <a:moveTo>
                  <a:pt x="203977" y="0"/>
                </a:moveTo>
                <a:lnTo>
                  <a:pt x="6377940" y="0"/>
                </a:lnTo>
                <a:lnTo>
                  <a:pt x="6377940" y="3333748"/>
                </a:lnTo>
                <a:lnTo>
                  <a:pt x="0" y="3333748"/>
                </a:lnTo>
                <a:lnTo>
                  <a:pt x="525780" y="1931668"/>
                </a:lnTo>
                <a:lnTo>
                  <a:pt x="205740" y="1142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94" name="Group 3093">
            <a:extLst>
              <a:ext uri="{FF2B5EF4-FFF2-40B4-BE49-F238E27FC236}">
                <a16:creationId xmlns:a16="http://schemas.microsoft.com/office/drawing/2014/main" id="{364A290D-B7BC-40B4-AB97-0C801BCCE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32358" y="544"/>
            <a:ext cx="874716" cy="6857455"/>
            <a:chOff x="5632358" y="544"/>
            <a:chExt cx="874716" cy="6857455"/>
          </a:xfrm>
        </p:grpSpPr>
        <p:sp>
          <p:nvSpPr>
            <p:cNvPr id="3095" name="Freeform: Shape 3094">
              <a:extLst>
                <a:ext uri="{FF2B5EF4-FFF2-40B4-BE49-F238E27FC236}">
                  <a16:creationId xmlns:a16="http://schemas.microsoft.com/office/drawing/2014/main" id="{3C60D1EB-842B-4027-9728-E57314926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8" y="2991914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8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381000" dist="152400" dir="10800000" algn="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96" name="Freeform: Shape 3095">
              <a:extLst>
                <a:ext uri="{FF2B5EF4-FFF2-40B4-BE49-F238E27FC236}">
                  <a16:creationId xmlns:a16="http://schemas.microsoft.com/office/drawing/2014/main" id="{44E103E5-C039-4EA4-843B-AD566B5C96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8" y="2991914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7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4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66095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4" name="Rectangle 4102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469A864-11FF-D354-AF73-2F59B1698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220746"/>
            <a:ext cx="4840010" cy="1807305"/>
          </a:xfrm>
        </p:spPr>
        <p:txBody>
          <a:bodyPr>
            <a:normAutofit/>
          </a:bodyPr>
          <a:lstStyle/>
          <a:p>
            <a:r>
              <a:rPr lang="en-US" dirty="0"/>
              <a:t>NATIVE AMERICANS</a:t>
            </a:r>
            <a:endParaRPr lang="cs-CZ" dirty="0"/>
          </a:p>
        </p:txBody>
      </p:sp>
      <p:pic>
        <p:nvPicPr>
          <p:cNvPr id="4098" name="Picture 2" descr="AgustaWestland Apache - Wikipedia">
            <a:extLst>
              <a:ext uri="{FF2B5EF4-FFF2-40B4-BE49-F238E27FC236}">
                <a16:creationId xmlns:a16="http://schemas.microsoft.com/office/drawing/2014/main" id="{E6E3F32B-DA4B-A815-AD1C-4237D43C37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05" r="23577" b="-1"/>
          <a:stretch/>
        </p:blipFill>
        <p:spPr bwMode="auto"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FC187C3-3E8B-CF7E-B4B7-E337C7ED1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1834668"/>
            <a:ext cx="5373413" cy="521671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cs-CZ" sz="1400" b="1" i="0" dirty="0">
                <a:effectLst/>
                <a:latin typeface="Neue Haas Grotesk Text Pro" panose="020B0504020202020204" pitchFamily="34" charset="0"/>
              </a:rPr>
              <a:t>1. Pueblo </a:t>
            </a:r>
            <a:r>
              <a:rPr lang="cs-CZ" sz="1400" b="1" i="0" dirty="0" err="1">
                <a:effectLst/>
                <a:latin typeface="Neue Haas Grotesk Text Pro" panose="020B0504020202020204" pitchFamily="34" charset="0"/>
              </a:rPr>
              <a:t>People</a:t>
            </a:r>
            <a:r>
              <a:rPr lang="cs-CZ" sz="1400" b="1" i="0" dirty="0">
                <a:effectLst/>
                <a:latin typeface="Neue Haas Grotesk Text Pro" panose="020B0504020202020204" pitchFamily="34" charset="0"/>
              </a:rPr>
              <a:t>:</a:t>
            </a:r>
            <a:r>
              <a:rPr lang="en-US" sz="1400" b="1" i="0" dirty="0">
                <a:effectLst/>
                <a:latin typeface="Neue Haas Grotesk Text Pro" panose="020B0504020202020204" pitchFamily="34" charset="0"/>
              </a:rPr>
              <a:t> </a:t>
            </a:r>
            <a:r>
              <a:rPr lang="en-GB" sz="1400" b="0" i="0" dirty="0">
                <a:effectLst/>
                <a:latin typeface="Neue Haas Grotesk Text Pro" panose="020B0504020202020204" pitchFamily="34" charset="0"/>
              </a:rPr>
              <a:t>Known for their </a:t>
            </a:r>
            <a:r>
              <a:rPr lang="en-GB" sz="1400" i="0" u="sng" dirty="0">
                <a:effectLst/>
                <a:latin typeface="Neue Haas Grotesk Text Pro" panose="020B0504020202020204" pitchFamily="34" charset="0"/>
              </a:rPr>
              <a:t>advanced agricultural practices</a:t>
            </a:r>
            <a:r>
              <a:rPr lang="cs-CZ" sz="1400" u="sng" dirty="0">
                <a:latin typeface="Neue Haas Grotesk Text Pro" panose="020B0504020202020204" pitchFamily="34" charset="0"/>
              </a:rPr>
              <a:t>.</a:t>
            </a:r>
            <a:endParaRPr lang="en-GB" sz="1400" i="0" u="sng" dirty="0">
              <a:effectLst/>
              <a:latin typeface="Neue Haas Grotesk Text Pro" panose="020B05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cs-CZ" sz="1400" b="1" i="0" dirty="0">
                <a:effectLst/>
                <a:latin typeface="Neue Haas Grotesk Text Pro" panose="020B0504020202020204" pitchFamily="34" charset="0"/>
              </a:rPr>
              <a:t>2. </a:t>
            </a:r>
            <a:r>
              <a:rPr lang="cs-CZ" sz="1400" b="1" i="0" dirty="0" err="1">
                <a:effectLst/>
                <a:latin typeface="Neue Haas Grotesk Text Pro" panose="020B0504020202020204" pitchFamily="34" charset="0"/>
              </a:rPr>
              <a:t>Navajo</a:t>
            </a:r>
            <a:r>
              <a:rPr lang="cs-CZ" sz="1400" b="1" i="0" dirty="0">
                <a:effectLst/>
                <a:latin typeface="Neue Haas Grotesk Text Pro" panose="020B0504020202020204" pitchFamily="34" charset="0"/>
              </a:rPr>
              <a:t> </a:t>
            </a:r>
            <a:r>
              <a:rPr lang="cs-CZ" sz="1400" b="1" i="0" dirty="0" err="1">
                <a:effectLst/>
                <a:latin typeface="Neue Haas Grotesk Text Pro" panose="020B0504020202020204" pitchFamily="34" charset="0"/>
              </a:rPr>
              <a:t>Nation</a:t>
            </a:r>
            <a:r>
              <a:rPr lang="cs-CZ" sz="1400" b="1" i="0" dirty="0">
                <a:effectLst/>
                <a:latin typeface="Neue Haas Grotesk Text Pro" panose="020B0504020202020204" pitchFamily="34" charset="0"/>
              </a:rPr>
              <a:t>:</a:t>
            </a:r>
            <a:r>
              <a:rPr lang="en-GB" sz="1400" dirty="0">
                <a:latin typeface="Neue Haas Grotesk Text Pro" panose="020B0504020202020204" pitchFamily="34" charset="0"/>
              </a:rPr>
              <a:t> </a:t>
            </a:r>
            <a:r>
              <a:rPr lang="en-GB" sz="1400" b="0" i="0" u="sng" dirty="0">
                <a:effectLst/>
                <a:latin typeface="Neue Haas Grotesk Text Pro" panose="020B0504020202020204" pitchFamily="34" charset="0"/>
              </a:rPr>
              <a:t>The Navajo Code Talkers</a:t>
            </a:r>
            <a:r>
              <a:rPr lang="en-GB" sz="1400" b="0" i="0" dirty="0">
                <a:effectLst/>
                <a:latin typeface="Neue Haas Grotesk Text Pro" panose="020B0504020202020204" pitchFamily="34" charset="0"/>
              </a:rPr>
              <a:t>, who played a crucial role in communication during World War II</a:t>
            </a:r>
            <a:r>
              <a:rPr lang="cs-CZ" sz="1400" b="0" i="0" dirty="0">
                <a:effectLst/>
                <a:latin typeface="Neue Haas Grotesk Text Pro" panose="020B0504020202020204" pitchFamily="34" charset="0"/>
              </a:rPr>
              <a:t>.</a:t>
            </a:r>
            <a:endParaRPr lang="cs-CZ" sz="1400" dirty="0">
              <a:latin typeface="Neue Haas Grotesk Text Pro" panose="020B05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cs-CZ" sz="1400" b="1" i="0" dirty="0">
                <a:effectLst/>
                <a:latin typeface="Neue Haas Grotesk Text Pro" panose="020B0504020202020204" pitchFamily="34" charset="0"/>
              </a:rPr>
              <a:t>3. </a:t>
            </a:r>
            <a:r>
              <a:rPr lang="cs-CZ" sz="1400" b="1" u="sng" dirty="0" err="1">
                <a:effectLst/>
                <a:latin typeface="Neue Haas Grotesk Text Pro" panose="020B0504020202020204" pitchFamily="34" charset="0"/>
              </a:rPr>
              <a:t>Apache</a:t>
            </a:r>
            <a:r>
              <a:rPr lang="cs-CZ" sz="1400" b="1" i="0" dirty="0">
                <a:effectLst/>
                <a:latin typeface="Neue Haas Grotesk Text Pro" panose="020B0504020202020204" pitchFamily="34" charset="0"/>
              </a:rPr>
              <a:t> </a:t>
            </a:r>
            <a:r>
              <a:rPr lang="cs-CZ" sz="1400" b="1" i="0" dirty="0" err="1">
                <a:effectLst/>
                <a:latin typeface="Neue Haas Grotesk Text Pro" panose="020B0504020202020204" pitchFamily="34" charset="0"/>
              </a:rPr>
              <a:t>Tribes</a:t>
            </a:r>
            <a:r>
              <a:rPr lang="cs-CZ" sz="1400" b="1" i="0" dirty="0">
                <a:effectLst/>
                <a:latin typeface="Neue Haas Grotesk Text Pro" panose="020B0504020202020204" pitchFamily="34" charset="0"/>
              </a:rPr>
              <a:t>:</a:t>
            </a:r>
            <a:r>
              <a:rPr lang="en-US" sz="1400" b="1" i="0" dirty="0">
                <a:effectLst/>
                <a:latin typeface="Neue Haas Grotesk Text Pro" panose="020B0504020202020204" pitchFamily="34" charset="0"/>
              </a:rPr>
              <a:t> </a:t>
            </a:r>
            <a:r>
              <a:rPr lang="cs-CZ" sz="1400" dirty="0">
                <a:latin typeface="Neue Haas Grotesk Text Pro" panose="020B0504020202020204" pitchFamily="34" charset="0"/>
              </a:rPr>
              <a:t>-</a:t>
            </a:r>
            <a:r>
              <a:rPr lang="en-GB" sz="1400" b="0" i="0" dirty="0">
                <a:effectLst/>
                <a:latin typeface="Neue Haas Grotesk Text Pro" panose="020B0504020202020204" pitchFamily="34" charset="0"/>
              </a:rPr>
              <a:t> </a:t>
            </a:r>
            <a:r>
              <a:rPr lang="en-GB" sz="1400" i="0" u="sng" dirty="0">
                <a:effectLst/>
                <a:latin typeface="Neue Haas Grotesk Text Pro" panose="020B0504020202020204" pitchFamily="34" charset="0"/>
              </a:rPr>
              <a:t>their warrior traditions</a:t>
            </a:r>
            <a:r>
              <a:rPr lang="en-GB" sz="1400" b="0" i="0" dirty="0">
                <a:effectLst/>
                <a:latin typeface="Neue Haas Grotesk Text Pro" panose="020B0504020202020204" pitchFamily="34" charset="0"/>
              </a:rPr>
              <a:t> </a:t>
            </a:r>
            <a:endParaRPr lang="cs-CZ" sz="1400" dirty="0">
              <a:latin typeface="Neue Haas Grotesk Text Pro" panose="020B05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cs-CZ" sz="1400" b="1" i="0" dirty="0">
                <a:effectLst/>
                <a:latin typeface="Neue Haas Grotesk Text Pro" panose="020B0504020202020204" pitchFamily="34" charset="0"/>
              </a:rPr>
              <a:t>4. Ute </a:t>
            </a:r>
            <a:r>
              <a:rPr lang="cs-CZ" sz="1400" b="1" i="0" dirty="0" err="1">
                <a:effectLst/>
                <a:latin typeface="Neue Haas Grotesk Text Pro" panose="020B0504020202020204" pitchFamily="34" charset="0"/>
              </a:rPr>
              <a:t>Tribe</a:t>
            </a:r>
            <a:r>
              <a:rPr lang="cs-CZ" sz="1400" b="1" i="0" dirty="0">
                <a:effectLst/>
                <a:latin typeface="Neue Haas Grotesk Text Pro" panose="020B0504020202020204" pitchFamily="34" charset="0"/>
              </a:rPr>
              <a:t>:</a:t>
            </a:r>
            <a:r>
              <a:rPr lang="en-GB" sz="1400" b="1" i="0" dirty="0">
                <a:effectLst/>
                <a:latin typeface="Neue Haas Grotesk Text Pro" panose="020B0504020202020204" pitchFamily="34" charset="0"/>
              </a:rPr>
              <a:t> </a:t>
            </a:r>
            <a:r>
              <a:rPr lang="cs-CZ" sz="1400" b="1" i="0" dirty="0">
                <a:effectLst/>
                <a:latin typeface="Neue Haas Grotesk Text Pro" panose="020B0504020202020204" pitchFamily="34" charset="0"/>
              </a:rPr>
              <a:t>- </a:t>
            </a:r>
            <a:r>
              <a:rPr lang="en-GB" sz="1400" b="0" i="0" u="sng" dirty="0">
                <a:effectLst/>
                <a:latin typeface="Neue Haas Grotesk Text Pro" panose="020B0504020202020204" pitchFamily="34" charset="0"/>
              </a:rPr>
              <a:t>strong connection to the land</a:t>
            </a:r>
            <a:r>
              <a:rPr lang="en-GB" sz="1400" b="0" i="0" dirty="0">
                <a:effectLst/>
                <a:latin typeface="Neue Haas Grotesk Text Pro" panose="020B0504020202020204" pitchFamily="34" charset="0"/>
              </a:rPr>
              <a:t>.</a:t>
            </a:r>
            <a:endParaRPr lang="cs-CZ" sz="1400" dirty="0">
              <a:latin typeface="Neue Haas Grotesk Text Pro" panose="020B0504020202020204" pitchFamily="34" charset="0"/>
            </a:endParaRP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A42ADA8E-08BE-0D50-C407-CC7112EB4FD7}"/>
              </a:ext>
            </a:extLst>
          </p:cNvPr>
          <p:cNvSpPr txBox="1"/>
          <p:nvPr/>
        </p:nvSpPr>
        <p:spPr>
          <a:xfrm>
            <a:off x="2523504" y="6176963"/>
            <a:ext cx="35709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200">
                <a:latin typeface="Google Sans"/>
              </a:rPr>
              <a:t>* </a:t>
            </a:r>
            <a:r>
              <a:rPr lang="en-GB" sz="1200" b="1" i="1">
                <a:effectLst/>
                <a:latin typeface="Google Sans"/>
              </a:rPr>
              <a:t>The AH-64 “Apache</a:t>
            </a:r>
            <a:r>
              <a:rPr lang="en-GB" sz="1200" b="0" i="0">
                <a:effectLst/>
                <a:latin typeface="Google Sans"/>
              </a:rPr>
              <a:t>”</a:t>
            </a:r>
            <a:endParaRPr lang="cs-CZ" sz="1200"/>
          </a:p>
        </p:txBody>
      </p:sp>
    </p:spTree>
    <p:extLst>
      <p:ext uri="{BB962C8B-B14F-4D97-AF65-F5344CB8AC3E}">
        <p14:creationId xmlns:p14="http://schemas.microsoft.com/office/powerpoint/2010/main" val="572984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74" name="Rectangle 5139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3F9F1C3-1CC0-CE2F-0A94-ECAA47FCA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1823" y="1641752"/>
            <a:ext cx="4391025" cy="1323439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CONCLUSION</a:t>
            </a:r>
            <a:endParaRPr lang="cs-CZ" sz="4000">
              <a:solidFill>
                <a:schemeClr val="bg1"/>
              </a:solidFill>
            </a:endParaRPr>
          </a:p>
        </p:txBody>
      </p:sp>
      <p:pic>
        <p:nvPicPr>
          <p:cNvPr id="5124" name="Picture 4" descr="Desert - Fantrippers">
            <a:extLst>
              <a:ext uri="{FF2B5EF4-FFF2-40B4-BE49-F238E27FC236}">
                <a16:creationId xmlns:a16="http://schemas.microsoft.com/office/drawing/2014/main" id="{F1B7807D-A7FE-3433-D91B-863B0FE18C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5024" y="2384115"/>
            <a:ext cx="5260976" cy="2669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4A20D01-AB77-CA5A-E8FC-B1CC1562E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1824" y="3146400"/>
            <a:ext cx="4391025" cy="24543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New Mexico </a:t>
            </a:r>
            <a:r>
              <a:rPr lang="cs-CZ" sz="2000" dirty="0">
                <a:solidFill>
                  <a:schemeClr val="bg1">
                    <a:alpha val="80000"/>
                  </a:schemeClr>
                </a:solidFill>
              </a:rPr>
              <a:t>- </a:t>
            </a:r>
            <a:r>
              <a:rPr lang="cs-CZ" sz="2000" b="1" i="1" dirty="0" err="1">
                <a:solidFill>
                  <a:schemeClr val="bg1">
                    <a:alpha val="80000"/>
                  </a:schemeClr>
                </a:solidFill>
                <a:effectLst/>
                <a:latin typeface="Neue Haas Grotesk Text Pro" panose="020B0504020202020204" pitchFamily="34" charset="0"/>
              </a:rPr>
              <a:t>The</a:t>
            </a:r>
            <a:r>
              <a:rPr lang="cs-CZ" sz="2000" b="1" i="1" dirty="0">
                <a:solidFill>
                  <a:schemeClr val="bg1">
                    <a:alpha val="80000"/>
                  </a:schemeClr>
                </a:solidFill>
                <a:effectLst/>
                <a:latin typeface="Neue Haas Grotesk Text Pro" panose="020B0504020202020204" pitchFamily="34" charset="0"/>
              </a:rPr>
              <a:t> Land </a:t>
            </a:r>
            <a:r>
              <a:rPr lang="cs-CZ" sz="2000" b="1" i="1" dirty="0" err="1">
                <a:solidFill>
                  <a:schemeClr val="bg1">
                    <a:alpha val="80000"/>
                  </a:schemeClr>
                </a:solidFill>
                <a:effectLst/>
                <a:latin typeface="Neue Haas Grotesk Text Pro" panose="020B0504020202020204" pitchFamily="34" charset="0"/>
              </a:rPr>
              <a:t>of</a:t>
            </a:r>
            <a:r>
              <a:rPr lang="cs-CZ" sz="2000" b="1" i="1" dirty="0">
                <a:solidFill>
                  <a:schemeClr val="bg1">
                    <a:alpha val="80000"/>
                  </a:schemeClr>
                </a:solidFill>
                <a:effectLst/>
                <a:latin typeface="Neue Haas Grotesk Text Pro" panose="020B0504020202020204" pitchFamily="34" charset="0"/>
              </a:rPr>
              <a:t> </a:t>
            </a:r>
            <a:r>
              <a:rPr lang="cs-CZ" sz="2000" b="1" i="1" dirty="0" err="1">
                <a:solidFill>
                  <a:schemeClr val="bg1">
                    <a:alpha val="80000"/>
                  </a:schemeClr>
                </a:solidFill>
                <a:effectLst/>
                <a:latin typeface="Neue Haas Grotesk Text Pro" panose="020B0504020202020204" pitchFamily="34" charset="0"/>
              </a:rPr>
              <a:t>Enchantment</a:t>
            </a:r>
            <a:r>
              <a:rPr lang="cs-CZ" sz="2000" b="1" i="1" dirty="0">
                <a:solidFill>
                  <a:schemeClr val="bg1">
                    <a:alpha val="80000"/>
                  </a:schemeClr>
                </a:solidFill>
                <a:effectLst/>
                <a:latin typeface="Neue Haas Grotesk Text Pro" panose="020B0504020202020204" pitchFamily="34" charset="0"/>
              </a:rPr>
              <a:t>.</a:t>
            </a:r>
            <a:endParaRPr lang="cs-CZ" sz="2000" b="1" dirty="0">
              <a:solidFill>
                <a:schemeClr val="bg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285155"/>
      </p:ext>
    </p:extLst>
  </p:cSld>
  <p:clrMapOvr>
    <a:masterClrMapping/>
  </p:clrMapOvr>
</p:sld>
</file>

<file path=ppt/theme/theme1.xml><?xml version="1.0" encoding="utf-8"?>
<a:theme xmlns:a="http://schemas.openxmlformats.org/drawingml/2006/main" name="BjornVTI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76C6F4E2F935740B0FBB8A41883C973" ma:contentTypeVersion="10" ma:contentTypeDescription="Vytvoří nový dokument" ma:contentTypeScope="" ma:versionID="23cd27363f38d6b64723091815330e1f">
  <xsd:schema xmlns:xsd="http://www.w3.org/2001/XMLSchema" xmlns:xs="http://www.w3.org/2001/XMLSchema" xmlns:p="http://schemas.microsoft.com/office/2006/metadata/properties" xmlns:ns3="30a7c0b2-3957-4ee6-848f-03628eecaa28" targetNamespace="http://schemas.microsoft.com/office/2006/metadata/properties" ma:root="true" ma:fieldsID="c7c5b2ad7af1e60c9d6dcb52f7f6b57a" ns3:_="">
    <xsd:import namespace="30a7c0b2-3957-4ee6-848f-03628eecaa2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a7c0b2-3957-4ee6-848f-03628eecaa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A955468-EB09-4331-B876-0096F662290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B3A5DCC-A260-4752-A2F2-0B95ACC0AD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a7c0b2-3957-4ee6-848f-03628eecaa2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674FB10-ED9A-4C8E-BE9B-3574B94D8C8C}">
  <ds:schemaRefs>
    <ds:schemaRef ds:uri="http://schemas.microsoft.com/office/infopath/2007/PartnerControls"/>
    <ds:schemaRef ds:uri="http://purl.org/dc/elements/1.1/"/>
    <ds:schemaRef ds:uri="http://purl.org/dc/dcmitype/"/>
    <ds:schemaRef ds:uri="http://www.w3.org/XML/1998/namespace"/>
    <ds:schemaRef ds:uri="30a7c0b2-3957-4ee6-848f-03628eecaa28"/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952</TotalTime>
  <Words>319</Words>
  <Application>Microsoft Office PowerPoint</Application>
  <PresentationFormat>Širokoúhlá obrazovka</PresentationFormat>
  <Paragraphs>32</Paragraphs>
  <Slides>10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5" baseType="lpstr">
      <vt:lpstr>Arial</vt:lpstr>
      <vt:lpstr>Calibri</vt:lpstr>
      <vt:lpstr>Google Sans</vt:lpstr>
      <vt:lpstr>Neue Haas Grotesk Text Pro</vt:lpstr>
      <vt:lpstr>BjornVTI</vt:lpstr>
      <vt:lpstr>New Mexico </vt:lpstr>
      <vt:lpstr>New Mexico - The Land of Enchantment</vt:lpstr>
      <vt:lpstr>SOME INFORMATION</vt:lpstr>
      <vt:lpstr>MORE INFORMATION</vt:lpstr>
      <vt:lpstr>WHITE SANDS MISSILE RANGE AND NUCLEAR TESTS </vt:lpstr>
      <vt:lpstr>THE LOS ALAMOS</vt:lpstr>
      <vt:lpstr>THE TRINITY</vt:lpstr>
      <vt:lpstr>GEOGRAPHY AND HISTORY</vt:lpstr>
      <vt:lpstr>NATIVE AMERICANS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Mexico </dc:title>
  <dc:creator>Men Menson</dc:creator>
  <cp:lastModifiedBy>Men Menson</cp:lastModifiedBy>
  <cp:revision>2</cp:revision>
  <dcterms:created xsi:type="dcterms:W3CDTF">2023-12-29T16:14:38Z</dcterms:created>
  <dcterms:modified xsi:type="dcterms:W3CDTF">2024-01-03T14:58:12Z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0x010100A76C6F4E2F935740B0FBB8A41883C973</vt:lpwstr>
  </property>
</Properties>
</file>