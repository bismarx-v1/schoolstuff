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62" r:id="rId8"/>
    <p:sldId id="260" r:id="rId9"/>
    <p:sldId id="259" r:id="rId10"/>
    <p:sldId id="264" r:id="rId11"/>
    <p:sldId id="26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5839B-0691-4E66-9FD8-B7D80B038809}" v="10" dt="2025-12-11T09:19:12.695"/>
    <p1510:client id="{75D0B14F-42E5-49C8-AE84-038AE2CDB9F9}" v="1457" dt="2025-12-10T21:10:16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3D29FF4-9675-4331-8F08-7DEA826E30A3}"/>
    <pc:docChg chg="undo custSel addSld delSld modSld sldOrd">
      <pc:chgData name="Popov Savva" userId="bc132019-2944-47dc-b2a0-f031fbe56d5e" providerId="ADAL" clId="{F3D29FF4-9675-4331-8F08-7DEA826E30A3}" dt="2025-12-10T21:10:16.663" v="1457"/>
      <pc:docMkLst>
        <pc:docMk/>
      </pc:docMkLst>
      <pc:sldChg chg="addSp modSp mod">
        <pc:chgData name="Popov Savva" userId="bc132019-2944-47dc-b2a0-f031fbe56d5e" providerId="ADAL" clId="{F3D29FF4-9675-4331-8F08-7DEA826E30A3}" dt="2025-12-10T20:12:48.762" v="238" actId="1440"/>
        <pc:sldMkLst>
          <pc:docMk/>
          <pc:sldMk cId="3480540021" sldId="258"/>
        </pc:sldMkLst>
        <pc:spChg chg="mod">
          <ac:chgData name="Popov Savva" userId="bc132019-2944-47dc-b2a0-f031fbe56d5e" providerId="ADAL" clId="{F3D29FF4-9675-4331-8F08-7DEA826E30A3}" dt="2025-12-10T20:12:10.321" v="234" actId="20577"/>
          <ac:spMkLst>
            <pc:docMk/>
            <pc:sldMk cId="3480540021" sldId="258"/>
            <ac:spMk id="3" creationId="{3AC5788A-FA82-B691-75FF-82CBB775647F}"/>
          </ac:spMkLst>
        </pc:spChg>
        <pc:picChg chg="mod">
          <ac:chgData name="Popov Savva" userId="bc132019-2944-47dc-b2a0-f031fbe56d5e" providerId="ADAL" clId="{F3D29FF4-9675-4331-8F08-7DEA826E30A3}" dt="2025-12-10T20:11:33.076" v="222" actId="1076"/>
          <ac:picMkLst>
            <pc:docMk/>
            <pc:sldMk cId="3480540021" sldId="258"/>
            <ac:picMk id="5" creationId="{2640D81D-F298-2561-4A0B-1FB90C834BAD}"/>
          </ac:picMkLst>
        </pc:picChg>
        <pc:picChg chg="add mod">
          <ac:chgData name="Popov Savva" userId="bc132019-2944-47dc-b2a0-f031fbe56d5e" providerId="ADAL" clId="{F3D29FF4-9675-4331-8F08-7DEA826E30A3}" dt="2025-12-10T19:42:04.611" v="111" actId="1076"/>
          <ac:picMkLst>
            <pc:docMk/>
            <pc:sldMk cId="3480540021" sldId="258"/>
            <ac:picMk id="6" creationId="{FA1E3438-9D82-00D9-EDBD-F72D8F1DBA25}"/>
          </ac:picMkLst>
        </pc:picChg>
        <pc:picChg chg="add mod">
          <ac:chgData name="Popov Savva" userId="bc132019-2944-47dc-b2a0-f031fbe56d5e" providerId="ADAL" clId="{F3D29FF4-9675-4331-8F08-7DEA826E30A3}" dt="2025-12-10T20:12:48.762" v="238" actId="1440"/>
          <ac:picMkLst>
            <pc:docMk/>
            <pc:sldMk cId="3480540021" sldId="258"/>
            <ac:picMk id="8" creationId="{735A1DA9-81CB-D291-F16E-8846A737B5B8}"/>
          </ac:picMkLst>
        </pc:picChg>
        <pc:picChg chg="mod">
          <ac:chgData name="Popov Savva" userId="bc132019-2944-47dc-b2a0-f031fbe56d5e" providerId="ADAL" clId="{F3D29FF4-9675-4331-8F08-7DEA826E30A3}" dt="2025-12-10T19:35:25.112" v="86" actId="1076"/>
          <ac:picMkLst>
            <pc:docMk/>
            <pc:sldMk cId="3480540021" sldId="258"/>
            <ac:picMk id="9" creationId="{1EA9EF71-B829-14C9-F600-0FA5DDE89533}"/>
          </ac:picMkLst>
        </pc:picChg>
      </pc:sldChg>
      <pc:sldChg chg="addSp delSp modSp mod ord">
        <pc:chgData name="Popov Savva" userId="bc132019-2944-47dc-b2a0-f031fbe56d5e" providerId="ADAL" clId="{F3D29FF4-9675-4331-8F08-7DEA826E30A3}" dt="2025-12-10T21:08:54.697" v="1451" actId="1076"/>
        <pc:sldMkLst>
          <pc:docMk/>
          <pc:sldMk cId="4294426661" sldId="259"/>
        </pc:sldMkLst>
        <pc:spChg chg="mod">
          <ac:chgData name="Popov Savva" userId="bc132019-2944-47dc-b2a0-f031fbe56d5e" providerId="ADAL" clId="{F3D29FF4-9675-4331-8F08-7DEA826E30A3}" dt="2025-12-10T21:02:25.251" v="1224" actId="404"/>
          <ac:spMkLst>
            <pc:docMk/>
            <pc:sldMk cId="4294426661" sldId="259"/>
            <ac:spMk id="2" creationId="{8778066C-DBA9-4AEE-9117-B4BA42E6F65F}"/>
          </ac:spMkLst>
        </pc:spChg>
        <pc:spChg chg="mod">
          <ac:chgData name="Popov Savva" userId="bc132019-2944-47dc-b2a0-f031fbe56d5e" providerId="ADAL" clId="{F3D29FF4-9675-4331-8F08-7DEA826E30A3}" dt="2025-12-10T21:02:57.125" v="1261" actId="403"/>
          <ac:spMkLst>
            <pc:docMk/>
            <pc:sldMk cId="4294426661" sldId="259"/>
            <ac:spMk id="3" creationId="{04C97555-48B6-89B8-E46C-0ABE336CA236}"/>
          </ac:spMkLst>
        </pc:spChg>
        <pc:spChg chg="add mod">
          <ac:chgData name="Popov Savva" userId="bc132019-2944-47dc-b2a0-f031fbe56d5e" providerId="ADAL" clId="{F3D29FF4-9675-4331-8F08-7DEA826E30A3}" dt="2025-12-10T21:03:10.390" v="1264" actId="1076"/>
          <ac:spMkLst>
            <pc:docMk/>
            <pc:sldMk cId="4294426661" sldId="259"/>
            <ac:spMk id="8" creationId="{E93EF510-8976-929F-5F55-8711833FF740}"/>
          </ac:spMkLst>
        </pc:spChg>
        <pc:spChg chg="add mod">
          <ac:chgData name="Popov Savva" userId="bc132019-2944-47dc-b2a0-f031fbe56d5e" providerId="ADAL" clId="{F3D29FF4-9675-4331-8F08-7DEA826E30A3}" dt="2025-12-10T21:07:39.002" v="1443" actId="1076"/>
          <ac:spMkLst>
            <pc:docMk/>
            <pc:sldMk cId="4294426661" sldId="259"/>
            <ac:spMk id="10" creationId="{CC97DD31-B7C2-81A9-66B8-8F4D259A6A0E}"/>
          </ac:spMkLst>
        </pc:spChg>
        <pc:picChg chg="add del mod">
          <ac:chgData name="Popov Savva" userId="bc132019-2944-47dc-b2a0-f031fbe56d5e" providerId="ADAL" clId="{F3D29FF4-9675-4331-8F08-7DEA826E30A3}" dt="2025-12-10T20:56:17.754" v="970" actId="21"/>
          <ac:picMkLst>
            <pc:docMk/>
            <pc:sldMk cId="4294426661" sldId="259"/>
            <ac:picMk id="5" creationId="{EC986625-1931-AA2F-592B-DB00450C19BF}"/>
          </ac:picMkLst>
        </pc:picChg>
        <pc:picChg chg="add mod">
          <ac:chgData name="Popov Savva" userId="bc132019-2944-47dc-b2a0-f031fbe56d5e" providerId="ADAL" clId="{F3D29FF4-9675-4331-8F08-7DEA826E30A3}" dt="2025-12-10T21:02:48.554" v="1257" actId="1076"/>
          <ac:picMkLst>
            <pc:docMk/>
            <pc:sldMk cId="4294426661" sldId="259"/>
            <ac:picMk id="6" creationId="{61FBDE07-1353-C10C-1E42-FA381B2D07DC}"/>
          </ac:picMkLst>
        </pc:picChg>
        <pc:picChg chg="del mod">
          <ac:chgData name="Popov Savva" userId="bc132019-2944-47dc-b2a0-f031fbe56d5e" providerId="ADAL" clId="{F3D29FF4-9675-4331-8F08-7DEA826E30A3}" dt="2025-12-10T20:56:05.166" v="962" actId="21"/>
          <ac:picMkLst>
            <pc:docMk/>
            <pc:sldMk cId="4294426661" sldId="259"/>
            <ac:picMk id="7" creationId="{8A5F9ABB-D89E-E499-413C-F33B609BDBD1}"/>
          </ac:picMkLst>
        </pc:picChg>
        <pc:picChg chg="del mod">
          <ac:chgData name="Popov Savva" userId="bc132019-2944-47dc-b2a0-f031fbe56d5e" providerId="ADAL" clId="{F3D29FF4-9675-4331-8F08-7DEA826E30A3}" dt="2025-12-10T20:56:17.754" v="970" actId="21"/>
          <ac:picMkLst>
            <pc:docMk/>
            <pc:sldMk cId="4294426661" sldId="259"/>
            <ac:picMk id="9" creationId="{F3E329B8-F0CD-B681-4719-D5A0B69381CA}"/>
          </ac:picMkLst>
        </pc:picChg>
        <pc:picChg chg="del mod">
          <ac:chgData name="Popov Savva" userId="bc132019-2944-47dc-b2a0-f031fbe56d5e" providerId="ADAL" clId="{F3D29FF4-9675-4331-8F08-7DEA826E30A3}" dt="2025-12-10T20:56:17.754" v="970" actId="21"/>
          <ac:picMkLst>
            <pc:docMk/>
            <pc:sldMk cId="4294426661" sldId="259"/>
            <ac:picMk id="11" creationId="{982E1392-DB52-054D-2F71-5187B9E0CA2B}"/>
          </ac:picMkLst>
        </pc:picChg>
        <pc:picChg chg="add mod">
          <ac:chgData name="Popov Savva" userId="bc132019-2944-47dc-b2a0-f031fbe56d5e" providerId="ADAL" clId="{F3D29FF4-9675-4331-8F08-7DEA826E30A3}" dt="2025-12-10T21:08:54.697" v="1451" actId="1076"/>
          <ac:picMkLst>
            <pc:docMk/>
            <pc:sldMk cId="4294426661" sldId="259"/>
            <ac:picMk id="13" creationId="{8CD680A7-2402-F9C9-72AE-E75D924BFDBB}"/>
          </ac:picMkLst>
        </pc:picChg>
      </pc:sldChg>
      <pc:sldChg chg="addSp delSp modSp mod">
        <pc:chgData name="Popov Savva" userId="bc132019-2944-47dc-b2a0-f031fbe56d5e" providerId="ADAL" clId="{F3D29FF4-9675-4331-8F08-7DEA826E30A3}" dt="2025-12-10T21:02:15.809" v="1216"/>
        <pc:sldMkLst>
          <pc:docMk/>
          <pc:sldMk cId="1474947254" sldId="260"/>
        </pc:sldMkLst>
        <pc:spChg chg="mod">
          <ac:chgData name="Popov Savva" userId="bc132019-2944-47dc-b2a0-f031fbe56d5e" providerId="ADAL" clId="{F3D29FF4-9675-4331-8F08-7DEA826E30A3}" dt="2025-12-10T20:45:31.881" v="714" actId="20577"/>
          <ac:spMkLst>
            <pc:docMk/>
            <pc:sldMk cId="1474947254" sldId="260"/>
            <ac:spMk id="2" creationId="{B9817BD2-C743-555C-91F4-F83B6ECFCAA0}"/>
          </ac:spMkLst>
        </pc:spChg>
        <pc:spChg chg="mod">
          <ac:chgData name="Popov Savva" userId="bc132019-2944-47dc-b2a0-f031fbe56d5e" providerId="ADAL" clId="{F3D29FF4-9675-4331-8F08-7DEA826E30A3}" dt="2025-12-10T20:58:56.456" v="1053" actId="20577"/>
          <ac:spMkLst>
            <pc:docMk/>
            <pc:sldMk cId="1474947254" sldId="260"/>
            <ac:spMk id="3" creationId="{70FB0528-9EE3-7033-79F3-B22AB00D82F3}"/>
          </ac:spMkLst>
        </pc:spChg>
        <pc:picChg chg="del mod">
          <ac:chgData name="Popov Savva" userId="bc132019-2944-47dc-b2a0-f031fbe56d5e" providerId="ADAL" clId="{F3D29FF4-9675-4331-8F08-7DEA826E30A3}" dt="2025-12-10T20:36:51.491" v="427" actId="21"/>
          <ac:picMkLst>
            <pc:docMk/>
            <pc:sldMk cId="1474947254" sldId="260"/>
            <ac:picMk id="5" creationId="{B97B37AF-85E3-5E33-363A-D8C818566B7A}"/>
          </ac:picMkLst>
        </pc:picChg>
        <pc:picChg chg="add mod">
          <ac:chgData name="Popov Savva" userId="bc132019-2944-47dc-b2a0-f031fbe56d5e" providerId="ADAL" clId="{F3D29FF4-9675-4331-8F08-7DEA826E30A3}" dt="2025-12-10T21:02:15.809" v="1216"/>
          <ac:picMkLst>
            <pc:docMk/>
            <pc:sldMk cId="1474947254" sldId="260"/>
            <ac:picMk id="6" creationId="{23FD9D01-4D21-7CA6-AF85-0115D833F82F}"/>
          </ac:picMkLst>
        </pc:picChg>
        <pc:picChg chg="del mod">
          <ac:chgData name="Popov Savva" userId="bc132019-2944-47dc-b2a0-f031fbe56d5e" providerId="ADAL" clId="{F3D29FF4-9675-4331-8F08-7DEA826E30A3}" dt="2025-12-10T20:48:04.210" v="717" actId="21"/>
          <ac:picMkLst>
            <pc:docMk/>
            <pc:sldMk cId="1474947254" sldId="260"/>
            <ac:picMk id="7" creationId="{5EDBD02D-BE94-A73A-A130-38EB1A6EF5C0}"/>
          </ac:picMkLst>
        </pc:picChg>
        <pc:picChg chg="add mod">
          <ac:chgData name="Popov Savva" userId="bc132019-2944-47dc-b2a0-f031fbe56d5e" providerId="ADAL" clId="{F3D29FF4-9675-4331-8F08-7DEA826E30A3}" dt="2025-12-10T20:57:46.579" v="1014"/>
          <ac:picMkLst>
            <pc:docMk/>
            <pc:sldMk cId="1474947254" sldId="260"/>
            <ac:picMk id="10" creationId="{8A5F9ABB-D89E-E499-413C-F33B609BDBD1}"/>
          </ac:picMkLst>
        </pc:picChg>
        <pc:picChg chg="add mod">
          <ac:chgData name="Popov Savva" userId="bc132019-2944-47dc-b2a0-f031fbe56d5e" providerId="ADAL" clId="{F3D29FF4-9675-4331-8F08-7DEA826E30A3}" dt="2025-12-10T20:57:46.579" v="1014"/>
          <ac:picMkLst>
            <pc:docMk/>
            <pc:sldMk cId="1474947254" sldId="260"/>
            <ac:picMk id="12" creationId="{F3E329B8-F0CD-B681-4719-D5A0B69381CA}"/>
          </ac:picMkLst>
        </pc:picChg>
        <pc:picChg chg="add mod">
          <ac:chgData name="Popov Savva" userId="bc132019-2944-47dc-b2a0-f031fbe56d5e" providerId="ADAL" clId="{F3D29FF4-9675-4331-8F08-7DEA826E30A3}" dt="2025-12-10T20:57:46.579" v="1014"/>
          <ac:picMkLst>
            <pc:docMk/>
            <pc:sldMk cId="1474947254" sldId="260"/>
            <ac:picMk id="14" creationId="{98A6BDDA-0629-68E2-C640-DCC28F79A8B1}"/>
          </ac:picMkLst>
        </pc:picChg>
        <pc:picChg chg="add mod">
          <ac:chgData name="Popov Savva" userId="bc132019-2944-47dc-b2a0-f031fbe56d5e" providerId="ADAL" clId="{F3D29FF4-9675-4331-8F08-7DEA826E30A3}" dt="2025-12-10T20:57:46.579" v="1014"/>
          <ac:picMkLst>
            <pc:docMk/>
            <pc:sldMk cId="1474947254" sldId="260"/>
            <ac:picMk id="15" creationId="{9031C8B0-BAE9-9C47-BB69-849B670237FD}"/>
          </ac:picMkLst>
        </pc:picChg>
        <pc:picChg chg="add mod">
          <ac:chgData name="Popov Savva" userId="bc132019-2944-47dc-b2a0-f031fbe56d5e" providerId="ADAL" clId="{F3D29FF4-9675-4331-8F08-7DEA826E30A3}" dt="2025-12-10T20:57:46.579" v="1014"/>
          <ac:picMkLst>
            <pc:docMk/>
            <pc:sldMk cId="1474947254" sldId="260"/>
            <ac:picMk id="16" creationId="{A73897F4-78C0-91EE-8965-650A01E4049A}"/>
          </ac:picMkLst>
        </pc:picChg>
      </pc:sldChg>
      <pc:sldChg chg="addSp delSp modSp del mod">
        <pc:chgData name="Popov Savva" userId="bc132019-2944-47dc-b2a0-f031fbe56d5e" providerId="ADAL" clId="{F3D29FF4-9675-4331-8F08-7DEA826E30A3}" dt="2025-12-10T20:57:53.383" v="1015" actId="47"/>
        <pc:sldMkLst>
          <pc:docMk/>
          <pc:sldMk cId="1317032234" sldId="261"/>
        </pc:sldMkLst>
        <pc:spChg chg="mod">
          <ac:chgData name="Popov Savva" userId="bc132019-2944-47dc-b2a0-f031fbe56d5e" providerId="ADAL" clId="{F3D29FF4-9675-4331-8F08-7DEA826E30A3}" dt="2025-12-10T20:07:25.305" v="140" actId="20577"/>
          <ac:spMkLst>
            <pc:docMk/>
            <pc:sldMk cId="1317032234" sldId="261"/>
            <ac:spMk id="2" creationId="{9CC0D4EB-3A13-2EEA-B7F6-5E6CFB820181}"/>
          </ac:spMkLst>
        </pc:spChg>
        <pc:spChg chg="add del mod">
          <ac:chgData name="Popov Savva" userId="bc132019-2944-47dc-b2a0-f031fbe56d5e" providerId="ADAL" clId="{F3D29FF4-9675-4331-8F08-7DEA826E30A3}" dt="2025-12-10T20:23:37.395" v="423" actId="20577"/>
          <ac:spMkLst>
            <pc:docMk/>
            <pc:sldMk cId="1317032234" sldId="261"/>
            <ac:spMk id="3" creationId="{592DA395-B2F1-9B72-8F8A-21AF07F3A27E}"/>
          </ac:spMkLst>
        </pc:spChg>
        <pc:picChg chg="add mod">
          <ac:chgData name="Popov Savva" userId="bc132019-2944-47dc-b2a0-f031fbe56d5e" providerId="ADAL" clId="{F3D29FF4-9675-4331-8F08-7DEA826E30A3}" dt="2025-12-10T19:34:31.634" v="1"/>
          <ac:picMkLst>
            <pc:docMk/>
            <pc:sldMk cId="1317032234" sldId="261"/>
            <ac:picMk id="5" creationId="{34D1CB41-B098-F5AB-19AB-ECB0E1F9BE1F}"/>
          </ac:picMkLst>
        </pc:picChg>
        <pc:picChg chg="add mod">
          <ac:chgData name="Popov Savva" userId="bc132019-2944-47dc-b2a0-f031fbe56d5e" providerId="ADAL" clId="{F3D29FF4-9675-4331-8F08-7DEA826E30A3}" dt="2025-12-10T19:34:36.763" v="9"/>
          <ac:picMkLst>
            <pc:docMk/>
            <pc:sldMk cId="1317032234" sldId="261"/>
            <ac:picMk id="7" creationId="{1C93EA35-066D-E7A5-A5CA-5686A6E8F120}"/>
          </ac:picMkLst>
        </pc:picChg>
        <pc:picChg chg="add mod">
          <ac:chgData name="Popov Savva" userId="bc132019-2944-47dc-b2a0-f031fbe56d5e" providerId="ADAL" clId="{F3D29FF4-9675-4331-8F08-7DEA826E30A3}" dt="2025-12-10T20:56:58.633" v="1000" actId="1076"/>
          <ac:picMkLst>
            <pc:docMk/>
            <pc:sldMk cId="1317032234" sldId="261"/>
            <ac:picMk id="9" creationId="{E6471DCF-FB8C-8CD4-0A1E-3E76E9160395}"/>
          </ac:picMkLst>
        </pc:picChg>
        <pc:picChg chg="add del mod">
          <ac:chgData name="Popov Savva" userId="bc132019-2944-47dc-b2a0-f031fbe56d5e" providerId="ADAL" clId="{F3D29FF4-9675-4331-8F08-7DEA826E30A3}" dt="2025-12-10T20:57:43.292" v="1013" actId="21"/>
          <ac:picMkLst>
            <pc:docMk/>
            <pc:sldMk cId="1317032234" sldId="261"/>
            <ac:picMk id="10" creationId="{8A5F9ABB-D89E-E499-413C-F33B609BDBD1}"/>
          </ac:picMkLst>
        </pc:picChg>
        <pc:picChg chg="add mod">
          <ac:chgData name="Popov Savva" userId="bc132019-2944-47dc-b2a0-f031fbe56d5e" providerId="ADAL" clId="{F3D29FF4-9675-4331-8F08-7DEA826E30A3}" dt="2025-12-10T20:57:00.797" v="1002" actId="1076"/>
          <ac:picMkLst>
            <pc:docMk/>
            <pc:sldMk cId="1317032234" sldId="261"/>
            <ac:picMk id="11" creationId="{EC986625-1931-AA2F-592B-DB00450C19BF}"/>
          </ac:picMkLst>
        </pc:picChg>
        <pc:picChg chg="add del mod">
          <ac:chgData name="Popov Savva" userId="bc132019-2944-47dc-b2a0-f031fbe56d5e" providerId="ADAL" clId="{F3D29FF4-9675-4331-8F08-7DEA826E30A3}" dt="2025-12-10T20:57:43.292" v="1013" actId="21"/>
          <ac:picMkLst>
            <pc:docMk/>
            <pc:sldMk cId="1317032234" sldId="261"/>
            <ac:picMk id="12" creationId="{F3E329B8-F0CD-B681-4719-D5A0B69381CA}"/>
          </ac:picMkLst>
        </pc:picChg>
        <pc:picChg chg="add mod">
          <ac:chgData name="Popov Savva" userId="bc132019-2944-47dc-b2a0-f031fbe56d5e" providerId="ADAL" clId="{F3D29FF4-9675-4331-8F08-7DEA826E30A3}" dt="2025-12-10T20:57:00.022" v="1001" actId="1076"/>
          <ac:picMkLst>
            <pc:docMk/>
            <pc:sldMk cId="1317032234" sldId="261"/>
            <ac:picMk id="13" creationId="{982E1392-DB52-054D-2F71-5187B9E0CA2B}"/>
          </ac:picMkLst>
        </pc:picChg>
        <pc:picChg chg="add del mod">
          <ac:chgData name="Popov Savva" userId="bc132019-2944-47dc-b2a0-f031fbe56d5e" providerId="ADAL" clId="{F3D29FF4-9675-4331-8F08-7DEA826E30A3}" dt="2025-12-10T20:57:43.292" v="1013" actId="21"/>
          <ac:picMkLst>
            <pc:docMk/>
            <pc:sldMk cId="1317032234" sldId="261"/>
            <ac:picMk id="14" creationId="{98A6BDDA-0629-68E2-C640-DCC28F79A8B1}"/>
          </ac:picMkLst>
        </pc:picChg>
        <pc:picChg chg="add del mod">
          <ac:chgData name="Popov Savva" userId="bc132019-2944-47dc-b2a0-f031fbe56d5e" providerId="ADAL" clId="{F3D29FF4-9675-4331-8F08-7DEA826E30A3}" dt="2025-12-10T20:57:43.292" v="1013" actId="21"/>
          <ac:picMkLst>
            <pc:docMk/>
            <pc:sldMk cId="1317032234" sldId="261"/>
            <ac:picMk id="15" creationId="{9031C8B0-BAE9-9C47-BB69-849B670237FD}"/>
          </ac:picMkLst>
        </pc:picChg>
        <pc:picChg chg="add del mod">
          <ac:chgData name="Popov Savva" userId="bc132019-2944-47dc-b2a0-f031fbe56d5e" providerId="ADAL" clId="{F3D29FF4-9675-4331-8F08-7DEA826E30A3}" dt="2025-12-10T20:57:43.292" v="1013" actId="21"/>
          <ac:picMkLst>
            <pc:docMk/>
            <pc:sldMk cId="1317032234" sldId="261"/>
            <ac:picMk id="16" creationId="{A73897F4-78C0-91EE-8965-650A01E4049A}"/>
          </ac:picMkLst>
        </pc:picChg>
        <pc:picChg chg="add del mod">
          <ac:chgData name="Popov Savva" userId="bc132019-2944-47dc-b2a0-f031fbe56d5e" providerId="ADAL" clId="{F3D29FF4-9675-4331-8F08-7DEA826E30A3}" dt="2025-12-10T20:57:40.563" v="1012" actId="21"/>
          <ac:picMkLst>
            <pc:docMk/>
            <pc:sldMk cId="1317032234" sldId="261"/>
            <ac:picMk id="17" creationId="{1895A6C8-FA62-274A-6547-F0FC6BECAD5C}"/>
          </ac:picMkLst>
        </pc:picChg>
        <pc:picChg chg="add del mod">
          <ac:chgData name="Popov Savva" userId="bc132019-2944-47dc-b2a0-f031fbe56d5e" providerId="ADAL" clId="{F3D29FF4-9675-4331-8F08-7DEA826E30A3}" dt="2025-12-10T20:57:40.563" v="1012" actId="21"/>
          <ac:picMkLst>
            <pc:docMk/>
            <pc:sldMk cId="1317032234" sldId="261"/>
            <ac:picMk id="18" creationId="{A95FD2ED-88CE-90F6-92A8-6DFB4037AE4E}"/>
          </ac:picMkLst>
        </pc:picChg>
        <pc:picChg chg="add del mod">
          <ac:chgData name="Popov Savva" userId="bc132019-2944-47dc-b2a0-f031fbe56d5e" providerId="ADAL" clId="{F3D29FF4-9675-4331-8F08-7DEA826E30A3}" dt="2025-12-10T20:57:40.563" v="1012" actId="21"/>
          <ac:picMkLst>
            <pc:docMk/>
            <pc:sldMk cId="1317032234" sldId="261"/>
            <ac:picMk id="19" creationId="{820195D5-8242-EE60-FBC9-E1BF65C82E2E}"/>
          </ac:picMkLst>
        </pc:picChg>
        <pc:picChg chg="add del mod">
          <ac:chgData name="Popov Savva" userId="bc132019-2944-47dc-b2a0-f031fbe56d5e" providerId="ADAL" clId="{F3D29FF4-9675-4331-8F08-7DEA826E30A3}" dt="2025-12-10T20:57:40.563" v="1012" actId="21"/>
          <ac:picMkLst>
            <pc:docMk/>
            <pc:sldMk cId="1317032234" sldId="261"/>
            <ac:picMk id="20" creationId="{2FFC97E5-47CA-9C9A-2C69-048753C0BD58}"/>
          </ac:picMkLst>
        </pc:picChg>
        <pc:picChg chg="add del mod">
          <ac:chgData name="Popov Savva" userId="bc132019-2944-47dc-b2a0-f031fbe56d5e" providerId="ADAL" clId="{F3D29FF4-9675-4331-8F08-7DEA826E30A3}" dt="2025-12-10T20:57:40.563" v="1012" actId="21"/>
          <ac:picMkLst>
            <pc:docMk/>
            <pc:sldMk cId="1317032234" sldId="261"/>
            <ac:picMk id="21" creationId="{F67C35DE-CD7A-2BA7-1D92-247A0CFA2CBC}"/>
          </ac:picMkLst>
        </pc:picChg>
      </pc:sldChg>
      <pc:sldChg chg="addSp modSp add mod">
        <pc:chgData name="Popov Savva" userId="bc132019-2944-47dc-b2a0-f031fbe56d5e" providerId="ADAL" clId="{F3D29FF4-9675-4331-8F08-7DEA826E30A3}" dt="2025-12-10T20:57:09.695" v="1005" actId="14100"/>
        <pc:sldMkLst>
          <pc:docMk/>
          <pc:sldMk cId="1720177833" sldId="262"/>
        </pc:sldMkLst>
        <pc:spChg chg="mod">
          <ac:chgData name="Popov Savva" userId="bc132019-2944-47dc-b2a0-f031fbe56d5e" providerId="ADAL" clId="{F3D29FF4-9675-4331-8F08-7DEA826E30A3}" dt="2025-12-10T20:41:53.008" v="597" actId="20577"/>
          <ac:spMkLst>
            <pc:docMk/>
            <pc:sldMk cId="1720177833" sldId="262"/>
            <ac:spMk id="3" creationId="{81397DCB-6A9E-EB79-FEBF-5CA954F77DDF}"/>
          </ac:spMkLst>
        </pc:spChg>
        <pc:picChg chg="add mod">
          <ac:chgData name="Popov Savva" userId="bc132019-2944-47dc-b2a0-f031fbe56d5e" providerId="ADAL" clId="{F3D29FF4-9675-4331-8F08-7DEA826E30A3}" dt="2025-12-10T20:57:09.695" v="1005" actId="14100"/>
          <ac:picMkLst>
            <pc:docMk/>
            <pc:sldMk cId="1720177833" sldId="262"/>
            <ac:picMk id="5" creationId="{B97B37AF-85E3-5E33-363A-D8C818566B7A}"/>
          </ac:picMkLst>
        </pc:picChg>
      </pc:sldChg>
      <pc:sldChg chg="addSp modSp new mod">
        <pc:chgData name="Popov Savva" userId="bc132019-2944-47dc-b2a0-f031fbe56d5e" providerId="ADAL" clId="{F3D29FF4-9675-4331-8F08-7DEA826E30A3}" dt="2025-12-10T21:09:51.390" v="1455" actId="1076"/>
        <pc:sldMkLst>
          <pc:docMk/>
          <pc:sldMk cId="4238668881" sldId="263"/>
        </pc:sldMkLst>
        <pc:spChg chg="mod">
          <ac:chgData name="Popov Savva" userId="bc132019-2944-47dc-b2a0-f031fbe56d5e" providerId="ADAL" clId="{F3D29FF4-9675-4331-8F08-7DEA826E30A3}" dt="2025-12-10T20:48:23.825" v="759" actId="20577"/>
          <ac:spMkLst>
            <pc:docMk/>
            <pc:sldMk cId="4238668881" sldId="263"/>
            <ac:spMk id="2" creationId="{A91B2B69-2BB1-B763-A02A-35FBE3E68E1F}"/>
          </ac:spMkLst>
        </pc:spChg>
        <pc:spChg chg="mod">
          <ac:chgData name="Popov Savva" userId="bc132019-2944-47dc-b2a0-f031fbe56d5e" providerId="ADAL" clId="{F3D29FF4-9675-4331-8F08-7DEA826E30A3}" dt="2025-12-10T21:09:50.411" v="1454" actId="1076"/>
          <ac:spMkLst>
            <pc:docMk/>
            <pc:sldMk cId="4238668881" sldId="263"/>
            <ac:spMk id="3" creationId="{F574FDE5-FACB-F01B-4A0F-D156E898433A}"/>
          </ac:spMkLst>
        </pc:spChg>
        <pc:picChg chg="add mod">
          <ac:chgData name="Popov Savva" userId="bc132019-2944-47dc-b2a0-f031fbe56d5e" providerId="ADAL" clId="{F3D29FF4-9675-4331-8F08-7DEA826E30A3}" dt="2025-12-10T20:54:05.605" v="928" actId="1076"/>
          <ac:picMkLst>
            <pc:docMk/>
            <pc:sldMk cId="4238668881" sldId="263"/>
            <ac:picMk id="5" creationId="{3A41BB66-21E6-E27F-5AE9-C4E505593526}"/>
          </ac:picMkLst>
        </pc:picChg>
        <pc:picChg chg="add mod">
          <ac:chgData name="Popov Savva" userId="bc132019-2944-47dc-b2a0-f031fbe56d5e" providerId="ADAL" clId="{F3D29FF4-9675-4331-8F08-7DEA826E30A3}" dt="2025-12-10T21:00:27.423" v="1067" actId="1076"/>
          <ac:picMkLst>
            <pc:docMk/>
            <pc:sldMk cId="4238668881" sldId="263"/>
            <ac:picMk id="7" creationId="{5EDBD02D-BE94-A73A-A130-38EB1A6EF5C0}"/>
          </ac:picMkLst>
        </pc:picChg>
        <pc:picChg chg="add mod">
          <ac:chgData name="Popov Savva" userId="bc132019-2944-47dc-b2a0-f031fbe56d5e" providerId="ADAL" clId="{F3D29FF4-9675-4331-8F08-7DEA826E30A3}" dt="2025-12-10T21:09:51.390" v="1455" actId="1076"/>
          <ac:picMkLst>
            <pc:docMk/>
            <pc:sldMk cId="4238668881" sldId="263"/>
            <ac:picMk id="8" creationId="{68A5874C-2521-9B0D-9DB4-9C8B7F8C6389}"/>
          </ac:picMkLst>
        </pc:picChg>
        <pc:picChg chg="add mod">
          <ac:chgData name="Popov Savva" userId="bc132019-2944-47dc-b2a0-f031fbe56d5e" providerId="ADAL" clId="{F3D29FF4-9675-4331-8F08-7DEA826E30A3}" dt="2025-12-10T20:54:28.614" v="943" actId="1076"/>
          <ac:picMkLst>
            <pc:docMk/>
            <pc:sldMk cId="4238668881" sldId="263"/>
            <ac:picMk id="10" creationId="{D8807E46-0983-D648-6839-53A2EB0FDD9E}"/>
          </ac:picMkLst>
        </pc:picChg>
        <pc:picChg chg="add mod">
          <ac:chgData name="Popov Savva" userId="bc132019-2944-47dc-b2a0-f031fbe56d5e" providerId="ADAL" clId="{F3D29FF4-9675-4331-8F08-7DEA826E30A3}" dt="2025-12-10T20:54:41.950" v="948" actId="1076"/>
          <ac:picMkLst>
            <pc:docMk/>
            <pc:sldMk cId="4238668881" sldId="263"/>
            <ac:picMk id="12" creationId="{D545F387-89AC-BA26-112C-90744176CA19}"/>
          </ac:picMkLst>
        </pc:picChg>
        <pc:picChg chg="add mod">
          <ac:chgData name="Popov Savva" userId="bc132019-2944-47dc-b2a0-f031fbe56d5e" providerId="ADAL" clId="{F3D29FF4-9675-4331-8F08-7DEA826E30A3}" dt="2025-12-10T20:54:51.825" v="954" actId="1076"/>
          <ac:picMkLst>
            <pc:docMk/>
            <pc:sldMk cId="4238668881" sldId="263"/>
            <ac:picMk id="14" creationId="{11F22D7D-0054-5EE8-18A8-CDF31E438C39}"/>
          </ac:picMkLst>
        </pc:picChg>
      </pc:sldChg>
      <pc:sldChg chg="add del">
        <pc:chgData name="Popov Savva" userId="bc132019-2944-47dc-b2a0-f031fbe56d5e" providerId="ADAL" clId="{F3D29FF4-9675-4331-8F08-7DEA826E30A3}" dt="2025-12-10T21:10:16.663" v="1457"/>
        <pc:sldMkLst>
          <pc:docMk/>
          <pc:sldMk cId="1757515933" sldId="264"/>
        </pc:sldMkLst>
      </pc:sldChg>
    </pc:docChg>
  </pc:docChgLst>
  <pc:docChgLst>
    <pc:chgData name="Popov Savva" userId="bc132019-2944-47dc-b2a0-f031fbe56d5e" providerId="ADAL" clId="{B84700EE-EDA8-4C97-AAF0-D93C0F245FB9}"/>
    <pc:docChg chg="undo custSel addSld delSld modSld">
      <pc:chgData name="Popov Savva" userId="bc132019-2944-47dc-b2a0-f031fbe56d5e" providerId="ADAL" clId="{B84700EE-EDA8-4C97-AAF0-D93C0F245FB9}" dt="2025-12-11T09:19:27.392" v="171" actId="478"/>
      <pc:docMkLst>
        <pc:docMk/>
      </pc:docMkLst>
      <pc:sldChg chg="modSp mod">
        <pc:chgData name="Popov Savva" userId="bc132019-2944-47dc-b2a0-f031fbe56d5e" providerId="ADAL" clId="{B84700EE-EDA8-4C97-AAF0-D93C0F245FB9}" dt="2025-12-11T09:14:43.476" v="97" actId="20577"/>
        <pc:sldMkLst>
          <pc:docMk/>
          <pc:sldMk cId="4294426661" sldId="259"/>
        </pc:sldMkLst>
        <pc:spChg chg="mod">
          <ac:chgData name="Popov Savva" userId="bc132019-2944-47dc-b2a0-f031fbe56d5e" providerId="ADAL" clId="{B84700EE-EDA8-4C97-AAF0-D93C0F245FB9}" dt="2025-12-11T09:14:43.476" v="97" actId="20577"/>
          <ac:spMkLst>
            <pc:docMk/>
            <pc:sldMk cId="4294426661" sldId="259"/>
            <ac:spMk id="3" creationId="{04C97555-48B6-89B8-E46C-0ABE336CA236}"/>
          </ac:spMkLst>
        </pc:spChg>
      </pc:sldChg>
      <pc:sldChg chg="addSp delSp modSp add mod">
        <pc:chgData name="Popov Savva" userId="bc132019-2944-47dc-b2a0-f031fbe56d5e" providerId="ADAL" clId="{B84700EE-EDA8-4C97-AAF0-D93C0F245FB9}" dt="2025-12-11T09:19:06.802" v="134" actId="27636"/>
        <pc:sldMkLst>
          <pc:docMk/>
          <pc:sldMk cId="2053184772" sldId="264"/>
        </pc:sldMkLst>
        <pc:spChg chg="mod">
          <ac:chgData name="Popov Savva" userId="bc132019-2944-47dc-b2a0-f031fbe56d5e" providerId="ADAL" clId="{B84700EE-EDA8-4C97-AAF0-D93C0F245FB9}" dt="2025-12-11T09:12:53.627" v="36" actId="20577"/>
          <ac:spMkLst>
            <pc:docMk/>
            <pc:sldMk cId="2053184772" sldId="264"/>
            <ac:spMk id="2" creationId="{144681B2-20F8-FAB7-1C62-35F3A4CEADDD}"/>
          </ac:spMkLst>
        </pc:spChg>
        <pc:spChg chg="mod">
          <ac:chgData name="Popov Savva" userId="bc132019-2944-47dc-b2a0-f031fbe56d5e" providerId="ADAL" clId="{B84700EE-EDA8-4C97-AAF0-D93C0F245FB9}" dt="2025-12-11T09:19:06.802" v="134" actId="27636"/>
          <ac:spMkLst>
            <pc:docMk/>
            <pc:sldMk cId="2053184772" sldId="264"/>
            <ac:spMk id="3" creationId="{E12C3D6C-B002-D1A8-C583-0374BA88F295}"/>
          </ac:spMkLst>
        </pc:spChg>
        <pc:spChg chg="add del">
          <ac:chgData name="Popov Savva" userId="bc132019-2944-47dc-b2a0-f031fbe56d5e" providerId="ADAL" clId="{B84700EE-EDA8-4C97-AAF0-D93C0F245FB9}" dt="2025-12-11T09:16:47.794" v="112" actId="22"/>
          <ac:spMkLst>
            <pc:docMk/>
            <pc:sldMk cId="2053184772" sldId="264"/>
            <ac:spMk id="5" creationId="{2C9E8B15-F54B-F51E-6187-CB9A7A48850E}"/>
          </ac:spMkLst>
        </pc:spChg>
        <pc:spChg chg="del">
          <ac:chgData name="Popov Savva" userId="bc132019-2944-47dc-b2a0-f031fbe56d5e" providerId="ADAL" clId="{B84700EE-EDA8-4C97-AAF0-D93C0F245FB9}" dt="2025-12-11T09:11:36.675" v="7" actId="478"/>
          <ac:spMkLst>
            <pc:docMk/>
            <pc:sldMk cId="2053184772" sldId="264"/>
            <ac:spMk id="8" creationId="{2DABA563-920E-208C-8330-FAD6F33177E7}"/>
          </ac:spMkLst>
        </pc:spChg>
        <pc:spChg chg="del">
          <ac:chgData name="Popov Savva" userId="bc132019-2944-47dc-b2a0-f031fbe56d5e" providerId="ADAL" clId="{B84700EE-EDA8-4C97-AAF0-D93C0F245FB9}" dt="2025-12-11T09:11:34.490" v="6" actId="478"/>
          <ac:spMkLst>
            <pc:docMk/>
            <pc:sldMk cId="2053184772" sldId="264"/>
            <ac:spMk id="10" creationId="{105E68A5-116E-6AA5-EC37-9100B365F94A}"/>
          </ac:spMkLst>
        </pc:spChg>
        <pc:picChg chg="del">
          <ac:chgData name="Popov Savva" userId="bc132019-2944-47dc-b2a0-f031fbe56d5e" providerId="ADAL" clId="{B84700EE-EDA8-4C97-AAF0-D93C0F245FB9}" dt="2025-12-11T09:11:31.927" v="5" actId="478"/>
          <ac:picMkLst>
            <pc:docMk/>
            <pc:sldMk cId="2053184772" sldId="264"/>
            <ac:picMk id="6" creationId="{F7C127E4-561A-5638-BBB7-4BFE17D01471}"/>
          </ac:picMkLst>
        </pc:picChg>
        <pc:picChg chg="add mod">
          <ac:chgData name="Popov Savva" userId="bc132019-2944-47dc-b2a0-f031fbe56d5e" providerId="ADAL" clId="{B84700EE-EDA8-4C97-AAF0-D93C0F245FB9}" dt="2025-12-11T09:16:57.331" v="118" actId="1076"/>
          <ac:picMkLst>
            <pc:docMk/>
            <pc:sldMk cId="2053184772" sldId="264"/>
            <ac:picMk id="9" creationId="{B7CE282A-5830-6297-0024-86E883266BAD}"/>
          </ac:picMkLst>
        </pc:picChg>
        <pc:picChg chg="add mod">
          <ac:chgData name="Popov Savva" userId="bc132019-2944-47dc-b2a0-f031fbe56d5e" providerId="ADAL" clId="{B84700EE-EDA8-4C97-AAF0-D93C0F245FB9}" dt="2025-12-11T09:17:41.309" v="123" actId="1076"/>
          <ac:picMkLst>
            <pc:docMk/>
            <pc:sldMk cId="2053184772" sldId="264"/>
            <ac:picMk id="12" creationId="{F2585754-639B-FC21-911F-75D92A299C37}"/>
          </ac:picMkLst>
        </pc:picChg>
        <pc:picChg chg="del">
          <ac:chgData name="Popov Savva" userId="bc132019-2944-47dc-b2a0-f031fbe56d5e" providerId="ADAL" clId="{B84700EE-EDA8-4C97-AAF0-D93C0F245FB9}" dt="2025-12-11T09:11:30.763" v="4" actId="478"/>
          <ac:picMkLst>
            <pc:docMk/>
            <pc:sldMk cId="2053184772" sldId="264"/>
            <ac:picMk id="13" creationId="{8731168D-2ADF-825A-6586-5DC4B3837699}"/>
          </ac:picMkLst>
        </pc:picChg>
        <pc:picChg chg="add mod">
          <ac:chgData name="Popov Savva" userId="bc132019-2944-47dc-b2a0-f031fbe56d5e" providerId="ADAL" clId="{B84700EE-EDA8-4C97-AAF0-D93C0F245FB9}" dt="2025-12-11T09:19:03.840" v="128" actId="1076"/>
          <ac:picMkLst>
            <pc:docMk/>
            <pc:sldMk cId="2053184772" sldId="264"/>
            <ac:picMk id="15" creationId="{BAAC163A-21DA-A2EF-A3DE-5DA675CAF963}"/>
          </ac:picMkLst>
        </pc:picChg>
      </pc:sldChg>
      <pc:sldChg chg="add del">
        <pc:chgData name="Popov Savva" userId="bc132019-2944-47dc-b2a0-f031fbe56d5e" providerId="ADAL" clId="{B84700EE-EDA8-4C97-AAF0-D93C0F245FB9}" dt="2025-12-11T09:11:26.760" v="2"/>
        <pc:sldMkLst>
          <pc:docMk/>
          <pc:sldMk cId="770052217" sldId="265"/>
        </pc:sldMkLst>
      </pc:sldChg>
      <pc:sldChg chg="delSp modSp add mod">
        <pc:chgData name="Popov Savva" userId="bc132019-2944-47dc-b2a0-f031fbe56d5e" providerId="ADAL" clId="{B84700EE-EDA8-4C97-AAF0-D93C0F245FB9}" dt="2025-12-11T09:19:27.392" v="171" actId="478"/>
        <pc:sldMkLst>
          <pc:docMk/>
          <pc:sldMk cId="2898669790" sldId="265"/>
        </pc:sldMkLst>
        <pc:spChg chg="mod">
          <ac:chgData name="Popov Savva" userId="bc132019-2944-47dc-b2a0-f031fbe56d5e" providerId="ADAL" clId="{B84700EE-EDA8-4C97-AAF0-D93C0F245FB9}" dt="2025-12-11T09:19:18.961" v="154" actId="20577"/>
          <ac:spMkLst>
            <pc:docMk/>
            <pc:sldMk cId="2898669790" sldId="265"/>
            <ac:spMk id="2" creationId="{9982C5CD-C47F-4A9F-F001-D24602D6E040}"/>
          </ac:spMkLst>
        </pc:spChg>
        <pc:spChg chg="mod">
          <ac:chgData name="Popov Savva" userId="bc132019-2944-47dc-b2a0-f031fbe56d5e" providerId="ADAL" clId="{B84700EE-EDA8-4C97-AAF0-D93C0F245FB9}" dt="2025-12-11T09:19:24.596" v="170" actId="20577"/>
          <ac:spMkLst>
            <pc:docMk/>
            <pc:sldMk cId="2898669790" sldId="265"/>
            <ac:spMk id="3" creationId="{51B315E3-8DD4-EF35-2BE3-7A7ACF383CDF}"/>
          </ac:spMkLst>
        </pc:spChg>
        <pc:picChg chg="del">
          <ac:chgData name="Popov Savva" userId="bc132019-2944-47dc-b2a0-f031fbe56d5e" providerId="ADAL" clId="{B84700EE-EDA8-4C97-AAF0-D93C0F245FB9}" dt="2025-12-11T09:19:27.392" v="171" actId="478"/>
          <ac:picMkLst>
            <pc:docMk/>
            <pc:sldMk cId="2898669790" sldId="265"/>
            <ac:picMk id="9" creationId="{B57D45C8-E96D-8ED1-2FC5-C76DECD79D20}"/>
          </ac:picMkLst>
        </pc:picChg>
        <pc:picChg chg="del">
          <ac:chgData name="Popov Savva" userId="bc132019-2944-47dc-b2a0-f031fbe56d5e" providerId="ADAL" clId="{B84700EE-EDA8-4C97-AAF0-D93C0F245FB9}" dt="2025-12-11T09:19:27.392" v="171" actId="478"/>
          <ac:picMkLst>
            <pc:docMk/>
            <pc:sldMk cId="2898669790" sldId="265"/>
            <ac:picMk id="12" creationId="{83FB7D66-4185-191A-2245-DE62F891603E}"/>
          </ac:picMkLst>
        </pc:picChg>
        <pc:picChg chg="del">
          <ac:chgData name="Popov Savva" userId="bc132019-2944-47dc-b2a0-f031fbe56d5e" providerId="ADAL" clId="{B84700EE-EDA8-4C97-AAF0-D93C0F245FB9}" dt="2025-12-11T09:19:27.392" v="171" actId="478"/>
          <ac:picMkLst>
            <pc:docMk/>
            <pc:sldMk cId="2898669790" sldId="265"/>
            <ac:picMk id="15" creationId="{0B8353CE-CABF-CA6F-93C0-FFE36AF864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87EDB-19C8-453F-A1ED-964A385C1281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578FC-C1C2-4B05-9C40-C8BAE7C6F28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899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578FC-C1C2-4B05-9C40-C8BAE7C6F287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353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4262-F837-8EEF-5773-23DBC20E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2BA70-670E-368E-8AE3-39CAC3FF7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16127-413B-6E30-E4D9-0CFF11EA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39A0E-4CA7-3144-528F-82DBBA889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2326-D16E-B9F3-119B-64714DA3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150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DC34-8DDD-199A-3FDB-9DF3FB75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FEBC7-DD49-0FAD-0386-7A59ED5B4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C8082-729A-6870-E728-711F95D7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8EF52-2E07-D371-305F-8A4216EF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2C95D-A9BC-BAAE-28B3-BCD665A6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151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AF69-4D72-5AA6-AA7C-ECA883F0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03841-E89F-CDC0-1718-66B9DC108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A3BC-FB00-ED5D-38BB-6B446033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7CEEB-62EC-96EF-ECEE-0CB6893A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E9C1-C2FF-A35C-118B-3BAEDDD1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7380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A33B-1738-5198-58B1-F5E836A3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6F66-86A8-5B54-2676-0646C89EE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FF0AC-C527-9EDF-0F35-4CA99FA47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F9EB0-3C7A-4673-30AE-46F8B54C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EA636-01E7-9A20-1F66-F9C14578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77A3A-F871-DD91-B65B-26F3D5A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577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80EE-F91D-9CE8-0C40-E60F7342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CD1D9-BB82-28D6-1DD0-9347B24DF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1071C-342A-3EC3-2983-EC017B989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FE2B8-1803-F239-A626-37990202F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A4374-984B-6E14-7D55-7FF4CB7C5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136B0-7135-B75C-9C62-5DB38073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0B7A8-1552-269E-6412-555353C0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47A49-866A-B74C-C935-D8C7E731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937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08B0-DD76-6B0F-35BA-80AC0FAF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812BE-1B99-BFDF-8606-0CC5F64B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C2DBE-AE11-593F-A1B5-9454968A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5173F-6083-0DF5-111F-674BA751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227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2E4AD-B460-734A-5C1A-51EA425B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91996-D37B-2E7D-6F73-F1818DFB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946BA-B95D-E759-6F44-6A3685F3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254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9F16-7218-F755-BBCB-262A86C0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8663-CAD8-C224-482B-79BECABA3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B5C12-AA14-34C9-01AC-200E15F7D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FBD2A-5C98-306E-07A6-0E23A700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7F376-B505-3AD4-A592-13B0D4FA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A574E-5D43-8F76-0973-CAEE1A70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115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06B2-6872-89F2-492A-EBFA08FE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13AB2-BDD4-76D4-3C55-A096641D5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ADE6-9085-C8E1-947E-6E4020BD4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A2455-9551-5C96-2757-C0D40A69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05394-4970-0781-12A9-DE7F4AB3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41A81-CA65-15D6-5E51-43AFA8ED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760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C7AA-7BB4-C187-96BA-9BC47B54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B6622-7BFB-A874-F897-25981A055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369D-53B6-48D2-CCD0-48764C48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27A2-0C5D-92E6-F80D-D12AFDCD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FC20-1E14-8F36-902F-1345C2F0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95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9F0AE-F723-0FE8-1218-5EEBF175E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6E317-F9D9-6AF5-F3D7-95E9E37B5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D0A4E-996D-651F-1F0D-20578A6B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6F3D9-2D25-90BC-908E-8D0D6F9A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B070-9C22-F3EF-1923-EC39CFE1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613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5093C-D98A-2062-83FE-CC17E878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D0462-9904-5BB7-5E5E-1B8A15C7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C47F-6279-7721-F24B-94DCC24F5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88F7B-BD1D-4085-A43E-7536FCF2F1FF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11911-1F93-51CA-DDE1-EA0100B7D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D3F8-5D02-6812-3126-F0B067056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9475F-125A-4977-8A1A-93C00B9C6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961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D39F-E212-CEB5-7A78-329366CEB1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Electric and electronic components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BAEB4-7241-528A-DAA0-E53D5BFB8C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By Savva Popov</a:t>
            </a:r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71EA3-443C-D83C-A4A7-DEEE1FECB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543" y="4686300"/>
            <a:ext cx="1698914" cy="16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5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BF58-65D9-15F3-3F74-05633C02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044" y="388979"/>
            <a:ext cx="7812820" cy="3467403"/>
          </a:xfrm>
        </p:spPr>
        <p:txBody>
          <a:bodyPr>
            <a:normAutofit/>
          </a:bodyPr>
          <a:lstStyle/>
          <a:p>
            <a:r>
              <a:rPr lang="en-GB" sz="6000"/>
              <a:t>What is the difference?</a:t>
            </a:r>
            <a:endParaRPr lang="cs-CZ" sz="60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5E27B1-4C8C-C2D4-AE87-2E6D56CB8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1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2E27-4D71-8B54-D96E-18BB858C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Electric components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788A-FA82-B691-75FF-82CBB7756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729"/>
            <a:ext cx="10515600" cy="4351338"/>
          </a:xfrm>
        </p:spPr>
        <p:txBody>
          <a:bodyPr/>
          <a:lstStyle/>
          <a:p>
            <a:r>
              <a:rPr lang="en-GB"/>
              <a:t>Electric components: convert electrical energy into the other form of energy like heat, light, sound, etc </a:t>
            </a:r>
          </a:p>
          <a:p>
            <a:r>
              <a:rPr lang="en-GB"/>
              <a:t>Mainly on AC voltage</a:t>
            </a:r>
          </a:p>
          <a:p>
            <a:r>
              <a:rPr lang="en-GB"/>
              <a:t>High power consumption </a:t>
            </a:r>
          </a:p>
          <a:p>
            <a:r>
              <a:rPr lang="en-GB"/>
              <a:t>Examples: Relays, Transformers, AC motors, </a:t>
            </a:r>
            <a:br>
              <a:rPr lang="en-GB"/>
            </a:br>
            <a:r>
              <a:rPr lang="en-GB"/>
              <a:t>heating elements</a:t>
            </a:r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0D81D-F298-2561-4A0B-1FB90C834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46" y="4283570"/>
            <a:ext cx="2635983" cy="2136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A9EF71-B829-14C9-F600-0FA5DDE89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911" y="4524304"/>
            <a:ext cx="3589010" cy="1787596"/>
          </a:xfrm>
          <a:prstGeom prst="rect">
            <a:avLst/>
          </a:prstGeom>
        </p:spPr>
      </p:pic>
      <p:pic>
        <p:nvPicPr>
          <p:cNvPr id="6" name="Obrázek 5" descr="Obsah obrázku Elektrické vedení, obvod, Elektrické napájení, Elektronické inženýrství&#10;&#10;Obsah generovaný pomocí AI může být nesprávný.">
            <a:extLst>
              <a:ext uri="{FF2B5EF4-FFF2-40B4-BE49-F238E27FC236}">
                <a16:creationId xmlns:a16="http://schemas.microsoft.com/office/drawing/2014/main" id="{FA1E3438-9D82-00D9-EDBD-F72D8F1DBA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21" y="4452800"/>
            <a:ext cx="2903162" cy="1930603"/>
          </a:xfrm>
          <a:prstGeom prst="rect">
            <a:avLst/>
          </a:prstGeom>
        </p:spPr>
      </p:pic>
      <p:pic>
        <p:nvPicPr>
          <p:cNvPr id="8" name="Obrázek 7" descr="Obsah obrázku spotřebič, interiér, kuchyňský spotřebič, Domácí spotřebič&#10;&#10;Obsah generovaný pomocí AI může být nesprávný.">
            <a:extLst>
              <a:ext uri="{FF2B5EF4-FFF2-40B4-BE49-F238E27FC236}">
                <a16:creationId xmlns:a16="http://schemas.microsoft.com/office/drawing/2014/main" id="{735A1DA9-81CB-D291-F16E-8846A737B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424" y="2279153"/>
            <a:ext cx="2477644" cy="15983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8054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A24A-D409-E1FC-545F-2E89809C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E7E9-0D8A-398B-7CC4-4EFCF650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Electronic components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7DCB-6A9E-EB79-FEBF-5CA954F7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/>
          <a:lstStyle/>
          <a:p>
            <a:r>
              <a:rPr lang="en-GB"/>
              <a:t>An electronic device is a gadget employing semiconductive elements, such as silicon, germanium, and the like, to facilitate electrical flow and execute specific functions </a:t>
            </a:r>
          </a:p>
          <a:p>
            <a:r>
              <a:rPr lang="en-GB"/>
              <a:t>Mostly DC</a:t>
            </a:r>
          </a:p>
          <a:p>
            <a:r>
              <a:rPr lang="en-GB"/>
              <a:t>Uses electrical energy to complete tasks and processes</a:t>
            </a:r>
          </a:p>
          <a:p>
            <a:r>
              <a:rPr lang="en-GB"/>
              <a:t>Low voltage</a:t>
            </a:r>
          </a:p>
          <a:p>
            <a:r>
              <a:rPr lang="en-GB"/>
              <a:t>Examples: microprocessors, ICs, passive a</a:t>
            </a:r>
          </a:p>
          <a:p>
            <a:pPr marL="0" indent="0">
              <a:buNone/>
            </a:pPr>
            <a:r>
              <a:rPr lang="en-GB" err="1"/>
              <a:t>nd</a:t>
            </a:r>
            <a:r>
              <a:rPr lang="en-GB"/>
              <a:t> active components</a:t>
            </a:r>
          </a:p>
          <a:p>
            <a:endParaRPr lang="en-GB"/>
          </a:p>
          <a:p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B37AF-85E3-5E33-363A-D8C818566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36" y="4086098"/>
            <a:ext cx="3094463" cy="232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7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7BD2-C743-555C-91F4-F83B6ECF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Categorizing  electronic components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0528-9EE3-7033-79F3-B22AB00D8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893"/>
            <a:ext cx="10515600" cy="4351338"/>
          </a:xfrm>
        </p:spPr>
        <p:txBody>
          <a:bodyPr/>
          <a:lstStyle/>
          <a:p>
            <a:r>
              <a:rPr lang="en-US"/>
              <a:t>Passive and active components</a:t>
            </a:r>
          </a:p>
          <a:p>
            <a:r>
              <a:rPr lang="en-US"/>
              <a:t>ICs and semiconductor devices</a:t>
            </a:r>
          </a:p>
          <a:p>
            <a:r>
              <a:rPr lang="en-US"/>
              <a:t>Optoelectronics</a:t>
            </a:r>
          </a:p>
          <a:p>
            <a:r>
              <a:rPr lang="en-US"/>
              <a:t>Piezoelectric components</a:t>
            </a:r>
            <a:endParaRPr lang="cs-CZ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A5F9ABB-D89E-E499-413C-F33B609BD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92235"/>
            <a:ext cx="2033016" cy="169418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F3E329B8-F0CD-B681-4719-D5A0B6938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313" y="4165110"/>
            <a:ext cx="2117597" cy="2117597"/>
          </a:xfrm>
          <a:prstGeom prst="rect">
            <a:avLst/>
          </a:prstGeom>
        </p:spPr>
      </p:pic>
      <p:pic>
        <p:nvPicPr>
          <p:cNvPr id="14" name="Obrázek 13" descr="Obsah obrázku nářadí, interiér&#10;&#10;Obsah generovaný pomocí AI může být nesprávný.">
            <a:extLst>
              <a:ext uri="{FF2B5EF4-FFF2-40B4-BE49-F238E27FC236}">
                <a16:creationId xmlns:a16="http://schemas.microsoft.com/office/drawing/2014/main" id="{98A6BDDA-0629-68E2-C640-DCC28F79A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805" y="4113316"/>
            <a:ext cx="2950995" cy="2029579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031C8B0-BAE9-9C47-BB69-849B67023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007" y="5054560"/>
            <a:ext cx="2189245" cy="1663075"/>
          </a:xfrm>
          <a:prstGeom prst="rect">
            <a:avLst/>
          </a:prstGeom>
        </p:spPr>
      </p:pic>
      <p:pic>
        <p:nvPicPr>
          <p:cNvPr id="16" name="Picture 10">
            <a:extLst>
              <a:ext uri="{FF2B5EF4-FFF2-40B4-BE49-F238E27FC236}">
                <a16:creationId xmlns:a16="http://schemas.microsoft.com/office/drawing/2014/main" id="{A73897F4-78C0-91EE-8965-650A01E404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672" y="3711562"/>
            <a:ext cx="1634585" cy="11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47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066C-DBA9-4AEE-9117-B4BA42E6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Passive components:</a:t>
            </a:r>
            <a:endParaRPr lang="cs-CZ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7555-48B6-89B8-E46C-0ABE336CA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279"/>
            <a:ext cx="2420566" cy="2381874"/>
          </a:xfrm>
        </p:spPr>
        <p:txBody>
          <a:bodyPr>
            <a:normAutofit/>
          </a:bodyPr>
          <a:lstStyle/>
          <a:p>
            <a:r>
              <a:rPr lang="en-GB" dirty="0"/>
              <a:t>Resistors</a:t>
            </a:r>
          </a:p>
          <a:p>
            <a:r>
              <a:rPr lang="en-GB" dirty="0"/>
              <a:t>Capacitors</a:t>
            </a:r>
          </a:p>
          <a:p>
            <a:r>
              <a:rPr lang="en-GB" dirty="0"/>
              <a:t>Inductors</a:t>
            </a:r>
          </a:p>
        </p:txBody>
      </p:sp>
      <p:pic>
        <p:nvPicPr>
          <p:cNvPr id="6" name="Obrázek 5" descr="Obsah obrázku text, cedule&#10;&#10;Obsah generovaný pomocí AI může být nesprávný.">
            <a:extLst>
              <a:ext uri="{FF2B5EF4-FFF2-40B4-BE49-F238E27FC236}">
                <a16:creationId xmlns:a16="http://schemas.microsoft.com/office/drawing/2014/main" id="{61FBDE07-1353-C10C-1E42-FA381B2D0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766" y="2177071"/>
            <a:ext cx="3910519" cy="39105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3EF510-8976-929F-5F55-8711833FF740}"/>
              </a:ext>
            </a:extLst>
          </p:cNvPr>
          <p:cNvSpPr txBox="1">
            <a:spLocks/>
          </p:cNvSpPr>
          <p:nvPr/>
        </p:nvSpPr>
        <p:spPr>
          <a:xfrm>
            <a:off x="7931285" y="399510"/>
            <a:ext cx="4067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Active components</a:t>
            </a:r>
            <a:endParaRPr lang="cs-CZ" sz="3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97DD31-B7C2-81A9-66B8-8F4D259A6A0E}"/>
              </a:ext>
            </a:extLst>
          </p:cNvPr>
          <p:cNvSpPr txBox="1">
            <a:spLocks/>
          </p:cNvSpPr>
          <p:nvPr/>
        </p:nvSpPr>
        <p:spPr>
          <a:xfrm>
            <a:off x="7931285" y="1575883"/>
            <a:ext cx="3803515" cy="589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Diodes</a:t>
            </a:r>
          </a:p>
          <a:p>
            <a:r>
              <a:rPr lang="en-GB"/>
              <a:t>unipolar and bisexual transistors</a:t>
            </a:r>
          </a:p>
          <a:p>
            <a:r>
              <a:rPr lang="en-GB" err="1"/>
              <a:t>lGBT</a:t>
            </a:r>
            <a:r>
              <a:rPr lang="en-GB"/>
              <a:t> transistors</a:t>
            </a:r>
          </a:p>
          <a:p>
            <a:r>
              <a:rPr lang="en-GB"/>
              <a:t>Amplifiers</a:t>
            </a:r>
          </a:p>
          <a:p>
            <a:r>
              <a:rPr lang="en-GB"/>
              <a:t>LDOs</a:t>
            </a:r>
          </a:p>
          <a:p>
            <a:r>
              <a:rPr lang="en-GB"/>
              <a:t>ADC/DACs</a:t>
            </a:r>
          </a:p>
          <a:p>
            <a:r>
              <a:rPr lang="en-GB"/>
              <a:t>ICs</a:t>
            </a:r>
          </a:p>
          <a:p>
            <a:r>
              <a:rPr lang="en-GB"/>
              <a:t>Optocouplers</a:t>
            </a:r>
          </a:p>
          <a:p>
            <a:r>
              <a:rPr lang="en-GB"/>
              <a:t>Comparators</a:t>
            </a:r>
          </a:p>
          <a:p>
            <a:r>
              <a:rPr lang="en-GB"/>
              <a:t>MCUs</a:t>
            </a:r>
          </a:p>
          <a:p>
            <a:endParaRPr lang="en-GB"/>
          </a:p>
        </p:txBody>
      </p:sp>
      <p:pic>
        <p:nvPicPr>
          <p:cNvPr id="13" name="Obrázek 12" descr="Obsah obrázku text, snímek obrazovky, diagram, Písmo&#10;&#10;Obsah generovaný pomocí AI může být nesprávný.">
            <a:extLst>
              <a:ext uri="{FF2B5EF4-FFF2-40B4-BE49-F238E27FC236}">
                <a16:creationId xmlns:a16="http://schemas.microsoft.com/office/drawing/2014/main" id="{8CD680A7-2402-F9C9-72AE-E75D924BF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0" y="3563983"/>
            <a:ext cx="2741318" cy="182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2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25D3-35C8-4C3D-24A9-CBF7B861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81B2-20F8-FAB7-1C62-35F3A4CE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Passive components</a:t>
            </a:r>
            <a:endParaRPr lang="cs-CZ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C3D6C-B002-D1A8-C583-0374BA88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278"/>
            <a:ext cx="10214113" cy="341977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Resistors = passive electronic components that limit the flow of electric current in a circuit</a:t>
            </a:r>
          </a:p>
          <a:p>
            <a:r>
              <a:rPr lang="en-GB" dirty="0"/>
              <a:t>Capacitors: device that stores electrical energy by accumulating electric charges on two closely spaced surfaces that are insulated</a:t>
            </a:r>
          </a:p>
          <a:p>
            <a:r>
              <a:rPr lang="en-GB" dirty="0"/>
              <a:t>Inductors: a passive two-terminal electrical component that stores energy in a magnetic field when an electric current flows through 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CE282A-5830-6297-0024-86E883266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6" y="4723196"/>
            <a:ext cx="2291880" cy="17696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585754-639B-FC21-911F-75D92A299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994" y="4253947"/>
            <a:ext cx="2473411" cy="20559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AC163A-21DA-A2EF-A3DE-5DA675CAF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788" y="4472858"/>
            <a:ext cx="2579511" cy="216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8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5498-164C-A4E1-9C3A-BA4083E5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C5CD-C47F-4A9F-F001-D24602D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Active components</a:t>
            </a:r>
            <a:endParaRPr lang="cs-CZ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15E3-8DD4-EF35-2BE3-7A7ACF383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278"/>
            <a:ext cx="10214113" cy="3419774"/>
          </a:xfrm>
        </p:spPr>
        <p:txBody>
          <a:bodyPr>
            <a:normAutofit/>
          </a:bodyPr>
          <a:lstStyle/>
          <a:p>
            <a:r>
              <a:rPr lang="en-GB" dirty="0"/>
              <a:t>Bottom text</a:t>
            </a:r>
          </a:p>
        </p:txBody>
      </p:sp>
    </p:spTree>
    <p:extLst>
      <p:ext uri="{BB962C8B-B14F-4D97-AF65-F5344CB8AC3E}">
        <p14:creationId xmlns:p14="http://schemas.microsoft.com/office/powerpoint/2010/main" val="2898669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1B2B69-2BB1-B763-A02A-35FBE3E6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for watching 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74FDE5-FACB-F01B-4A0F-D156E8984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2017"/>
            <a:ext cx="10515600" cy="4351338"/>
          </a:xfrm>
        </p:spPr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best regards, </a:t>
            </a:r>
          </a:p>
          <a:p>
            <a:pPr marL="0" indent="0">
              <a:buNone/>
            </a:pPr>
            <a:r>
              <a:rPr lang="en-US"/>
              <a:t>me</a:t>
            </a:r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DBD02D-BE94-A73A-A130-38EB1A6EF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526" y="2159433"/>
            <a:ext cx="2827948" cy="3753803"/>
          </a:xfrm>
          <a:prstGeom prst="rect">
            <a:avLst/>
          </a:prstGeom>
        </p:spPr>
      </p:pic>
      <p:pic>
        <p:nvPicPr>
          <p:cNvPr id="5" name="Obrázek 4" descr="Obsah obrázku kreslené, klipart, emotikona, smajlík&#10;&#10;Obsah generovaný pomocí AI může být nesprávný.">
            <a:extLst>
              <a:ext uri="{FF2B5EF4-FFF2-40B4-BE49-F238E27FC236}">
                <a16:creationId xmlns:a16="http://schemas.microsoft.com/office/drawing/2014/main" id="{3A41BB66-21E6-E27F-5AE9-C4E505593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764" y="559560"/>
            <a:ext cx="1141476" cy="1287379"/>
          </a:xfrm>
          <a:prstGeom prst="rect">
            <a:avLst/>
          </a:prstGeom>
        </p:spPr>
      </p:pic>
      <p:pic>
        <p:nvPicPr>
          <p:cNvPr id="8" name="Obrázek 7" descr="Obsah obrázku smajlík, emotikona, žlutá, kreslené&#10;&#10;Obsah generovaný pomocí AI může být nesprávný.">
            <a:extLst>
              <a:ext uri="{FF2B5EF4-FFF2-40B4-BE49-F238E27FC236}">
                <a16:creationId xmlns:a16="http://schemas.microsoft.com/office/drawing/2014/main" id="{68A5874C-2521-9B0D-9DB4-9C8B7F8C6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52" y="1965960"/>
            <a:ext cx="1248347" cy="1248347"/>
          </a:xfrm>
          <a:prstGeom prst="rect">
            <a:avLst/>
          </a:prstGeom>
        </p:spPr>
      </p:pic>
      <p:pic>
        <p:nvPicPr>
          <p:cNvPr id="10" name="Obrázek 9" descr="Obsah obrázku smajlík, emotikona, hračka, žlutá&#10;&#10;Obsah generovaný pomocí AI může být nesprávný.">
            <a:extLst>
              <a:ext uri="{FF2B5EF4-FFF2-40B4-BE49-F238E27FC236}">
                <a16:creationId xmlns:a16="http://schemas.microsoft.com/office/drawing/2014/main" id="{D8807E46-0983-D648-6839-53A2EB0FDD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1992">
            <a:off x="7344678" y="5569311"/>
            <a:ext cx="1070121" cy="1070121"/>
          </a:xfrm>
          <a:prstGeom prst="rect">
            <a:avLst/>
          </a:prstGeom>
        </p:spPr>
      </p:pic>
      <p:pic>
        <p:nvPicPr>
          <p:cNvPr id="12" name="Obrázek 11" descr="Obsah obrázku smajlík, emotikona, žlutá, úsměv&#10;&#10;Obsah generovaný pomocí AI může být nesprávný.">
            <a:extLst>
              <a:ext uri="{FF2B5EF4-FFF2-40B4-BE49-F238E27FC236}">
                <a16:creationId xmlns:a16="http://schemas.microsoft.com/office/drawing/2014/main" id="{D545F387-89AC-BA26-112C-90744176C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278" y="1965960"/>
            <a:ext cx="2599437" cy="1734312"/>
          </a:xfrm>
          <a:prstGeom prst="rect">
            <a:avLst/>
          </a:prstGeom>
        </p:spPr>
      </p:pic>
      <p:pic>
        <p:nvPicPr>
          <p:cNvPr id="14" name="Obrázek 13" descr="Obsah obrázku kreslené, klipart, emotikona, smajlík&#10;&#10;Obsah generovaný pomocí AI může být nesprávný.">
            <a:extLst>
              <a:ext uri="{FF2B5EF4-FFF2-40B4-BE49-F238E27FC236}">
                <a16:creationId xmlns:a16="http://schemas.microsoft.com/office/drawing/2014/main" id="{11F22D7D-0054-5EE8-18A8-CDF31E438C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065" y="4648186"/>
            <a:ext cx="1088912" cy="106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6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2" ma:contentTypeDescription="Vytvoří nový dokument" ma:contentTypeScope="" ma:versionID="8f6eebb794876bb7d3b0cf01a1f4940e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24cb30827a312406fd877001900a7180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a7c0b2-3957-4ee6-848f-03628eecaa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BAA52-7835-46C8-930D-7B4C4DA1F71A}">
  <ds:schemaRefs>
    <ds:schemaRef ds:uri="30a7c0b2-3957-4ee6-848f-03628eecaa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E38F771-D956-4E27-B2D7-1A674C45514C}">
  <ds:schemaRefs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30a7c0b2-3957-4ee6-848f-03628eecaa28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F299BBB-AB63-4CB1-B233-C27FDDFCA9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Electric and electronic components</vt:lpstr>
      <vt:lpstr>What is the difference?</vt:lpstr>
      <vt:lpstr>Electric components</vt:lpstr>
      <vt:lpstr>Electronic components</vt:lpstr>
      <vt:lpstr>Categorizing  electronic components</vt:lpstr>
      <vt:lpstr>Passive components:</vt:lpstr>
      <vt:lpstr>Passive components</vt:lpstr>
      <vt:lpstr>Active components</vt:lpstr>
      <vt:lpstr>Thank you for watching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Popov Savva</dc:creator>
  <cp:lastModifiedBy>Popov Savva</cp:lastModifiedBy>
  <cp:revision>1</cp:revision>
  <dcterms:created xsi:type="dcterms:W3CDTF">2025-12-10T18:07:55Z</dcterms:created>
  <dcterms:modified xsi:type="dcterms:W3CDTF">2025-12-11T09:19:29Z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