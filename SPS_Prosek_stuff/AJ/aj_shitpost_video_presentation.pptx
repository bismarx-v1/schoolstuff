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sldIdLst>
    <p:sldId id="265" r:id="rId5"/>
    <p:sldId id="259" r:id="rId6"/>
    <p:sldId id="261" r:id="rId7"/>
    <p:sldId id="266" r:id="rId8"/>
    <p:sldId id="258" r:id="rId9"/>
    <p:sldId id="257" r:id="rId10"/>
    <p:sldId id="268" r:id="rId11"/>
    <p:sldId id="267" r:id="rId12"/>
    <p:sldId id="256" r:id="rId13"/>
    <p:sldId id="262" r:id="rId14"/>
    <p:sldId id="263" r:id="rId15"/>
    <p:sldId id="264" r:id="rId16"/>
    <p:sldId id="270" r:id="rId17"/>
    <p:sldId id="269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2520BB-3EC6-4CA8-B92B-487EDAFCC195}" v="8" dt="2026-01-04T17:44:10.21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94660"/>
  </p:normalViewPr>
  <p:slideViewPr>
    <p:cSldViewPr snapToGrid="0">
      <p:cViewPr>
        <p:scale>
          <a:sx n="66" d="100"/>
          <a:sy n="66" d="100"/>
        </p:scale>
        <p:origin x="2322" y="9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pov Savva" userId="bc132019-2944-47dc-b2a0-f031fbe56d5e" providerId="ADAL" clId="{F3D29FF4-9675-4331-8F08-7DEA826E30A3}"/>
    <pc:docChg chg="modSld">
      <pc:chgData name="Popov Savva" userId="bc132019-2944-47dc-b2a0-f031fbe56d5e" providerId="ADAL" clId="{F3D29FF4-9675-4331-8F08-7DEA826E30A3}" dt="2026-01-04T17:44:10.212" v="15"/>
      <pc:docMkLst>
        <pc:docMk/>
      </pc:docMkLst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810688486" sldId="256"/>
        </pc:sldMkLst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2514326933" sldId="257"/>
        </pc:sldMkLst>
      </pc:sldChg>
      <pc:sldChg chg="addSp delSp modSp mod modTransition">
        <pc:chgData name="Popov Savva" userId="bc132019-2944-47dc-b2a0-f031fbe56d5e" providerId="ADAL" clId="{F3D29FF4-9675-4331-8F08-7DEA826E30A3}" dt="2026-01-04T17:44:10.212" v="15"/>
        <pc:sldMkLst>
          <pc:docMk/>
          <pc:sldMk cId="2191547364" sldId="258"/>
        </pc:sldMkLst>
        <pc:picChg chg="add del mod">
          <ac:chgData name="Popov Savva" userId="bc132019-2944-47dc-b2a0-f031fbe56d5e" providerId="ADAL" clId="{F3D29FF4-9675-4331-8F08-7DEA826E30A3}" dt="2026-01-04T17:44:10.212" v="15"/>
          <ac:picMkLst>
            <pc:docMk/>
            <pc:sldMk cId="2191547364" sldId="258"/>
            <ac:picMk id="5" creationId="{03D3DC3F-D44C-04A1-7F59-21BBFB7D8100}"/>
          </ac:picMkLst>
        </pc:picChg>
      </pc:sldChg>
      <pc:sldChg chg="addSp delSp modSp mod modTransition">
        <pc:chgData name="Popov Savva" userId="bc132019-2944-47dc-b2a0-f031fbe56d5e" providerId="ADAL" clId="{F3D29FF4-9675-4331-8F08-7DEA826E30A3}" dt="2026-01-04T17:44:10.212" v="15"/>
        <pc:sldMkLst>
          <pc:docMk/>
          <pc:sldMk cId="3678370314" sldId="259"/>
        </pc:sldMkLst>
        <pc:picChg chg="add del mod">
          <ac:chgData name="Popov Savva" userId="bc132019-2944-47dc-b2a0-f031fbe56d5e" providerId="ADAL" clId="{F3D29FF4-9675-4331-8F08-7DEA826E30A3}" dt="2026-01-04T17:44:10.212" v="15"/>
          <ac:picMkLst>
            <pc:docMk/>
            <pc:sldMk cId="3678370314" sldId="259"/>
            <ac:picMk id="4" creationId="{54D3FD6C-F91E-39F7-334D-0815DDE1BC29}"/>
          </ac:picMkLst>
        </pc:picChg>
      </pc:sldChg>
      <pc:sldChg chg="addSp delSp modSp mod modTransition">
        <pc:chgData name="Popov Savva" userId="bc132019-2944-47dc-b2a0-f031fbe56d5e" providerId="ADAL" clId="{F3D29FF4-9675-4331-8F08-7DEA826E30A3}" dt="2026-01-04T17:44:10.212" v="15"/>
        <pc:sldMkLst>
          <pc:docMk/>
          <pc:sldMk cId="1565495969" sldId="261"/>
        </pc:sldMkLst>
        <pc:picChg chg="add del mod">
          <ac:chgData name="Popov Savva" userId="bc132019-2944-47dc-b2a0-f031fbe56d5e" providerId="ADAL" clId="{F3D29FF4-9675-4331-8F08-7DEA826E30A3}" dt="2026-01-04T17:44:10.212" v="15"/>
          <ac:picMkLst>
            <pc:docMk/>
            <pc:sldMk cId="1565495969" sldId="261"/>
            <ac:picMk id="5" creationId="{B28D7871-60C6-1664-7EA8-7BB08BDAB3C5}"/>
          </ac:picMkLst>
        </pc:picChg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592795398" sldId="262"/>
        </pc:sldMkLst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4087962419" sldId="263"/>
        </pc:sldMkLst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3103034363" sldId="264"/>
        </pc:sldMkLst>
      </pc:sldChg>
      <pc:sldChg chg="addSp delSp modSp mod modTransition">
        <pc:chgData name="Popov Savva" userId="bc132019-2944-47dc-b2a0-f031fbe56d5e" providerId="ADAL" clId="{F3D29FF4-9675-4331-8F08-7DEA826E30A3}" dt="2026-01-04T17:44:10.212" v="15"/>
        <pc:sldMkLst>
          <pc:docMk/>
          <pc:sldMk cId="3612005633" sldId="265"/>
        </pc:sldMkLst>
        <pc:picChg chg="add del mod">
          <ac:chgData name="Popov Savva" userId="bc132019-2944-47dc-b2a0-f031fbe56d5e" providerId="ADAL" clId="{F3D29FF4-9675-4331-8F08-7DEA826E30A3}" dt="2026-01-04T17:42:27.424" v="6"/>
          <ac:picMkLst>
            <pc:docMk/>
            <pc:sldMk cId="3612005633" sldId="265"/>
            <ac:picMk id="8" creationId="{E8523B88-2807-08E1-44AC-F6276F9909D2}"/>
          </ac:picMkLst>
        </pc:picChg>
        <pc:picChg chg="add del mod">
          <ac:chgData name="Popov Savva" userId="bc132019-2944-47dc-b2a0-f031fbe56d5e" providerId="ADAL" clId="{F3D29FF4-9675-4331-8F08-7DEA826E30A3}" dt="2026-01-04T17:42:52.909" v="9"/>
          <ac:picMkLst>
            <pc:docMk/>
            <pc:sldMk cId="3612005633" sldId="265"/>
            <ac:picMk id="12" creationId="{DC84FE1C-186C-4C19-8F76-767B40DCC327}"/>
          </ac:picMkLst>
        </pc:picChg>
        <pc:picChg chg="add del mod">
          <ac:chgData name="Popov Savva" userId="bc132019-2944-47dc-b2a0-f031fbe56d5e" providerId="ADAL" clId="{F3D29FF4-9675-4331-8F08-7DEA826E30A3}" dt="2026-01-04T17:43:18.603" v="12"/>
          <ac:picMkLst>
            <pc:docMk/>
            <pc:sldMk cId="3612005633" sldId="265"/>
            <ac:picMk id="15" creationId="{1A31DEB3-09A0-1B35-EBAD-44A05414D5D2}"/>
          </ac:picMkLst>
        </pc:picChg>
        <pc:picChg chg="add del mod">
          <ac:chgData name="Popov Savva" userId="bc132019-2944-47dc-b2a0-f031fbe56d5e" providerId="ADAL" clId="{F3D29FF4-9675-4331-8F08-7DEA826E30A3}" dt="2026-01-04T17:44:10.212" v="15"/>
          <ac:picMkLst>
            <pc:docMk/>
            <pc:sldMk cId="3612005633" sldId="265"/>
            <ac:picMk id="18" creationId="{3AA4DD97-9446-7958-D375-EC50276D3614}"/>
          </ac:picMkLst>
        </pc:picChg>
      </pc:sldChg>
      <pc:sldChg chg="addSp delSp modSp mod modTransition">
        <pc:chgData name="Popov Savva" userId="bc132019-2944-47dc-b2a0-f031fbe56d5e" providerId="ADAL" clId="{F3D29FF4-9675-4331-8F08-7DEA826E30A3}" dt="2026-01-04T17:44:10.212" v="15"/>
        <pc:sldMkLst>
          <pc:docMk/>
          <pc:sldMk cId="3623499707" sldId="266"/>
        </pc:sldMkLst>
        <pc:picChg chg="add del mod">
          <ac:chgData name="Popov Savva" userId="bc132019-2944-47dc-b2a0-f031fbe56d5e" providerId="ADAL" clId="{F3D29FF4-9675-4331-8F08-7DEA826E30A3}" dt="2026-01-04T17:44:10.212" v="15"/>
          <ac:picMkLst>
            <pc:docMk/>
            <pc:sldMk cId="3623499707" sldId="266"/>
            <ac:picMk id="5" creationId="{389B36E1-433C-3126-626A-4B40D4D4AA99}"/>
          </ac:picMkLst>
        </pc:picChg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448820869" sldId="267"/>
        </pc:sldMkLst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4254459955" sldId="268"/>
        </pc:sldMkLst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2284304577" sldId="269"/>
        </pc:sldMkLst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2271192765" sldId="270"/>
        </pc:sldMkLst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3349269195" sldId="271"/>
        </pc:sldMkLst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2434489311" sldId="272"/>
        </pc:sldMkLst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4128073622" sldId="273"/>
        </pc:sldMkLst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20422035" sldId="274"/>
        </pc:sldMkLst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3113424029" sldId="275"/>
        </pc:sldMkLst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491892187" sldId="276"/>
        </pc:sldMkLst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1376584348" sldId="277"/>
        </pc:sldMkLst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2719348512" sldId="278"/>
        </pc:sldMkLst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1605399020" sldId="279"/>
        </pc:sldMkLst>
      </pc:sldChg>
      <pc:sldChg chg="modTransition">
        <pc:chgData name="Popov Savva" userId="bc132019-2944-47dc-b2a0-f031fbe56d5e" providerId="ADAL" clId="{F3D29FF4-9675-4331-8F08-7DEA826E30A3}" dt="2026-01-04T17:43:22.432" v="14"/>
        <pc:sldMkLst>
          <pc:docMk/>
          <pc:sldMk cId="3604652360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9C928A-0C7D-486D-9519-D219AC687B54}" type="datetimeFigureOut">
              <a:rPr lang="cs-CZ" smtClean="0"/>
              <a:t>04.01.2026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09CC45-293C-4D4F-B73E-3056C863624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769694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9CC45-293C-4D4F-B73E-3056C863624A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87518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9CC45-293C-4D4F-B73E-3056C863624A}" type="slidenum">
              <a:rPr lang="cs-CZ" smtClean="0"/>
              <a:t>17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4557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CAB2F-C627-EE5E-52A6-E93A0CEF5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A85DEB75-0932-DACD-BC65-6D59A0E27A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704BB8CB-B257-60AD-A120-496E010751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FE1C063-CA74-122B-F9AD-44BF65097E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9CC45-293C-4D4F-B73E-3056C863624A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1400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3C77F26-1449-D371-012A-CBF3C47E34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71FC24A-7942-47D8-372D-65BD449E41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AC7A0BD-61AF-65D0-BDE6-682175794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7E48-E270-47F0-B13E-E652E64D20E4}" type="datetimeFigureOut">
              <a:rPr lang="cs-CZ" smtClean="0"/>
              <a:t>04.01.2026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0E91DC6-5779-3DCA-53B3-40B8D888F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9518A1F-EAA7-E3D6-2FC3-0DE7D3197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E74CB-1369-4D33-B1CB-4706D1B2692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18850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C25EC42-F9F9-B1D4-CBA2-485653F6C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AA3A8B7-2499-1B30-516E-E29F96C9C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502E651-2F67-3B1B-9806-992CC804E4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7E48-E270-47F0-B13E-E652E64D20E4}" type="datetimeFigureOut">
              <a:rPr lang="cs-CZ" smtClean="0"/>
              <a:t>04.01.2026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5A4511E-728C-63B5-90E2-0B33A42B1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454EC0A-0A47-D236-F03A-F118D209D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E74CB-1369-4D33-B1CB-4706D1B2692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79162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EF45BD-8297-BE9A-B91F-6B93B1A4C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8F0B9D7-D49A-400C-1A58-B5DF5A169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4848FB6-801A-7F04-1DF5-FB784F6D4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7E48-E270-47F0-B13E-E652E64D20E4}" type="datetimeFigureOut">
              <a:rPr lang="cs-CZ" smtClean="0"/>
              <a:t>04.01.2026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AE76B502-7473-2A22-0CE7-4210055E5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4277257-FE8E-F5C5-66F4-5224C7034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E74CB-1369-4D33-B1CB-4706D1B2692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114905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E2A793-9498-63E5-05F0-5452AA442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73CC00E-B952-D47A-C843-DD022C8F8F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92E734C3-0AD7-5551-6ADD-7D8E302EC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F4F068C0-A7E1-C954-D745-D50AE989C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7E48-E270-47F0-B13E-E652E64D20E4}" type="datetimeFigureOut">
              <a:rPr lang="cs-CZ" smtClean="0"/>
              <a:t>04.01.2026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F11FD23-0C2A-9EA9-7643-CC48C8D1B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13F3D615-FF23-4A82-8878-C7D96A093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E74CB-1369-4D33-B1CB-4706D1B2692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544601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CE53051-9143-3A2D-F7DE-C82945A50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AC27D06-C515-09E5-4168-40B40CD2D5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9C26DE1-64BC-ECBB-EA1F-A97450B3E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0A3FC253-4389-79D5-B08E-5E664B67119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E32EAC0F-4759-9379-96D6-80C64A6023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A463F1EB-21AE-A1FD-BE70-B854A8CF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7E48-E270-47F0-B13E-E652E64D20E4}" type="datetimeFigureOut">
              <a:rPr lang="cs-CZ" smtClean="0"/>
              <a:t>04.01.2026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CC4305DB-40D8-59B5-A53F-4E75EC449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A111C2E-700F-4191-A10B-12E250C4D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E74CB-1369-4D33-B1CB-4706D1B2692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0223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F2A9DB-A517-52D0-20FD-D23118062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95B1EBB-E7B8-D3FD-3658-E6D326D7D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7E48-E270-47F0-B13E-E652E64D20E4}" type="datetimeFigureOut">
              <a:rPr lang="cs-CZ" smtClean="0"/>
              <a:t>04.01.2026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02E3DD3-E897-D27A-2B57-AE436F56F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33593FA-D356-7CED-3832-7D687051C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E74CB-1369-4D33-B1CB-4706D1B2692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65176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99928B94-281F-9CEE-19F7-35E996D0C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7E48-E270-47F0-B13E-E652E64D20E4}" type="datetimeFigureOut">
              <a:rPr lang="cs-CZ" smtClean="0"/>
              <a:t>04.01.2026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9B9BD5F6-3A62-3AE4-E463-C570FD5C2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E90678B-8904-3911-F0B9-657F0259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E74CB-1369-4D33-B1CB-4706D1B2692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9002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E894D1-7AC5-9A35-1313-D7F33C620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B98486F-5067-0A62-4A62-C62DB8387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864D95B-E673-E532-E630-9C4A877F95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012CBE2-F797-20C1-F1DD-6E10104A1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7E48-E270-47F0-B13E-E652E64D20E4}" type="datetimeFigureOut">
              <a:rPr lang="cs-CZ" smtClean="0"/>
              <a:t>04.01.2026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0CF5E09-0568-32C5-A33D-64BB65381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43FD961F-5DD6-9731-DAC9-C59DE8D3D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E74CB-1369-4D33-B1CB-4706D1B2692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33664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C95B2F-71FC-A8D0-8AD4-C67AE8F6F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1979500B-A80C-1E73-06C9-B8324A385A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8053A16-FD52-544F-567C-D0E72326A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5CC68884-BB50-26BE-6F09-394F9025E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7E48-E270-47F0-B13E-E652E64D20E4}" type="datetimeFigureOut">
              <a:rPr lang="cs-CZ" smtClean="0"/>
              <a:t>04.01.2026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980D380-2269-D0FB-F87B-96721DD91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879F97A-89CC-CBCF-C0BA-0EB50EDB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E74CB-1369-4D33-B1CB-4706D1B2692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741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A26B0ED-5DEF-CB1B-D3A4-B8B1A24C3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ED909022-CF2B-33F7-5A15-170583254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5F59552-F06C-2479-46FF-A35367471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7E48-E270-47F0-B13E-E652E64D20E4}" type="datetimeFigureOut">
              <a:rPr lang="cs-CZ" smtClean="0"/>
              <a:t>04.01.2026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0E5DB40-9C15-A397-2E84-35B131F9D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63076A0-0173-6860-0CBB-540ACDCF8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E74CB-1369-4D33-B1CB-4706D1B2692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747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F821F554-FDDC-E121-520A-D90D71BE6B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78295C5-5B14-0BC4-70EC-EC688318B6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B6579A5-A6FD-C8E6-23D5-F4300CF65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7E48-E270-47F0-B13E-E652E64D20E4}" type="datetimeFigureOut">
              <a:rPr lang="cs-CZ" smtClean="0"/>
              <a:t>04.01.2026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8869B26-41CB-7451-A911-5BD650BF7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8D90B81E-3DFC-2233-CA38-1D0CFA20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E74CB-1369-4D33-B1CB-4706D1B2692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51867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F9FCC27F-2EB0-B0B4-40F1-E42A03672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EB2FC5D-FFD1-0CAA-9D8C-88A599F6B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4909DF1D-6462-9D86-73D4-C39F95DAFB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467E48-E270-47F0-B13E-E652E64D20E4}" type="datetimeFigureOut">
              <a:rPr lang="cs-CZ" smtClean="0"/>
              <a:t>04.01.2026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CF0D9B5-7308-D4E5-B207-5FF3437372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DC1F7AD-532D-CDDB-C2F4-64E0FF8755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AE74CB-1369-4D33-B1CB-4706D1B2692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50649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686366A-C296-42E6-FFFF-514A1B65A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68D6107-561E-10F0-7DA0-63C0507C3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1266" name="Picture 2" descr="2,333 Man Getting Into The Car Stock Photos, High-Res Pictures, and Images  - Getty Images">
            <a:extLst>
              <a:ext uri="{FF2B5EF4-FFF2-40B4-BE49-F238E27FC236}">
                <a16:creationId xmlns:a16="http://schemas.microsoft.com/office/drawing/2014/main" id="{6B95EE70-64B2-FE04-7B39-8362845549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7354" y="0"/>
            <a:ext cx="1226935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20056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 advTm="3083"/>
    </mc:Choice>
    <mc:Fallback>
      <p:transition advTm="308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44107-728E-5E6B-732B-4BB31E8EF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Fotografie Side view of empty road ve službě Stock | Adobe Stock">
            <a:extLst>
              <a:ext uri="{FF2B5EF4-FFF2-40B4-BE49-F238E27FC236}">
                <a16:creationId xmlns:a16="http://schemas.microsoft.com/office/drawing/2014/main" id="{B378D2FF-5B27-0951-9360-7726F0680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93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Car PNGs for Free Download">
            <a:extLst>
              <a:ext uri="{FF2B5EF4-FFF2-40B4-BE49-F238E27FC236}">
                <a16:creationId xmlns:a16="http://schemas.microsoft.com/office/drawing/2014/main" id="{7A7C980C-CA6D-2508-E7D5-0F8196F48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21741" y="3429000"/>
            <a:ext cx="5394960" cy="23254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83703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 advTm="3456">
        <p:circle/>
      </p:transition>
    </mc:Choice>
    <mc:Fallback>
      <p:transition spd="slow" advTm="3456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789 -0.03078 L 1.31758 -0.0074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61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818" y="1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5F078B7-D1A1-6FF9-FE45-13568EFBE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B041163-B2AF-AF92-DD5A-402E2903F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098" name="Picture 2" descr="Man Car Driving Waving Male Driver Stock Photo 160550225 | Shutterstock">
            <a:extLst>
              <a:ext uri="{FF2B5EF4-FFF2-40B4-BE49-F238E27FC236}">
                <a16:creationId xmlns:a16="http://schemas.microsoft.com/office/drawing/2014/main" id="{589F8D59-5A2F-B4A7-08E1-2B3B5C809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54959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1499">
        <p15:prstTrans prst="fallOver"/>
      </p:transition>
    </mc:Choice>
    <mc:Fallback>
      <p:transition spd="slow" advTm="1499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3748D8-EA13-B9B0-3FC3-2908B1493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15201D7-7949-0EA8-5FAD-1E3FD87AD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2290" name="Picture 2" descr="Driver In Rearview Mirror High-Res Stock Photo - Getty Images">
            <a:extLst>
              <a:ext uri="{FF2B5EF4-FFF2-40B4-BE49-F238E27FC236}">
                <a16:creationId xmlns:a16="http://schemas.microsoft.com/office/drawing/2014/main" id="{ECB9A390-132D-3982-486F-DD11D8277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49970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 advTm="745">
        <p15:prstTrans prst="wind"/>
      </p:transition>
    </mc:Choice>
    <mc:Fallback>
      <p:transition spd="slow" advTm="745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0CE1-E69D-3CE7-B3D4-DA4B3D68B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ajlující Filip Turek na sociálních sítích. Při závodech měl mít na helmě  logo neonacistické politické strany">
            <a:extLst>
              <a:ext uri="{FF2B5EF4-FFF2-40B4-BE49-F238E27FC236}">
                <a16:creationId xmlns:a16="http://schemas.microsoft.com/office/drawing/2014/main" id="{09F721FA-F880-BF2C-D60B-E169A153B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59215"/>
            <a:ext cx="11853672" cy="2739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1547364"/>
      </p:ext>
    </p:extLst>
  </p:cSld>
  <p:clrMapOvr>
    <a:masterClrMapping/>
  </p:clrMapOvr>
  <p:transition spd="slow" advTm="1158">
    <p:wheel spokes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river car driving hi-res stock photography and images - Page 6 - Alamy">
            <a:extLst>
              <a:ext uri="{FF2B5EF4-FFF2-40B4-BE49-F238E27FC236}">
                <a16:creationId xmlns:a16="http://schemas.microsoft.com/office/drawing/2014/main" id="{B4F04297-E90F-9E95-E86C-0FADF3F72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43269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5750" advTm="606">
        <p14:prism/>
      </p:transition>
    </mc:Choice>
    <mc:Fallback>
      <p:transition spd="slow" advTm="606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809A49F-4358-D9B1-E297-39C179DC2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5B80F0A-26B0-1509-8ECE-0E8BC6BC3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4340" name="Picture 4" descr="Man Checking Time in Car, Closeup. Being Late Stock Photo - Image of busy,  background: 270988198">
            <a:extLst>
              <a:ext uri="{FF2B5EF4-FFF2-40B4-BE49-F238E27FC236}">
                <a16:creationId xmlns:a16="http://schemas.microsoft.com/office/drawing/2014/main" id="{70DF3A4C-7A5D-D96A-355C-FAADAAB3D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57" y="-203200"/>
            <a:ext cx="11480800" cy="7663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459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70"/>
    </mc:Choice>
    <mc:Fallback>
      <p:transition spd="slow" advTm="277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4E39C8-B9AF-CFD7-44BB-D7696329C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7696BAC-CEF9-CE26-C89A-E9F7161AF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3316" name="Picture 4" descr="Emotional Man Checking Time On Watch Stock Photo 2287653947 | Shutterstock">
            <a:extLst>
              <a:ext uri="{FF2B5EF4-FFF2-40B4-BE49-F238E27FC236}">
                <a16:creationId xmlns:a16="http://schemas.microsoft.com/office/drawing/2014/main" id="{4F32A7ED-6280-C88A-C918-2B7DE0025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641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8" name="Picture 2" descr="1+ Thousand Liquor Store Exterior Royalty-Free Images, Stock Photos &amp;  Pictures | Shutterstock">
            <a:extLst>
              <a:ext uri="{FF2B5EF4-FFF2-40B4-BE49-F238E27FC236}">
                <a16:creationId xmlns:a16="http://schemas.microsoft.com/office/drawing/2014/main" id="{8908F804-F1A5-CAA2-E906-1A4E1F4A5B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592031" y="3054286"/>
            <a:ext cx="4294694" cy="2536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488208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750" advTm="5085">
        <p14:flash/>
      </p:transition>
    </mc:Choice>
    <mc:Fallback>
      <p:transition spd="slow" advTm="508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2214 -0.00833 L -0.22214 -0.00833 C -0.21497 -0.00763 -0.20781 -0.00601 -0.20065 -0.00601 C -0.19271 -0.00601 -0.18477 -0.00902 -0.17682 -0.00833 C -0.14388 -0.00532 -0.13399 -0.00162 -0.10664 0.00649 C -0.08164 0.00579 -0.05664 0.00394 -0.03164 0.0044 C -0.01406 0.00487 0.00338 0.00741 0.02083 0.0088 L 0.06133 0.01088 L 0.14818 0.01922 C 0.16289 0.02084 0.17747 0.02477 0.19219 0.0257 C 0.25404 0.02963 0.37786 0.03403 0.37786 0.03403 C 0.46654 0.04375 0.4276 0.04121 0.58255 0.03403 C 0.58906 0.0338 0.59531 0.03102 0.60169 0.02987 C 0.61862 0.02662 0.63086 0.02686 0.64922 0.0257 C 0.66198 0.02315 0.67799 0.01922 0.69088 0.01922 C 0.71042 0.01922 0.72982 0.02061 0.74922 0.0213 C 0.84505 0.0088 0.71016 0.02755 0.81953 0.0088 C 0.85456 0.00278 0.93841 -0.00092 0.95521 -0.00185 C 0.9724 -0.00439 1.00156 -0.00926 1.01836 -0.00833 C 1.03034 -0.0074 1.04219 -0.00393 1.05404 -0.00185 L 1.11354 -0.00601 C 1.12148 -0.00671 1.12943 -0.00833 1.13737 -0.00833 C 1.14531 -0.00833 1.15325 -0.00694 1.1612 -0.00601 C 1.2224 0.01019 1.13698 -0.01088 1.22435 0.00232 C 1.22995 0.00324 1.23542 0.00718 1.24101 0.0088 C 1.24531 0.00996 1.24974 0.00996 1.25404 0.01088 C 1.26042 0.01204 1.2668 0.0132 1.27318 0.01505 C 1.30859 0.025 1.27513 0.02014 1.31836 0.02362 C 1.32904 0.02199 1.33984 0.02176 1.35052 0.01922 C 1.36094 0.0169 1.37109 0.01181 1.38151 0.0088 C 1.3901 0.00602 1.39896 0.0044 1.40768 0.00232 C 1.41523 -0.00162 1.41484 -0.00046 1.4207 -0.00601 C 1.42279 -0.0081 1.42448 -0.0118 1.42669 -0.0125 C 1.44427 -0.01851 1.49101 -0.01828 1.50169 -0.01875 C 1.51719 -0.02314 1.53268 -0.02638 1.54818 -0.03148 C 1.57213 -0.03935 1.55859 -0.04259 1.57187 -0.03796 C 1.5819 -0.03935 1.59245 -0.03564 1.60169 -0.04213 C 1.60365 -0.04351 1.6056 -0.04537 1.60768 -0.04629 C 1.61354 -0.04907 1.62552 -0.05277 1.62552 -0.05277 C 1.62943 -0.06203 1.62773 -0.05879 1.63034 -0.06319 " pathEditMode="relative" ptsTypes="AAAAAAAAAAAAAAAAAAAAAAAAAAAAAAAAAAAAAAAA">
                                      <p:cBhvr>
                                        <p:cTn id="6" dur="4500" fill="hold"/>
                                        <p:tgtEl>
                                          <p:spTgt spid="143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Angry man driving the car stock photo. Image of angry - 75407110">
            <a:extLst>
              <a:ext uri="{FF2B5EF4-FFF2-40B4-BE49-F238E27FC236}">
                <a16:creationId xmlns:a16="http://schemas.microsoft.com/office/drawing/2014/main" id="{CA3CA770-A41F-0722-6690-E8F04BFA1A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6884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 advTm="1774">
        <p:blinds dir="vert"/>
      </p:transition>
    </mc:Choice>
    <mc:Fallback>
      <p:transition spd="slow" advTm="1774">
        <p:blinds dir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EE4729A-0E0B-CFDA-1F69-E6ADEE8BC6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2FAE51B-98C0-A7D5-D5A0-82AD1D2F7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024792B3-A01A-0562-0F2F-0D108D3D1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252413"/>
            <a:ext cx="9525000" cy="635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7953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 advTm="1091">
        <p:dissolve/>
      </p:transition>
    </mc:Choice>
    <mc:Fallback>
      <p:transition spd="slow" advTm="1091">
        <p:dissolv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485E82-C22D-2C12-225E-443DD8D82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FC7AE17-183A-17BD-D74D-758EC6339D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9218" name="Picture 2" descr="Car Crash Stock Photo 69312310 | Shutterstock">
            <a:extLst>
              <a:ext uri="{FF2B5EF4-FFF2-40B4-BE49-F238E27FC236}">
                <a16:creationId xmlns:a16="http://schemas.microsoft.com/office/drawing/2014/main" id="{F7D720B5-9FBA-1AA8-C8F6-6F1F5971B0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79624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750" advTm="2283">
        <p14:flash/>
      </p:transition>
    </mc:Choice>
    <mc:Fallback>
      <p:transition spd="slow" advTm="2283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1825A1B-AB23-F56B-A68A-730BDF6E8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257B17A-B027-68A9-4E13-5FC49FD97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4D3700A9-CC8F-4DFA-5D29-5DBE4322F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29" y="-166369"/>
            <a:ext cx="10515599" cy="6992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303436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85FDAF-E9C4-0F82-8C88-46B713382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9862DE-9D2D-ADF8-E33F-4DD2FD01F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6386" name="Picture 2" descr="153 Ambulance Approaching Stock Photos, High-Res Pictures, and Images -  Getty Images">
            <a:extLst>
              <a:ext uri="{FF2B5EF4-FFF2-40B4-BE49-F238E27FC236}">
                <a16:creationId xmlns:a16="http://schemas.microsoft.com/office/drawing/2014/main" id="{75ACCEA2-3E17-1726-1539-01B33511B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211036" y="0"/>
            <a:ext cx="1362785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1192765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E28741-9440-BBD9-729D-44792504C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CBD483-E6E5-350F-7911-D86856999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15362" name="Picture 2" descr="2,553 Ambulance Emergency Room Stock Photos, High-Res Pictures, and Images  - Getty Images">
            <a:extLst>
              <a:ext uri="{FF2B5EF4-FFF2-40B4-BE49-F238E27FC236}">
                <a16:creationId xmlns:a16="http://schemas.microsoft.com/office/drawing/2014/main" id="{3A170221-7974-1BB3-5387-B70C2044C9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457" y="134257"/>
            <a:ext cx="11205029" cy="6589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304577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07EE9C-57ED-AAB5-7C72-715063151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17410" name="Picture 2" descr="Some Time Later (@sometimelatercards) • Facebook">
            <a:extLst>
              <a:ext uri="{FF2B5EF4-FFF2-40B4-BE49-F238E27FC236}">
                <a16:creationId xmlns:a16="http://schemas.microsoft.com/office/drawing/2014/main" id="{7E06DA0D-86A3-738B-0C53-37624623A2A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53029" y="706551"/>
            <a:ext cx="15675427" cy="517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9269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B6D7120-0BEA-54E1-7C2A-5E2E03715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B43B9B3-2F18-631D-907A-6EC98450B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18436" name="Picture 4" descr="2,437 Injured Man In Hospital Bed Stock Photos, High-Res Pictures, and  Images - Getty Images">
            <a:extLst>
              <a:ext uri="{FF2B5EF4-FFF2-40B4-BE49-F238E27FC236}">
                <a16:creationId xmlns:a16="http://schemas.microsoft.com/office/drawing/2014/main" id="{93EE332A-4D7B-866F-F5D6-B230DAD09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4489311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6" name="Picture 10" descr="206,465 Hospital Room Stock Photos - Free &amp; Royalty-Free Stock Photos from  Dreamstime">
            <a:extLst>
              <a:ext uri="{FF2B5EF4-FFF2-40B4-BE49-F238E27FC236}">
                <a16:creationId xmlns:a16="http://schemas.microsoft.com/office/drawing/2014/main" id="{C089BC8A-B9DA-BAF3-5F42-609744F75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9770" y="0"/>
            <a:ext cx="14238514" cy="7082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Mr. House | Villains Wiki | Fandom">
            <a:extLst>
              <a:ext uri="{FF2B5EF4-FFF2-40B4-BE49-F238E27FC236}">
                <a16:creationId xmlns:a16="http://schemas.microsoft.com/office/drawing/2014/main" id="{11BAC1ED-013E-977F-6E52-E075E188B9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34228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FF79C4D4-7D62-3085-E715-D1DF7B0FDDDA}"/>
              </a:ext>
            </a:extLst>
          </p:cNvPr>
          <p:cNvGrpSpPr/>
          <p:nvPr/>
        </p:nvGrpSpPr>
        <p:grpSpPr>
          <a:xfrm>
            <a:off x="6589487" y="2764971"/>
            <a:ext cx="2543175" cy="3824515"/>
            <a:chOff x="8028441" y="3033485"/>
            <a:chExt cx="2543175" cy="3824515"/>
          </a:xfrm>
        </p:grpSpPr>
        <p:pic>
          <p:nvPicPr>
            <p:cNvPr id="19464" name="Picture 8" descr="PNG Shot of a young female nurse | Buy Stock Photo on PeopleImages, Picture  And Royalty Free Image. Pic 2836680 - PeopleImages">
              <a:extLst>
                <a:ext uri="{FF2B5EF4-FFF2-40B4-BE49-F238E27FC236}">
                  <a16:creationId xmlns:a16="http://schemas.microsoft.com/office/drawing/2014/main" id="{B31B61D2-342E-60EE-EA4E-13E177289F0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8441" y="3033485"/>
              <a:ext cx="2543175" cy="38245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460" name="Picture 4" descr="Steam Workshop::Fallout New Vegas: Mr. House">
              <a:extLst>
                <a:ext uri="{FF2B5EF4-FFF2-40B4-BE49-F238E27FC236}">
                  <a16:creationId xmlns:a16="http://schemas.microsoft.com/office/drawing/2014/main" id="{417F79B7-483D-8F56-E3B8-6FB2349FE31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21132" y="3033485"/>
              <a:ext cx="1325563" cy="1325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9468" name="Picture 12" descr="Injured man in a wheelchair Stock Photo | Adobe Stock">
            <a:extLst>
              <a:ext uri="{FF2B5EF4-FFF2-40B4-BE49-F238E27FC236}">
                <a16:creationId xmlns:a16="http://schemas.microsoft.com/office/drawing/2014/main" id="{6BA3C270-0EE2-CBA9-9818-4B79A4B47F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1495" y="1669601"/>
            <a:ext cx="2959667" cy="4437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72" name="Picture 16" descr="DR HOUSE PNG">
            <a:extLst>
              <a:ext uri="{FF2B5EF4-FFF2-40B4-BE49-F238E27FC236}">
                <a16:creationId xmlns:a16="http://schemas.microsoft.com/office/drawing/2014/main" id="{6096E7CF-D1E9-00EF-6C99-C4A2373457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29646" y="1407886"/>
            <a:ext cx="2402378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807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" fill="hold">
                                          <p:stCondLst>
                                            <p:cond delay="147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" fill="hold">
                                          <p:stCondLst>
                                            <p:cond delay="294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" fill="hold">
                                          <p:stCondLst>
                                            <p:cond delay="441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" fill="hold">
                                          <p:stCondLst>
                                            <p:cond delay="7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0" dur="5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1" dur="1100" fill="hold">
                                          <p:stCondLst>
                                            <p:cond delay="110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2" dur="1100" fill="hold">
                                          <p:stCondLst>
                                            <p:cond delay="220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3" dur="1100" fill="hold">
                                          <p:stCondLst>
                                            <p:cond delay="330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4" dur="1100" fill="hold">
                                          <p:stCondLst>
                                            <p:cond delay="440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8" dur="2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9" dur="550" fill="hold">
                                          <p:stCondLst>
                                            <p:cond delay="5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0" dur="550" fill="hold">
                                          <p:stCondLst>
                                            <p:cond delay="11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1" dur="550" fill="hold">
                                          <p:stCondLst>
                                            <p:cond delay="1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2" dur="550" fill="hold">
                                          <p:stCondLst>
                                            <p:cond delay="22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194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194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33EF68-8F05-723E-3180-02658296F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442EF2B-B7BD-D0D1-9099-EE8414E1E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20482" name="Picture 2" descr="Injured african black man wearing neck brace scared in shock, expressing  panic and fear Stock Photo - Alamy">
            <a:extLst>
              <a:ext uri="{FF2B5EF4-FFF2-40B4-BE49-F238E27FC236}">
                <a16:creationId xmlns:a16="http://schemas.microsoft.com/office/drawing/2014/main" id="{BD2C3822-91EF-4425-C923-74C1A30B21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7685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203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2A4FE-51D5-121A-F7D2-BA62A6607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66" name="Picture 10" descr="206,465 Hospital Room Stock Photos - Free &amp; Royalty-Free Stock Photos from  Dreamstime">
            <a:extLst>
              <a:ext uri="{FF2B5EF4-FFF2-40B4-BE49-F238E27FC236}">
                <a16:creationId xmlns:a16="http://schemas.microsoft.com/office/drawing/2014/main" id="{E020495B-F442-7849-5EA5-4948F8A650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29770" y="0"/>
            <a:ext cx="14238514" cy="70829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2" descr="Mr. House | Villains Wiki | Fandom">
            <a:extLst>
              <a:ext uri="{FF2B5EF4-FFF2-40B4-BE49-F238E27FC236}">
                <a16:creationId xmlns:a16="http://schemas.microsoft.com/office/drawing/2014/main" id="{D4DDDE0E-A23D-5BDC-41F0-116112FABC0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534228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cs-CZ"/>
          </a:p>
        </p:txBody>
      </p:sp>
      <p:grpSp>
        <p:nvGrpSpPr>
          <p:cNvPr id="6" name="Skupina 5">
            <a:extLst>
              <a:ext uri="{FF2B5EF4-FFF2-40B4-BE49-F238E27FC236}">
                <a16:creationId xmlns:a16="http://schemas.microsoft.com/office/drawing/2014/main" id="{889B1B61-C3AC-2DF3-E261-25D07F9E3D57}"/>
              </a:ext>
            </a:extLst>
          </p:cNvPr>
          <p:cNvGrpSpPr/>
          <p:nvPr/>
        </p:nvGrpSpPr>
        <p:grpSpPr>
          <a:xfrm>
            <a:off x="6493895" y="3258456"/>
            <a:ext cx="2543175" cy="3824515"/>
            <a:chOff x="8028441" y="3033485"/>
            <a:chExt cx="2543175" cy="3824515"/>
          </a:xfrm>
        </p:grpSpPr>
        <p:pic>
          <p:nvPicPr>
            <p:cNvPr id="19464" name="Picture 8" descr="PNG Shot of a young female nurse | Buy Stock Photo on PeopleImages, Picture  And Royalty Free Image. Pic 2836680 - PeopleImages">
              <a:extLst>
                <a:ext uri="{FF2B5EF4-FFF2-40B4-BE49-F238E27FC236}">
                  <a16:creationId xmlns:a16="http://schemas.microsoft.com/office/drawing/2014/main" id="{92C241D9-356B-C5B5-4CA4-FB37DB8B98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8441" y="3033485"/>
              <a:ext cx="2543175" cy="38245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460" name="Picture 4" descr="Steam Workshop::Fallout New Vegas: Mr. House">
              <a:extLst>
                <a:ext uri="{FF2B5EF4-FFF2-40B4-BE49-F238E27FC236}">
                  <a16:creationId xmlns:a16="http://schemas.microsoft.com/office/drawing/2014/main" id="{A3A6E4AD-FA81-3AD4-4BC6-52F386F867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21132" y="3033485"/>
              <a:ext cx="1325563" cy="13255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9468" name="Picture 12" descr="Injured man in a wheelchair Stock Photo | Adobe Stock">
            <a:extLst>
              <a:ext uri="{FF2B5EF4-FFF2-40B4-BE49-F238E27FC236}">
                <a16:creationId xmlns:a16="http://schemas.microsoft.com/office/drawing/2014/main" id="{40410C31-046C-FFF9-EE51-11F00E7EC6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647" y="1669601"/>
            <a:ext cx="2959667" cy="4437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72" name="Picture 16" descr="DR HOUSE PNG">
            <a:extLst>
              <a:ext uri="{FF2B5EF4-FFF2-40B4-BE49-F238E27FC236}">
                <a16:creationId xmlns:a16="http://schemas.microsoft.com/office/drawing/2014/main" id="{375831F7-0CDB-819D-30E4-EC48CCB4B5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0089998" y="1901371"/>
            <a:ext cx="2402378" cy="518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3424029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4" dur="2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45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6" dur="45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7" dur="450" fill="hold">
                                          <p:stCondLst>
                                            <p:cond delay="13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8" dur="450" fill="hold">
                                          <p:stCondLst>
                                            <p:cond delay="1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F4666FE-7431-9414-3A25-2235F2340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D8E8F31-866A-F738-E450-9D5667CCB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21506" name="Picture 2" descr="Jaký MBTI má Dr. House? : r/mbti">
            <a:extLst>
              <a:ext uri="{FF2B5EF4-FFF2-40B4-BE49-F238E27FC236}">
                <a16:creationId xmlns:a16="http://schemas.microsoft.com/office/drawing/2014/main" id="{068DFA3B-DE3F-1B76-8F6D-1AF7BE9D8C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51543" y="-1219199"/>
            <a:ext cx="13295086" cy="8738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1892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083D5E-EA01-1749-931F-110919703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9582133-C35F-9830-3359-2E030103D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Picture 2" descr="Some Time Later (@sometimelatercards) • Facebook">
            <a:extLst>
              <a:ext uri="{FF2B5EF4-FFF2-40B4-BE49-F238E27FC236}">
                <a16:creationId xmlns:a16="http://schemas.microsoft.com/office/drawing/2014/main" id="{9CF680DE-4FD0-C40D-F09C-447A739BD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741714" y="997858"/>
            <a:ext cx="15675427" cy="5179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65843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7" name="Rectangle 2560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5602" name="Picture 2" descr="Badly Injured Man Stock Photos - Free &amp; Royalty-Free Stock Photos from  Dreamstime">
            <a:extLst>
              <a:ext uri="{FF2B5EF4-FFF2-40B4-BE49-F238E27FC236}">
                <a16:creationId xmlns:a16="http://schemas.microsoft.com/office/drawing/2014/main" id="{97883534-D2F7-FEF5-C1CF-ED01CF36E9D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46"/>
          <a:stretch>
            <a:fillRect/>
          </a:stretch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4" name="Picture 4" descr="Tree png Images - Free Download on Freepik">
            <a:extLst>
              <a:ext uri="{FF2B5EF4-FFF2-40B4-BE49-F238E27FC236}">
                <a16:creationId xmlns:a16="http://schemas.microsoft.com/office/drawing/2014/main" id="{FAAE6C26-F978-3130-218A-4C5E8A386B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685" y="1103085"/>
            <a:ext cx="4651829" cy="4651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3485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56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7CBE4B-423D-3411-E1CE-BAC51DBF7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C9633C0-7420-77C9-5D1F-E4DCB4787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26628" name="Picture 4" descr="Princenton Plainsboro Hospital (@PrincentonPlainsboroHospital) • Facebook">
            <a:extLst>
              <a:ext uri="{FF2B5EF4-FFF2-40B4-BE49-F238E27FC236}">
                <a16:creationId xmlns:a16="http://schemas.microsoft.com/office/drawing/2014/main" id="{CEBADBF1-9DA1-2AA5-14E0-B1C276BEC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429" y="229547"/>
            <a:ext cx="11321142" cy="6398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Obrázek 4" descr="Obsah obrázku osoba, Lidská tvář, oblečení, vázanka&#10;&#10;Obsah generovaný pomocí AI může být nesprávný.">
            <a:extLst>
              <a:ext uri="{FF2B5EF4-FFF2-40B4-BE49-F238E27FC236}">
                <a16:creationId xmlns:a16="http://schemas.microsoft.com/office/drawing/2014/main" id="{36D9651C-393F-BE01-1DA7-864B6782A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0496" y="4799920"/>
            <a:ext cx="2448077" cy="1377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3990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75941B5-D6D3-5190-4BED-6C012BCFA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D0055D1-4E7F-69FE-84B3-029B1D2B0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27650" name="Picture 2" descr="The end text Images - Free Download on Freepik">
            <a:extLst>
              <a:ext uri="{FF2B5EF4-FFF2-40B4-BE49-F238E27FC236}">
                <a16:creationId xmlns:a16="http://schemas.microsoft.com/office/drawing/2014/main" id="{FA0EA093-A2D4-A3C8-7FB1-80A8DE242E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67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46523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"/>
</p:tagLst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76C6F4E2F935740B0FBB8A41883C973" ma:contentTypeVersion="12" ma:contentTypeDescription="Vytvoří nový dokument" ma:contentTypeScope="" ma:versionID="8f6eebb794876bb7d3b0cf01a1f4940e">
  <xsd:schema xmlns:xsd="http://www.w3.org/2001/XMLSchema" xmlns:xs="http://www.w3.org/2001/XMLSchema" xmlns:p="http://schemas.microsoft.com/office/2006/metadata/properties" xmlns:ns3="30a7c0b2-3957-4ee6-848f-03628eecaa28" targetNamespace="http://schemas.microsoft.com/office/2006/metadata/properties" ma:root="true" ma:fieldsID="24cb30827a312406fd877001900a7180" ns3:_="">
    <xsd:import namespace="30a7c0b2-3957-4ee6-848f-03628eecaa2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c0b2-3957-4ee6-848f-03628eecaa2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a7c0b2-3957-4ee6-848f-03628eecaa28" xsi:nil="true"/>
  </documentManagement>
</p:properties>
</file>

<file path=customXml/itemProps1.xml><?xml version="1.0" encoding="utf-8"?>
<ds:datastoreItem xmlns:ds="http://schemas.openxmlformats.org/officeDocument/2006/customXml" ds:itemID="{3AABFAEE-C2BA-4D7C-971C-38C527A5FF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7c0b2-3957-4ee6-848f-03628eecaa2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E89323-5720-49C3-89EB-A524F909DC5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C06D93-0DC9-4A9F-8DAA-6F8CB2098247}">
  <ds:schemaRefs>
    <ds:schemaRef ds:uri="http://www.w3.org/XML/1998/namespace"/>
    <ds:schemaRef ds:uri="http://schemas.microsoft.com/office/2006/metadata/properties"/>
    <ds:schemaRef ds:uri="30a7c0b2-3957-4ee6-848f-03628eecaa28"/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3</Words>
  <Application>Microsoft Office PowerPoint</Application>
  <PresentationFormat>Širokoúhlá obrazovka</PresentationFormat>
  <Paragraphs>3</Paragraphs>
  <Slides>24</Slides>
  <Notes>3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Motiv Office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Popov Savva</dc:creator>
  <cp:lastModifiedBy>Popov Savva</cp:lastModifiedBy>
  <cp:revision>1</cp:revision>
  <dcterms:created xsi:type="dcterms:W3CDTF">2026-01-04T14:35:03Z</dcterms:created>
  <dcterms:modified xsi:type="dcterms:W3CDTF">2026-01-04T17:44:19Z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0x010100A76C6F4E2F935740B0FBB8A41883C973</vt:lpwstr>
  </property>
</Properties>
</file>