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0B85B-1D05-2FBC-7F11-B42AFC5B5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5E598F-1F2E-7E40-AD58-F62E91A01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768B3-AA22-9D51-FAF1-F7081E661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7140D-C002-4D2D-9F34-60DC971276AF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0AD2C-EB56-E639-12C3-04E9F1E01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B1471-FE00-F343-856F-F2D6187FA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4208-6333-4218-B264-504DDC77A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355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3CDC0-AC15-EC1B-E5FA-38DFB9110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F9D6B-9AF3-62C0-47DB-95BB1E143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961FB-8DF8-F0AB-E38F-4B5CD68AB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7140D-C002-4D2D-9F34-60DC971276AF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F981E-D845-460C-77A4-ED4090535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DA58A-6BBB-F2C9-7AE6-4D804DBD3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4208-6333-4218-B264-504DDC77A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584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77FF4-D845-898E-C437-8902D16DE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FF857-E972-8DEF-0E43-ECE9E9241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E3A38-79A2-B74B-27F7-E1D465BE3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7140D-C002-4D2D-9F34-60DC971276AF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D463C-4A8A-CF1F-6CC1-D574E6013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24A33-B226-6F09-6E9A-536A026B8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4208-6333-4218-B264-504DDC77A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18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34A43-7B26-0919-1D8B-B8DDA7031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CCFE3-BAAB-8EED-5B9D-679931337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B8646-EB39-B7C2-2DE9-F57F0B18B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912DF-6727-8914-F8F7-509338C70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7140D-C002-4D2D-9F34-60DC971276AF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A289-553B-C349-964B-126523AD9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CEA95-5049-84E4-6B6B-4EA0F1E42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4208-6333-4218-B264-504DDC77A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349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9CECC-15BC-8CC4-271D-37E6C345A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0EF1E-86ED-BD09-4A59-1E300FDC5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445CBE-CA31-5B58-D360-1EAC7E3145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1C3492-FA71-063D-FD52-53BF0FDF9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E6ED3-1D9D-0920-E97B-5AEA39624D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5CC31A-64C9-A6E9-53C9-522013E88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7140D-C002-4D2D-9F34-60DC971276AF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C943F7-228B-EB43-5729-97544D74C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A94506-CCB8-C383-C0F5-DBD1CA512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4208-6333-4218-B264-504DDC77A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2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28DCD-35CA-DE7B-EA87-B3276FCA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9FC9ED-22F1-138A-7DED-9F554ADD0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7140D-C002-4D2D-9F34-60DC971276AF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2BF314-3D53-38DF-0578-F49E94354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A0D56-837E-01DF-8A21-8A07F093F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4208-6333-4218-B264-504DDC77A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6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323316-AB49-E063-9B2B-1EEFCC552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7140D-C002-4D2D-9F34-60DC971276AF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9CF999-FF75-9CC6-146D-FE2E62576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E84ED-02AE-6991-2CB3-2509FC552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4208-6333-4218-B264-504DDC77A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945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625C4-81F2-6C37-E5CA-DE2677CDC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E2626-084F-1536-D0F3-940E6FA9A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3B351-0226-C15C-C8C6-41544FECD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5CA547-81C2-6E63-5DF4-183BF5830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7140D-C002-4D2D-9F34-60DC971276AF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EB3CB-9047-CA16-58E3-47BFA76F7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64935-4537-5659-09CB-93A0EB94B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4208-6333-4218-B264-504DDC77A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478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C771A-ED83-76DC-25FB-3B47EFACE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0EBB1A-7022-2F7A-0BBC-571D287CF5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43E726-4026-7D1C-417B-330174672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2C8154-3814-3F3A-8B1B-4349644F0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7140D-C002-4D2D-9F34-60DC971276AF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49FCE-6DDA-35ED-D00D-4BED9953D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45F67-A822-71D1-018B-67B504378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4208-6333-4218-B264-504DDC77A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729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21650-6C19-E500-5305-820F70735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A88BD4-48CE-C00D-3532-D79581511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AD9AE-FBD0-EE27-34C1-36A88AAD0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7140D-C002-4D2D-9F34-60DC971276AF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0499D-1CF2-5D63-007A-9D41D150E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8A543-B44D-3FDA-27EF-26D363BFF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4208-6333-4218-B264-504DDC77A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460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DEBCAE-C3EC-B29B-40AE-6794367F7C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552F23-F3E5-D7C6-4AF3-3D392C400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85DE3-ED1F-2694-2847-D7A05CD80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7140D-C002-4D2D-9F34-60DC971276AF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62295-3CE9-D829-05BC-7611211B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305C2-20FB-CCFA-7E69-4B336BB5F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4208-6333-4218-B264-504DDC77A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70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EBAF26-94D5-7839-5B60-A543BA469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DC149-E537-A549-F785-0310F3EA6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73BCA-3F50-1A10-0A81-626498B979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37140D-C002-4D2D-9F34-60DC971276AF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EC70D-6001-FD66-FEA4-44AB3F4E5F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353FE-44AC-ED52-7A5D-6A9C40E14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54208-6333-4218-B264-504DDC77A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99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BFC rates Paint Drying film 'U', after sitting through all 607 minutes |  The Independent | The Independent">
            <a:extLst>
              <a:ext uri="{FF2B5EF4-FFF2-40B4-BE49-F238E27FC236}">
                <a16:creationId xmlns:a16="http://schemas.microsoft.com/office/drawing/2014/main" id="{76F5AB5D-F96F-0E8B-AD0D-A2FE730B70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18" b="9091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8C5588-753E-9C2D-39E9-F962DFFAD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GB" sz="4800" b="0" i="0" dirty="0">
                <a:solidFill>
                  <a:schemeClr val="bg1"/>
                </a:solidFill>
                <a:effectLst/>
                <a:latin typeface="Söhne"/>
              </a:rPr>
              <a:t>The Art of Drying Paint Watcher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05B962-9009-AFE9-ACBC-F3C74AF0D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GB" sz="2000" dirty="0">
                <a:solidFill>
                  <a:schemeClr val="bg1"/>
                </a:solidFill>
              </a:rPr>
              <a:t>By Savva Popov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059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BD727-6926-2E9D-97C7-95DEBD2CD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About the job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A0BAF-E7BE-EBB6-079D-C433C36D0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Purpose of the watching paint dry?</a:t>
            </a:r>
          </a:p>
          <a:p>
            <a:r>
              <a:rPr lang="en-GB" dirty="0"/>
              <a:t>What industries require paint watcher?</a:t>
            </a:r>
          </a:p>
          <a:p>
            <a:r>
              <a:rPr lang="en-GB" dirty="0"/>
              <a:t>Most boring job</a:t>
            </a:r>
          </a:p>
          <a:p>
            <a:r>
              <a:rPr lang="en-GB" dirty="0"/>
              <a:t> Well paid?</a:t>
            </a:r>
          </a:p>
          <a:p>
            <a:r>
              <a:rPr lang="en-GB" dirty="0"/>
              <a:t>Tools</a:t>
            </a:r>
          </a:p>
        </p:txBody>
      </p:sp>
      <p:pic>
        <p:nvPicPr>
          <p:cNvPr id="2050" name="Picture 2" descr="Komunita služby Steam :: Watch Paint Dry">
            <a:extLst>
              <a:ext uri="{FF2B5EF4-FFF2-40B4-BE49-F238E27FC236}">
                <a16:creationId xmlns:a16="http://schemas.microsoft.com/office/drawing/2014/main" id="{5DA8EAD9-41DF-C39F-9DD8-1059030AB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944" y="2124869"/>
            <a:ext cx="2428875" cy="187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1018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07100-D26D-C557-BC2C-63F8B033D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About the person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75D6D-9858-7B8C-92BC-E880DFB47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qualities should The Watcher have?</a:t>
            </a:r>
          </a:p>
          <a:p>
            <a:r>
              <a:rPr lang="en-US" dirty="0"/>
              <a:t>Education??? </a:t>
            </a:r>
          </a:p>
          <a:p>
            <a:r>
              <a:rPr lang="en-US" dirty="0"/>
              <a:t>Career growth</a:t>
            </a:r>
          </a:p>
          <a:p>
            <a:r>
              <a:rPr lang="en-US" dirty="0"/>
              <a:t>Secure and comfortable job?</a:t>
            </a:r>
          </a:p>
        </p:txBody>
      </p:sp>
      <p:pic>
        <p:nvPicPr>
          <p:cNvPr id="3078" name="Picture 6" descr="[webp-to-jpg output image]">
            <a:extLst>
              <a:ext uri="{FF2B5EF4-FFF2-40B4-BE49-F238E27FC236}">
                <a16:creationId xmlns:a16="http://schemas.microsoft.com/office/drawing/2014/main" id="{D77C7A27-DE3C-C045-8813-91027A3D0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3133" y="1967346"/>
            <a:ext cx="2803236" cy="2803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1891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4DFE9-B17F-2704-3554-D8BD6ABAF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 for your attention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B1923-9019-138E-04AD-E616C45BB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Source: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FD1882-9673-2643-60F2-1821C49596F6}"/>
              </a:ext>
            </a:extLst>
          </p:cNvPr>
          <p:cNvSpPr txBox="1"/>
          <p:nvPr/>
        </p:nvSpPr>
        <p:spPr>
          <a:xfrm>
            <a:off x="2446867" y="1896533"/>
            <a:ext cx="5274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 made it 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259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76C6F4E2F935740B0FBB8A41883C973" ma:contentTypeVersion="8" ma:contentTypeDescription="Vytvoří nový dokument" ma:contentTypeScope="" ma:versionID="3c4965afe8a2cfeaad677423fd74817d">
  <xsd:schema xmlns:xsd="http://www.w3.org/2001/XMLSchema" xmlns:xs="http://www.w3.org/2001/XMLSchema" xmlns:p="http://schemas.microsoft.com/office/2006/metadata/properties" xmlns:ns3="30a7c0b2-3957-4ee6-848f-03628eecaa28" targetNamespace="http://schemas.microsoft.com/office/2006/metadata/properties" ma:root="true" ma:fieldsID="54ff7a8c90c89bc7dd28eef088849177" ns3:_="">
    <xsd:import namespace="30a7c0b2-3957-4ee6-848f-03628eecaa2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a7c0b2-3957-4ee6-848f-03628eecaa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94FEC82-A018-4F21-AFB1-E1A567CD8D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a7c0b2-3957-4ee6-848f-03628eecaa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CDCB4F9-FD04-46FC-86B8-0805D306415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B4BC10-9158-4141-BA28-C7E0C0E04C62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30a7c0b2-3957-4ee6-848f-03628eecaa2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63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Söhne</vt:lpstr>
      <vt:lpstr>Office Theme</vt:lpstr>
      <vt:lpstr>The Art of Drying Paint Watcher</vt:lpstr>
      <vt:lpstr>About the job</vt:lpstr>
      <vt:lpstr>About the person</vt:lpstr>
      <vt:lpstr>Thank you for your attention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Art of Drying Paint Watcher</dc:title>
  <dc:creator>Popov Savva</dc:creator>
  <cp:lastModifiedBy>Popov Savva</cp:lastModifiedBy>
  <cp:revision>1</cp:revision>
  <dcterms:created xsi:type="dcterms:W3CDTF">2023-09-19T15:43:35Z</dcterms:created>
  <dcterms:modified xsi:type="dcterms:W3CDTF">2023-09-19T16:24:16Z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0x010100A76C6F4E2F935740B0FBB8A41883C973</vt:lpwstr>
  </property>
</Properties>
</file>