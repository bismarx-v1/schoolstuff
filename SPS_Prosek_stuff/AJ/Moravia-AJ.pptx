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</p:sldIdLst>
  <p:sldSz cx="12192000" cy="6858000"/>
  <p:notesSz cx="6858000" cy="9144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D3AE87E-F75F-4D80-8B9A-BDE80DA47255}" v="22" dt="2026-03-30T10:33:27.80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660"/>
  </p:normalViewPr>
  <p:slideViewPr>
    <p:cSldViewPr snapToGrid="0">
      <p:cViewPr varScale="1">
        <p:scale>
          <a:sx n="96" d="100"/>
          <a:sy n="96" d="100"/>
        </p:scale>
        <p:origin x="86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10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opov Savva" userId="bc132019-2944-47dc-b2a0-f031fbe56d5e" providerId="ADAL" clId="{B84700EE-EDA8-4C97-AAF0-D93C0F245FB9}"/>
    <pc:docChg chg="undo custSel addSld modSld sldOrd">
      <pc:chgData name="Popov Savva" userId="bc132019-2944-47dc-b2a0-f031fbe56d5e" providerId="ADAL" clId="{B84700EE-EDA8-4C97-AAF0-D93C0F245FB9}" dt="2026-03-30T10:39:02.554" v="263" actId="20577"/>
      <pc:docMkLst>
        <pc:docMk/>
      </pc:docMkLst>
      <pc:sldChg chg="modSp mod">
        <pc:chgData name="Popov Savva" userId="bc132019-2944-47dc-b2a0-f031fbe56d5e" providerId="ADAL" clId="{B84700EE-EDA8-4C97-AAF0-D93C0F245FB9}" dt="2026-03-30T10:32:19.904" v="234" actId="790"/>
        <pc:sldMkLst>
          <pc:docMk/>
          <pc:sldMk cId="1257591345" sldId="256"/>
        </pc:sldMkLst>
        <pc:spChg chg="mod">
          <ac:chgData name="Popov Savva" userId="bc132019-2944-47dc-b2a0-f031fbe56d5e" providerId="ADAL" clId="{B84700EE-EDA8-4C97-AAF0-D93C0F245FB9}" dt="2026-03-30T10:32:19.904" v="234" actId="790"/>
          <ac:spMkLst>
            <pc:docMk/>
            <pc:sldMk cId="1257591345" sldId="256"/>
            <ac:spMk id="2" creationId="{C2E674EF-9A5D-03AC-DDE4-DA99D542F8C0}"/>
          </ac:spMkLst>
        </pc:spChg>
        <pc:spChg chg="mod">
          <ac:chgData name="Popov Savva" userId="bc132019-2944-47dc-b2a0-f031fbe56d5e" providerId="ADAL" clId="{B84700EE-EDA8-4C97-AAF0-D93C0F245FB9}" dt="2026-03-30T10:32:19.904" v="234" actId="790"/>
          <ac:spMkLst>
            <pc:docMk/>
            <pc:sldMk cId="1257591345" sldId="256"/>
            <ac:spMk id="3" creationId="{6E6576B1-CADA-C1CC-6DA3-E1873528D377}"/>
          </ac:spMkLst>
        </pc:spChg>
      </pc:sldChg>
      <pc:sldChg chg="modSp mod ord">
        <pc:chgData name="Popov Savva" userId="bc132019-2944-47dc-b2a0-f031fbe56d5e" providerId="ADAL" clId="{B84700EE-EDA8-4C97-AAF0-D93C0F245FB9}" dt="2026-03-30T10:32:19.904" v="234" actId="790"/>
        <pc:sldMkLst>
          <pc:docMk/>
          <pc:sldMk cId="699188189" sldId="257"/>
        </pc:sldMkLst>
        <pc:spChg chg="mod">
          <ac:chgData name="Popov Savva" userId="bc132019-2944-47dc-b2a0-f031fbe56d5e" providerId="ADAL" clId="{B84700EE-EDA8-4C97-AAF0-D93C0F245FB9}" dt="2026-03-30T10:32:19.904" v="234" actId="790"/>
          <ac:spMkLst>
            <pc:docMk/>
            <pc:sldMk cId="699188189" sldId="257"/>
            <ac:spMk id="2" creationId="{1D62F6D9-0E71-3789-5AF5-A37F644FF85C}"/>
          </ac:spMkLst>
        </pc:spChg>
        <pc:spChg chg="mod">
          <ac:chgData name="Popov Savva" userId="bc132019-2944-47dc-b2a0-f031fbe56d5e" providerId="ADAL" clId="{B84700EE-EDA8-4C97-AAF0-D93C0F245FB9}" dt="2026-03-30T10:32:19.904" v="234" actId="790"/>
          <ac:spMkLst>
            <pc:docMk/>
            <pc:sldMk cId="699188189" sldId="257"/>
            <ac:spMk id="3" creationId="{16A9DB1F-E774-F238-8998-15F9591AE495}"/>
          </ac:spMkLst>
        </pc:spChg>
      </pc:sldChg>
      <pc:sldChg chg="addSp delSp modSp add mod">
        <pc:chgData name="Popov Savva" userId="bc132019-2944-47dc-b2a0-f031fbe56d5e" providerId="ADAL" clId="{B84700EE-EDA8-4C97-AAF0-D93C0F245FB9}" dt="2026-03-30T10:39:02.554" v="263" actId="20577"/>
        <pc:sldMkLst>
          <pc:docMk/>
          <pc:sldMk cId="2620841491" sldId="258"/>
        </pc:sldMkLst>
        <pc:spChg chg="mod">
          <ac:chgData name="Popov Savva" userId="bc132019-2944-47dc-b2a0-f031fbe56d5e" providerId="ADAL" clId="{B84700EE-EDA8-4C97-AAF0-D93C0F245FB9}" dt="2026-03-30T10:32:19.904" v="234" actId="790"/>
          <ac:spMkLst>
            <pc:docMk/>
            <pc:sldMk cId="2620841491" sldId="258"/>
            <ac:spMk id="2" creationId="{2BE0A5C2-68FA-1FFA-32BA-7BF97B6B9EF4}"/>
          </ac:spMkLst>
        </pc:spChg>
        <pc:spChg chg="mod">
          <ac:chgData name="Popov Savva" userId="bc132019-2944-47dc-b2a0-f031fbe56d5e" providerId="ADAL" clId="{B84700EE-EDA8-4C97-AAF0-D93C0F245FB9}" dt="2026-03-30T10:39:02.554" v="263" actId="20577"/>
          <ac:spMkLst>
            <pc:docMk/>
            <pc:sldMk cId="2620841491" sldId="258"/>
            <ac:spMk id="3" creationId="{F9544E43-DDE4-B0F2-A35B-71A1F6BB6146}"/>
          </ac:spMkLst>
        </pc:spChg>
        <pc:picChg chg="add del mod">
          <ac:chgData name="Popov Savva" userId="bc132019-2944-47dc-b2a0-f031fbe56d5e" providerId="ADAL" clId="{B84700EE-EDA8-4C97-AAF0-D93C0F245FB9}" dt="2026-03-30T10:31:31.730" v="190" actId="478"/>
          <ac:picMkLst>
            <pc:docMk/>
            <pc:sldMk cId="2620841491" sldId="258"/>
            <ac:picMk id="5" creationId="{F97F4A63-ADCC-5776-1703-EE9060FF90DD}"/>
          </ac:picMkLst>
        </pc:picChg>
        <pc:picChg chg="add">
          <ac:chgData name="Popov Savva" userId="bc132019-2944-47dc-b2a0-f031fbe56d5e" providerId="ADAL" clId="{B84700EE-EDA8-4C97-AAF0-D93C0F245FB9}" dt="2026-03-30T10:31:25.254" v="187"/>
          <ac:picMkLst>
            <pc:docMk/>
            <pc:sldMk cId="2620841491" sldId="258"/>
            <ac:picMk id="1026" creationId="{C56EDD37-CE90-1111-E402-5DEEB42379DF}"/>
          </ac:picMkLst>
        </pc:picChg>
        <pc:picChg chg="add mod">
          <ac:chgData name="Popov Savva" userId="bc132019-2944-47dc-b2a0-f031fbe56d5e" providerId="ADAL" clId="{B84700EE-EDA8-4C97-AAF0-D93C0F245FB9}" dt="2026-03-30T10:31:39.335" v="196" actId="1076"/>
          <ac:picMkLst>
            <pc:docMk/>
            <pc:sldMk cId="2620841491" sldId="258"/>
            <ac:picMk id="1028" creationId="{DF06CFC4-82E3-BA4E-5BBA-11B4BAD902B8}"/>
          </ac:picMkLst>
        </pc:picChg>
        <pc:picChg chg="add mod">
          <ac:chgData name="Popov Savva" userId="bc132019-2944-47dc-b2a0-f031fbe56d5e" providerId="ADAL" clId="{B84700EE-EDA8-4C97-AAF0-D93C0F245FB9}" dt="2026-03-30T10:31:34.949" v="193" actId="1076"/>
          <ac:picMkLst>
            <pc:docMk/>
            <pc:sldMk cId="2620841491" sldId="258"/>
            <ac:picMk id="1030" creationId="{299F82C6-FE5B-BEBD-D1A5-700B1A9C6021}"/>
          </ac:picMkLst>
        </pc:picChg>
        <pc:picChg chg="add mod">
          <ac:chgData name="Popov Savva" userId="bc132019-2944-47dc-b2a0-f031fbe56d5e" providerId="ADAL" clId="{B84700EE-EDA8-4C97-AAF0-D93C0F245FB9}" dt="2026-03-30T10:33:21.935" v="251" actId="1076"/>
          <ac:picMkLst>
            <pc:docMk/>
            <pc:sldMk cId="2620841491" sldId="258"/>
            <ac:picMk id="1032" creationId="{F9A1D59E-D2F2-ED83-EFF4-A676CDE2C427}"/>
          </ac:picMkLst>
        </pc:picChg>
        <pc:picChg chg="add mod">
          <ac:chgData name="Popov Savva" userId="bc132019-2944-47dc-b2a0-f031fbe56d5e" providerId="ADAL" clId="{B84700EE-EDA8-4C97-AAF0-D93C0F245FB9}" dt="2026-03-30T10:33:27.802" v="255" actId="1076"/>
          <ac:picMkLst>
            <pc:docMk/>
            <pc:sldMk cId="2620841491" sldId="258"/>
            <ac:picMk id="1034" creationId="{19D2A9AD-22D0-E227-37C5-A0B744198074}"/>
          </ac:picMkLst>
        </pc:picChg>
        <pc:inkChg chg="add del">
          <ac:chgData name="Popov Savva" userId="bc132019-2944-47dc-b2a0-f031fbe56d5e" providerId="ADAL" clId="{B84700EE-EDA8-4C97-AAF0-D93C0F245FB9}" dt="2026-03-30T10:33:33.400" v="257" actId="9405"/>
          <ac:inkMkLst>
            <pc:docMk/>
            <pc:sldMk cId="2620841491" sldId="258"/>
            <ac:inkMk id="6" creationId="{5ED5ACD4-7545-28A9-A0B1-02D71D0FD585}"/>
          </ac:inkMkLst>
        </pc:inkChg>
        <pc:inkChg chg="add">
          <ac:chgData name="Popov Savva" userId="bc132019-2944-47dc-b2a0-f031fbe56d5e" providerId="ADAL" clId="{B84700EE-EDA8-4C97-AAF0-D93C0F245FB9}" dt="2026-03-30T10:33:35.258" v="258" actId="9405"/>
          <ac:inkMkLst>
            <pc:docMk/>
            <pc:sldMk cId="2620841491" sldId="258"/>
            <ac:inkMk id="7" creationId="{3132DAD1-4846-DC22-A619-54A25F7D70F8}"/>
          </ac:inkMkLst>
        </pc:inkChg>
        <pc:inkChg chg="add del">
          <ac:chgData name="Popov Savva" userId="bc132019-2944-47dc-b2a0-f031fbe56d5e" providerId="ADAL" clId="{B84700EE-EDA8-4C97-AAF0-D93C0F245FB9}" dt="2026-03-30T10:33:39.157" v="260" actId="9405"/>
          <ac:inkMkLst>
            <pc:docMk/>
            <pc:sldMk cId="2620841491" sldId="258"/>
            <ac:inkMk id="8" creationId="{829F3134-6629-8674-982E-9E96641E6DCA}"/>
          </ac:inkMkLst>
        </pc:inkChg>
        <pc:inkChg chg="add">
          <ac:chgData name="Popov Savva" userId="bc132019-2944-47dc-b2a0-f031fbe56d5e" providerId="ADAL" clId="{B84700EE-EDA8-4C97-AAF0-D93C0F245FB9}" dt="2026-03-30T10:33:41.374" v="261" actId="9405"/>
          <ac:inkMkLst>
            <pc:docMk/>
            <pc:sldMk cId="2620841491" sldId="258"/>
            <ac:inkMk id="9" creationId="{72BD324E-B727-7FD4-3BF6-208B25F19FAB}"/>
          </ac:inkMkLst>
        </pc:ink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0T10:33:35.25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4394 138 24575,'-227'0'-434,"-940"13"-3038,8 88 3020,448 40 3170,668-127-2536,1 1 1,0 2-1,1 3 0,1 1 0,1 1 1,1 2-1,1 2 0,-49 45 0,-214 186-182,250-222 0,-10 9 0,55-40 0,1 0 0,0 1 0,0-1 0,0 1 0,1 0 0,-1 0 0,1 0 0,0 1 0,1-1 0,-3 7 0,-235 807 0,230-770 0,1 0 0,3 0 0,0 56 0,13 145 0,-5-214 0,2 0 0,2-1 0,0 1 0,3-1 0,1-1 0,1 0 0,23 47 0,196 411 0,-205-445 0,2 0 0,2-2 0,2-1 0,2-2 0,2-1 0,1-1 0,59 48 0,328 286 0,-352-316 0,2-3 0,81 47 0,170 77 0,-241-134 0,237 117-453,402 144-1,-663-285 435,89 19 1,-112-34 65,0 0 0,0-3 0,69-2 0,40-12 342,177-39-1,132-54-2042,409-146 1299,-599 154 370,304-156-1,-421 173-264,-3-5 1,232-181-1,-281 186 589,-3-5 0,-4-3 0,-4-4-1,98-139 1,-158 195-182,-1-1 1,-3-2-1,0 0 0,-3-1 0,17-55 1,-20 43-141,-2-1 1,-3 0 0,5-102-1,-19-281-17,-5 336 0,-3-1 0,-36-128 0,37 188 0,-3 0 0,-1 1 0,-1 1 0,-3 0 0,-1 2 0,-1 0 0,-2 2 0,-2 0 0,-1 2 0,-59-55 0,31 40 0,-2 2 0,-2 3 0,-1 3 0,-2 2 0,-105-44 0,-449-172-303,-303-138 112,804 330 686,63 32-495,-2 2-1,0 2 1,-70-20 0,-160-21 0,-74 13 0,354 52-114,0 0 1,0 1-1,0-1 0,0 1 0,0 0 1,0 0-1,0 1 0,0-1 0,0 1 1,0 0-1,-5 1 0,-13 9-6712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0T10:33:41.37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12413 8867 24575,'-36'-116'0,"-55"-165"0,-63-201-1638,-41-142-5056,-276-937 2328,-231-734 2990,198 718 6426,324 1100 3262,169 456-8215,-1 2-1,-1-1 0,-1 2 0,0-1 1,-1 2-1,-30-27 0,-5-7-58,15 16-38,-2 0 0,-52-36 0,-89-51 0,79 57 0,55 35 0,-293-191 0,244 166 0,-172-74 0,-26 17 0,-444-108 0,332 152 0,-8 29 0,186 21 0,-420-6-187,9 43-422,559-16 625,-579 46-16,3 26 0,-517 41 0,936-112 358,134-5-147,-170 20 0,-55 49-211,11-1 0,248-57 0,0-3 0,-128-3 0,181-4 0,-1 0 0,1 1 0,-1 1 0,1 0 0,0 0 0,0 1 0,-23 9 0,-1 5 0,-46 27 0,49-26 0,-712 345 0,692-342 0,-95 53 0,124-60-1365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D225CE2-2D44-8DB0-DE26-1F712A402A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E15CD4BE-6CB4-456B-60C0-05D69D168C2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/>
              <a:t>Kliknutím můžete upravit styl předlohy.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F5A3892B-4AC5-1645-F2AC-5C8363A91C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E605AF-2BD1-46B1-8126-0274126A9B66}" type="datetimeFigureOut">
              <a:rPr lang="cs-CZ" smtClean="0"/>
              <a:t>30.03.2026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0B0C4A15-8735-7A00-20E9-F46B7941C4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F2735BDF-A989-638F-BCBF-CF12027222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69DFA-B71E-4322-887D-E10F9882B84F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9382947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8F1E7CA-9D5F-653C-7086-50BE46FB85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DBD64F9E-649B-159D-0E13-7D0ED33E87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573A6A39-7A8F-C827-D6A8-402E21206D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E605AF-2BD1-46B1-8126-0274126A9B66}" type="datetimeFigureOut">
              <a:rPr lang="cs-CZ" smtClean="0"/>
              <a:t>30.03.2026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9BCFD87F-3163-07C3-ECD8-005A4747FA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C4DCDF8A-3808-0D2F-E528-3A6E6F28BD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69DFA-B71E-4322-887D-E10F9882B84F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103636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oddí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A8FC1BF5-7CC4-75C2-9FB2-6627AB2757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8012A0CF-39B3-9860-CA5A-6ABE22198F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16E3276C-7BFE-4AC3-9AE4-411CD9BF47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E605AF-2BD1-46B1-8126-0274126A9B66}" type="datetimeFigureOut">
              <a:rPr lang="cs-CZ" smtClean="0"/>
              <a:t>30.03.2026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B235AFAD-F832-2F1E-2119-E083262E11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706E3B40-97F4-0194-F2D9-F8A52CE958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69DFA-B71E-4322-887D-E10F9882B84F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5440600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5864F02-BE5C-E8D5-A503-E3A73F3116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194773A9-AB4C-E327-7D94-3D91D516A7D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4B341277-D54D-A2A9-85AE-A80B01541C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0C2A83A6-3107-77BC-7730-D334947F9F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E605AF-2BD1-46B1-8126-0274126A9B66}" type="datetimeFigureOut">
              <a:rPr lang="cs-CZ" smtClean="0"/>
              <a:t>30.03.2026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5DF08586-860B-B19A-6060-9AC78138E9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8E4E7ABE-27EB-4120-6EC3-44B7566EDB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69DFA-B71E-4322-887D-E10F9882B84F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1953256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5A8E0A2-7938-4A4E-7998-3CFE20DD48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7E6F86FB-402C-3252-17A7-6A4CFDB1E2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5ADE6E89-C5E1-B39A-BA09-206B909B90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text 4">
            <a:extLst>
              <a:ext uri="{FF2B5EF4-FFF2-40B4-BE49-F238E27FC236}">
                <a16:creationId xmlns:a16="http://schemas.microsoft.com/office/drawing/2014/main" id="{88E6834A-3751-D666-988E-792ACE3DC5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6" name="Zástupný obsah 5">
            <a:extLst>
              <a:ext uri="{FF2B5EF4-FFF2-40B4-BE49-F238E27FC236}">
                <a16:creationId xmlns:a16="http://schemas.microsoft.com/office/drawing/2014/main" id="{4D0D576A-F47A-D9D1-B444-5A060D591BB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7" name="Zástupný symbol pro datum 6">
            <a:extLst>
              <a:ext uri="{FF2B5EF4-FFF2-40B4-BE49-F238E27FC236}">
                <a16:creationId xmlns:a16="http://schemas.microsoft.com/office/drawing/2014/main" id="{945B07E9-2B4B-49D7-ECE1-CC13AFE6EE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E605AF-2BD1-46B1-8126-0274126A9B66}" type="datetimeFigureOut">
              <a:rPr lang="cs-CZ" smtClean="0"/>
              <a:t>30.03.2026</a:t>
            </a:fld>
            <a:endParaRPr lang="cs-CZ"/>
          </a:p>
        </p:txBody>
      </p:sp>
      <p:sp>
        <p:nvSpPr>
          <p:cNvPr id="8" name="Zástupný symbol pro zápatí 7">
            <a:extLst>
              <a:ext uri="{FF2B5EF4-FFF2-40B4-BE49-F238E27FC236}">
                <a16:creationId xmlns:a16="http://schemas.microsoft.com/office/drawing/2014/main" id="{7774D0CC-75E0-1053-2C4F-A23C3AB114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Zástupný symbol pro číslo snímku 8">
            <a:extLst>
              <a:ext uri="{FF2B5EF4-FFF2-40B4-BE49-F238E27FC236}">
                <a16:creationId xmlns:a16="http://schemas.microsoft.com/office/drawing/2014/main" id="{CBFBD0D9-E873-F4F4-1FCB-F1134721A4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69DFA-B71E-4322-887D-E10F9882B84F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6670544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enom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E301C0F-834C-F374-1AB8-5284AF5474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datum 2">
            <a:extLst>
              <a:ext uri="{FF2B5EF4-FFF2-40B4-BE49-F238E27FC236}">
                <a16:creationId xmlns:a16="http://schemas.microsoft.com/office/drawing/2014/main" id="{7AA884F1-5FA4-46EA-0A4A-22B776A130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E605AF-2BD1-46B1-8126-0274126A9B66}" type="datetimeFigureOut">
              <a:rPr lang="cs-CZ" smtClean="0"/>
              <a:t>30.03.2026</a:t>
            </a:fld>
            <a:endParaRPr lang="cs-CZ"/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35AF408F-E302-5C2B-79C2-768079C4DF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AF9DD417-8AF2-DCD0-F505-21E33E8369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69DFA-B71E-4322-887D-E10F9882B84F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5396415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datum 1">
            <a:extLst>
              <a:ext uri="{FF2B5EF4-FFF2-40B4-BE49-F238E27FC236}">
                <a16:creationId xmlns:a16="http://schemas.microsoft.com/office/drawing/2014/main" id="{2D930D14-8A3C-C97B-0242-F360B934B4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E605AF-2BD1-46B1-8126-0274126A9B66}" type="datetimeFigureOut">
              <a:rPr lang="cs-CZ" smtClean="0"/>
              <a:t>30.03.2026</a:t>
            </a:fld>
            <a:endParaRPr lang="cs-CZ"/>
          </a:p>
        </p:txBody>
      </p:sp>
      <p:sp>
        <p:nvSpPr>
          <p:cNvPr id="3" name="Zástupný symbol pro zápatí 2">
            <a:extLst>
              <a:ext uri="{FF2B5EF4-FFF2-40B4-BE49-F238E27FC236}">
                <a16:creationId xmlns:a16="http://schemas.microsoft.com/office/drawing/2014/main" id="{5336C6DD-0CC2-30F9-5E60-EBD22A4D9B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A1FABA38-F863-BF82-D6A7-54BFD1348E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69DFA-B71E-4322-887D-E10F9882B84F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6394308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C08D6FF-3023-1804-E2FA-36EFC254B7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81F898A5-AB23-EBFE-1746-62C9B1B933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52FA2BAA-6D5D-5135-450F-7A35F2416D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2E66F9F8-3B38-57FF-FB86-450B246D50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E605AF-2BD1-46B1-8126-0274126A9B66}" type="datetimeFigureOut">
              <a:rPr lang="cs-CZ" smtClean="0"/>
              <a:t>30.03.2026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C8AB0A55-BBA2-8047-D76C-AE470536F2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39BCDE7F-D5B3-69DC-09BA-89D143455F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69DFA-B71E-4322-887D-E10F9882B84F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9734892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E1825A8-56B4-27E2-5D31-AE5334EA46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obrázku 2">
            <a:extLst>
              <a:ext uri="{FF2B5EF4-FFF2-40B4-BE49-F238E27FC236}">
                <a16:creationId xmlns:a16="http://schemas.microsoft.com/office/drawing/2014/main" id="{C64C2AA3-0D14-0118-D4C0-8D2D82A4105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cs-CZ"/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3E155237-B89A-557E-25B8-E0996F8554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3268773F-7F3D-EC82-C4EE-22EEE485EC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E605AF-2BD1-46B1-8126-0274126A9B66}" type="datetimeFigureOut">
              <a:rPr lang="cs-CZ" smtClean="0"/>
              <a:t>30.03.2026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07C150CB-DCC5-3376-35CB-96465E23F9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8416C38B-3A48-3A69-CDFB-9626421DE7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69DFA-B71E-4322-887D-E10F9882B84F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3342961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3FD2DAC-D610-4732-31C7-05AA3D2296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157C41DF-8D2C-0E4A-FEB9-AB5D6010D9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8166FCCB-622B-2673-43B8-172B9839E6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E605AF-2BD1-46B1-8126-0274126A9B66}" type="datetimeFigureOut">
              <a:rPr lang="cs-CZ" smtClean="0"/>
              <a:t>30.03.2026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7C3B6FAB-669A-8292-CFA5-3768824E84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8EE32EC8-7070-069F-BE19-F14B4A2AC1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69DFA-B71E-4322-887D-E10F9882B84F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2579090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vislý nadpis 1">
            <a:extLst>
              <a:ext uri="{FF2B5EF4-FFF2-40B4-BE49-F238E27FC236}">
                <a16:creationId xmlns:a16="http://schemas.microsoft.com/office/drawing/2014/main" id="{3F242C01-D17D-F0AB-DD79-F98F9852CAB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F390A529-5D83-2FD4-DAC8-700765956E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8E8D8984-800C-D8F5-722E-3FB88BFCDA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E605AF-2BD1-46B1-8126-0274126A9B66}" type="datetimeFigureOut">
              <a:rPr lang="cs-CZ" smtClean="0"/>
              <a:t>30.03.2026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62F37D5B-42E7-3F3C-8ACF-C8CAB54824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806EAFA7-A266-BA37-8D86-B3905F84BB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69DFA-B71E-4322-887D-E10F9882B84F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7694054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nadpis 1">
            <a:extLst>
              <a:ext uri="{FF2B5EF4-FFF2-40B4-BE49-F238E27FC236}">
                <a16:creationId xmlns:a16="http://schemas.microsoft.com/office/drawing/2014/main" id="{CD0CB1C3-5CF2-C9FC-D4CD-E18F15C81E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CEEDB58F-10FB-4332-8B1D-645867E3C1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3372AE03-3E9F-AA3F-C12D-CF43B620A42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1E605AF-2BD1-46B1-8126-0274126A9B66}" type="datetimeFigureOut">
              <a:rPr lang="cs-CZ" smtClean="0"/>
              <a:t>30.03.2026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2595A7A4-E9F9-3C64-BFBB-BC391E5E0C5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AD40FF7E-B568-BAE2-6EB1-496D9580DD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D669DFA-B71E-4322-887D-E10F9882B84F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1696349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3.png"/><Relationship Id="rId7" Type="http://schemas.openxmlformats.org/officeDocument/2006/relationships/customXml" Target="../ink/ink2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customXml" Target="../ink/ink1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Night cityscape view on the old town with famous cathedral in Brno city ...">
            <a:extLst>
              <a:ext uri="{FF2B5EF4-FFF2-40B4-BE49-F238E27FC236}">
                <a16:creationId xmlns:a16="http://schemas.microsoft.com/office/drawing/2014/main" id="{39B51F77-896C-2627-41D0-315E16286B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4353791" y="0"/>
            <a:ext cx="16906009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Nadpis 1">
            <a:extLst>
              <a:ext uri="{FF2B5EF4-FFF2-40B4-BE49-F238E27FC236}">
                <a16:creationId xmlns:a16="http://schemas.microsoft.com/office/drawing/2014/main" id="{C2E674EF-9A5D-03AC-DDE4-DA99D542F8C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noProof="0" dirty="0">
                <a:solidFill>
                  <a:srgbClr val="0070C0"/>
                </a:solidFill>
                <a:highlight>
                  <a:srgbClr val="FFFF00"/>
                </a:highlight>
                <a:latin typeface="Comic Sans MS" panose="030F0702030302020204" pitchFamily="66" charset="0"/>
              </a:rPr>
              <a:t>MORAVIA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6E6576B1-CADA-C1CC-6DA3-E1873528D37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noProof="0" dirty="0">
                <a:highlight>
                  <a:srgbClr val="FF00FF"/>
                </a:highlight>
                <a:latin typeface="Comic Sans MS" panose="030F0702030302020204" pitchFamily="66" charset="0"/>
              </a:rPr>
              <a:t>Popov, Kollmann, Balcar, </a:t>
            </a:r>
            <a:r>
              <a:rPr lang="en-GB" noProof="0" dirty="0" err="1">
                <a:highlight>
                  <a:srgbClr val="FF00FF"/>
                </a:highlight>
                <a:latin typeface="Comic Sans MS" panose="030F0702030302020204" pitchFamily="66" charset="0"/>
              </a:rPr>
              <a:t>Hejný</a:t>
            </a:r>
            <a:endParaRPr lang="en-GB" noProof="0" dirty="0">
              <a:highlight>
                <a:srgbClr val="FF00FF"/>
              </a:highlight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75913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D79962-0D6D-024C-5991-B015D04979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BE0A5C2-68FA-1FFA-32BA-7BF97B6B9E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>
                <a:latin typeface="Nasalization" panose="020B0604020202020204" pitchFamily="34" charset="0"/>
              </a:rPr>
              <a:t>MORAVIA – </a:t>
            </a:r>
            <a:r>
              <a:rPr lang="en-GB" noProof="0" dirty="0">
                <a:latin typeface="Comic Sans MS" panose="030F0702030302020204" pitchFamily="66" charset="0"/>
              </a:rPr>
              <a:t>basic info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F9544E43-DDE4-B0F2-A35B-71A1F6BB61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noProof="0" dirty="0">
                <a:latin typeface="Comic Sans MS" panose="030F0702030302020204" pitchFamily="66" charset="0"/>
              </a:rPr>
              <a:t>East of Czech Republic</a:t>
            </a:r>
          </a:p>
          <a:p>
            <a:r>
              <a:rPr lang="en-GB" noProof="0" dirty="0">
                <a:latin typeface="Comic Sans MS" panose="030F0702030302020204" pitchFamily="66" charset="0"/>
              </a:rPr>
              <a:t>Second biggest region of Czech Republic</a:t>
            </a:r>
          </a:p>
          <a:p>
            <a:r>
              <a:rPr lang="en-GB" noProof="0" dirty="0">
                <a:latin typeface="Comic Sans MS" panose="030F0702030302020204" pitchFamily="66" charset="0"/>
              </a:rPr>
              <a:t>Population: 3 Million</a:t>
            </a:r>
          </a:p>
          <a:p>
            <a:r>
              <a:rPr lang="en-GB" noProof="0" dirty="0">
                <a:latin typeface="Comic Sans MS" panose="030F0702030302020204" pitchFamily="66" charset="0"/>
              </a:rPr>
              <a:t>Area: </a:t>
            </a:r>
            <a:r>
              <a:rPr lang="cs-CZ" dirty="0">
                <a:latin typeface="Comic Sans MS" panose="030F0702030302020204" pitchFamily="66" charset="0"/>
              </a:rPr>
              <a:t>22,623.41 km</a:t>
            </a:r>
            <a:r>
              <a:rPr lang="cs-CZ" baseline="30000" dirty="0">
                <a:latin typeface="Comic Sans MS" panose="030F0702030302020204" pitchFamily="66" charset="0"/>
              </a:rPr>
              <a:t>2</a:t>
            </a:r>
            <a:endParaRPr lang="en-GB" baseline="30000" dirty="0">
              <a:latin typeface="Comic Sans MS" panose="030F0702030302020204" pitchFamily="66" charset="0"/>
            </a:endParaRPr>
          </a:p>
          <a:p>
            <a:endParaRPr lang="en-GB" dirty="0"/>
          </a:p>
          <a:p>
            <a:endParaRPr lang="en-GB" noProof="0" dirty="0">
              <a:latin typeface="Comic Sans MS" panose="030F0702030302020204" pitchFamily="66" charset="0"/>
            </a:endParaRPr>
          </a:p>
          <a:p>
            <a:endParaRPr lang="en-GB" noProof="0" dirty="0">
              <a:latin typeface="Comic Sans MS" panose="030F0702030302020204" pitchFamily="66" charset="0"/>
            </a:endParaRPr>
          </a:p>
          <a:p>
            <a:endParaRPr lang="en-GB" noProof="0" dirty="0">
              <a:latin typeface="Comic Sans MS" panose="030F0702030302020204" pitchFamily="66" charset="0"/>
            </a:endParaRPr>
          </a:p>
          <a:p>
            <a:endParaRPr lang="en-GB" noProof="0" dirty="0">
              <a:latin typeface="Comic Sans MS" panose="030F0702030302020204" pitchFamily="66" charset="0"/>
            </a:endParaRPr>
          </a:p>
        </p:txBody>
      </p:sp>
      <p:pic>
        <p:nvPicPr>
          <p:cNvPr id="1028" name="Picture 4" descr="Coat of arms of Moravia">
            <a:extLst>
              <a:ext uri="{FF2B5EF4-FFF2-40B4-BE49-F238E27FC236}">
                <a16:creationId xmlns:a16="http://schemas.microsoft.com/office/drawing/2014/main" id="{DF06CFC4-82E3-BA4E-5BBA-11B4BAD902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53377" y="2323306"/>
            <a:ext cx="1622394" cy="19785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Flag of Moravia">
            <a:extLst>
              <a:ext uri="{FF2B5EF4-FFF2-40B4-BE49-F238E27FC236}">
                <a16:creationId xmlns:a16="http://schemas.microsoft.com/office/drawing/2014/main" id="{299F82C6-FE5B-BEBD-D1A5-700B1A9C60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75348" y="500062"/>
            <a:ext cx="1978452" cy="1325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Moravia (green) overlapped with the current regions of the Czech Republic">
            <a:extLst>
              <a:ext uri="{FF2B5EF4-FFF2-40B4-BE49-F238E27FC236}">
                <a16:creationId xmlns:a16="http://schemas.microsoft.com/office/drawing/2014/main" id="{19D2A9AD-22D0-E227-37C5-A0B7441980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40809" y="4449546"/>
            <a:ext cx="3233253" cy="1862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7" name="Rukopis 6">
                <a:extLst>
                  <a:ext uri="{FF2B5EF4-FFF2-40B4-BE49-F238E27FC236}">
                    <a16:creationId xmlns:a16="http://schemas.microsoft.com/office/drawing/2014/main" id="{3132DAD1-4846-DC22-A619-54A25F7D70F8}"/>
                  </a:ext>
                </a:extLst>
              </p14:cNvPr>
              <p14:cNvContentPartPr/>
              <p14:nvPr/>
            </p14:nvContentPartPr>
            <p14:xfrm>
              <a:off x="8788124" y="4688673"/>
              <a:ext cx="2603520" cy="1768320"/>
            </p14:xfrm>
          </p:contentPart>
        </mc:Choice>
        <mc:Fallback>
          <p:pic>
            <p:nvPicPr>
              <p:cNvPr id="7" name="Rukopis 6">
                <a:extLst>
                  <a:ext uri="{FF2B5EF4-FFF2-40B4-BE49-F238E27FC236}">
                    <a16:creationId xmlns:a16="http://schemas.microsoft.com/office/drawing/2014/main" id="{3132DAD1-4846-DC22-A619-54A25F7D70F8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8782004" y="4682553"/>
                <a:ext cx="2615760" cy="1780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9" name="Rukopis 8">
                <a:extLst>
                  <a:ext uri="{FF2B5EF4-FFF2-40B4-BE49-F238E27FC236}">
                    <a16:creationId xmlns:a16="http://schemas.microsoft.com/office/drawing/2014/main" id="{72BD324E-B727-7FD4-3BF6-208B25F19FAB}"/>
                  </a:ext>
                </a:extLst>
              </p14:cNvPr>
              <p14:cNvContentPartPr/>
              <p14:nvPr/>
            </p14:nvContentPartPr>
            <p14:xfrm>
              <a:off x="5101364" y="1577193"/>
              <a:ext cx="4468680" cy="3192480"/>
            </p14:xfrm>
          </p:contentPart>
        </mc:Choice>
        <mc:Fallback>
          <p:pic>
            <p:nvPicPr>
              <p:cNvPr id="9" name="Rukopis 8">
                <a:extLst>
                  <a:ext uri="{FF2B5EF4-FFF2-40B4-BE49-F238E27FC236}">
                    <a16:creationId xmlns:a16="http://schemas.microsoft.com/office/drawing/2014/main" id="{72BD324E-B727-7FD4-3BF6-208B25F19FAB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5095244" y="1571073"/>
                <a:ext cx="4480920" cy="3204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6208414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1D62F6D9-0E71-3789-5AF5-A37F644FF8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>
                <a:latin typeface="Nasalization" panose="020B0604020202020204" pitchFamily="34" charset="0"/>
              </a:rPr>
              <a:t>BRNO</a:t>
            </a:r>
            <a:r>
              <a:rPr lang="en-GB" noProof="0" dirty="0"/>
              <a:t> 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16A9DB1F-E774-F238-8998-15F9591AE4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noProof="0" dirty="0">
                <a:latin typeface="Comic Sans MS" panose="030F0702030302020204" pitchFamily="66" charset="0"/>
              </a:rPr>
              <a:t>Second biggest city of Czech Republic</a:t>
            </a:r>
          </a:p>
          <a:p>
            <a:endParaRPr lang="en-GB" noProof="0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9188189"/>
      </p:ext>
    </p:extLst>
  </p:cSld>
  <p:clrMapOvr>
    <a:masterClrMapping/>
  </p:clrMapOvr>
</p:sld>
</file>

<file path=ppt/theme/theme1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37</Words>
  <Application>Microsoft Office PowerPoint</Application>
  <PresentationFormat>Širokoúhlá obrazovka</PresentationFormat>
  <Paragraphs>12</Paragraphs>
  <Slides>3</Slides>
  <Notes>0</Notes>
  <HiddenSlides>0</HiddenSlides>
  <MMClips>0</MMClips>
  <ScaleCrop>false</ScaleCrop>
  <HeadingPairs>
    <vt:vector size="6" baseType="variant">
      <vt:variant>
        <vt:lpstr>Použitá písma</vt:lpstr>
      </vt:variant>
      <vt:variant>
        <vt:i4>5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3</vt:i4>
      </vt:variant>
    </vt:vector>
  </HeadingPairs>
  <TitlesOfParts>
    <vt:vector size="9" baseType="lpstr">
      <vt:lpstr>Aptos</vt:lpstr>
      <vt:lpstr>Aptos Display</vt:lpstr>
      <vt:lpstr>Arial</vt:lpstr>
      <vt:lpstr>Comic Sans MS</vt:lpstr>
      <vt:lpstr>Nasalization</vt:lpstr>
      <vt:lpstr>Motiv Office</vt:lpstr>
      <vt:lpstr>MORAVIA</vt:lpstr>
      <vt:lpstr>MORAVIA – basic info</vt:lpstr>
      <vt:lpstr>BRNO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Popov Savva</dc:creator>
  <cp:lastModifiedBy>Popov Savva</cp:lastModifiedBy>
  <cp:revision>1</cp:revision>
  <dcterms:created xsi:type="dcterms:W3CDTF">2026-03-30T10:22:04Z</dcterms:created>
  <dcterms:modified xsi:type="dcterms:W3CDTF">2026-03-30T10:39:12Z</dcterms:modified>
</cp:coreProperties>
</file>