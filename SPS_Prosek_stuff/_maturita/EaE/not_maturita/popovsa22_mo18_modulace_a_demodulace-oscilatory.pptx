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handoutMasterIdLst>
    <p:handoutMasterId r:id="rId24"/>
  </p:handoutMasterIdLst>
  <p:sldIdLst>
    <p:sldId id="256" r:id="rId5"/>
    <p:sldId id="258" r:id="rId6"/>
    <p:sldId id="272" r:id="rId7"/>
    <p:sldId id="275" r:id="rId8"/>
    <p:sldId id="277" r:id="rId9"/>
    <p:sldId id="276" r:id="rId10"/>
    <p:sldId id="283" r:id="rId11"/>
    <p:sldId id="284" r:id="rId12"/>
    <p:sldId id="285" r:id="rId13"/>
    <p:sldId id="274" r:id="rId14"/>
    <p:sldId id="286" r:id="rId15"/>
    <p:sldId id="287" r:id="rId16"/>
    <p:sldId id="288" r:id="rId17"/>
    <p:sldId id="289" r:id="rId18"/>
    <p:sldId id="290" r:id="rId19"/>
    <p:sldId id="291" r:id="rId20"/>
    <p:sldId id="292" r:id="rId21"/>
    <p:sldId id="293" r:id="rId22"/>
  </p:sldIdLst>
  <p:sldSz cx="12192000" cy="6858000"/>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A8E208-557C-F57A-5301-920BFAE3F3A5}" name="Jarý Jonáš" initials="" userId="S::jaryjo22@sps-prosek.cz::b668ce8c-92e7-48e3-860a-5e603197fa1b" providerId="AD"/>
  <p188:author id="{FA467F66-442C-3459-D6F1-EDD766091DD1}" name="Houdek Lukáš" initials="" userId="S::houdelu22@sps-prosek.cz::0e1b7949-d421-4f48-816e-58d459a674f9" providerId="AD"/>
  <p188:author id="{03411493-3EE2-5F00-DDD4-7A9216FADEE9}" name="Men Menson" initials="MM" userId="Men Menson" providerId="None"/>
  <p188:author id="{E76C9B99-D619-F193-D874-CF1816FCC5DE}" name="Popov Savva" initials="SP" userId="S::popovsa22@sps-prosek.cz::bc132019-2944-47dc-b2a0-f031fbe56d5e" providerId="AD"/>
  <p188:author id="{B9510DA4-F2D3-D838-C0C7-B988E6B7F557}" name="Šťastný Šimon" initials="ŠŠ" userId="S::stastsi22@sps-prosek.cz::0d580c0e-bdce-44df-a1b5-ba56c3bea503" providerId="AD"/>
  <p188:author id="{F7A91BC9-CFB0-9CEA-5177-2593406F548F}" name="Guest User" initials="GU" userId="S::urn:spo:anon#b28f2418a7b9e0769c21f143175a4e7efe1b58989aad04f9c309cbc5a993dfd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34F51C-7ED4-4F95-B426-18FC9F12B2BF}" v="144" dt="2025-11-17T16:54:14.927"/>
  </p1510:revLst>
</p1510:revInfo>
</file>

<file path=ppt/tableStyles.xml><?xml version="1.0" encoding="utf-8"?>
<a:tblStyleLst xmlns:a="http://schemas.openxmlformats.org/drawingml/2006/main" def="{5C22544A-7EE6-4342-B048-85BDC9FD1C3A}">
  <a:tblStyle styleId="{5C22544A-7EE6-4342-B048-85BDC9FD1C3A}" styleName="Střední styl 2 – zvýraznění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varScale="1">
        <p:scale>
          <a:sx n="94" d="100"/>
          <a:sy n="94" d="100"/>
        </p:scale>
        <p:origin x="110" y="1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pov Savva" userId="bc132019-2944-47dc-b2a0-f031fbe56d5e" providerId="ADAL" clId="{B84700EE-EDA8-4C97-AAF0-D93C0F245FB9}"/>
    <pc:docChg chg="undo redo custSel addSld delSld modSld sldOrd">
      <pc:chgData name="Popov Savva" userId="bc132019-2944-47dc-b2a0-f031fbe56d5e" providerId="ADAL" clId="{B84700EE-EDA8-4C97-AAF0-D93C0F245FB9}" dt="2025-11-17T16:57:04.962" v="3633" actId="20577"/>
      <pc:docMkLst>
        <pc:docMk/>
      </pc:docMkLst>
      <pc:sldChg chg="addSp delSp modSp mod modTransition">
        <pc:chgData name="Popov Savva" userId="bc132019-2944-47dc-b2a0-f031fbe56d5e" providerId="ADAL" clId="{B84700EE-EDA8-4C97-AAF0-D93C0F245FB9}" dt="2025-11-17T16:53:48.385" v="3571"/>
        <pc:sldMkLst>
          <pc:docMk/>
          <pc:sldMk cId="3542898489" sldId="256"/>
        </pc:sldMkLst>
        <pc:spChg chg="mod">
          <ac:chgData name="Popov Savva" userId="bc132019-2944-47dc-b2a0-f031fbe56d5e" providerId="ADAL" clId="{B84700EE-EDA8-4C97-AAF0-D93C0F245FB9}" dt="2025-11-17T11:33:57.656" v="461" actId="113"/>
          <ac:spMkLst>
            <pc:docMk/>
            <pc:sldMk cId="3542898489" sldId="256"/>
            <ac:spMk id="2" creationId="{D426D66A-E7B3-7707-405A-C99A947EB226}"/>
          </ac:spMkLst>
        </pc:spChg>
        <pc:spChg chg="mod">
          <ac:chgData name="Popov Savva" userId="bc132019-2944-47dc-b2a0-f031fbe56d5e" providerId="ADAL" clId="{B84700EE-EDA8-4C97-AAF0-D93C0F245FB9}" dt="2025-11-17T11:31:41.301" v="440" actId="790"/>
          <ac:spMkLst>
            <pc:docMk/>
            <pc:sldMk cId="3542898489" sldId="256"/>
            <ac:spMk id="3" creationId="{620C44FC-C96E-ABFA-6365-2B7D0052BC6B}"/>
          </ac:spMkLst>
        </pc:spChg>
        <pc:spChg chg="mod">
          <ac:chgData name="Popov Savva" userId="bc132019-2944-47dc-b2a0-f031fbe56d5e" providerId="ADAL" clId="{B84700EE-EDA8-4C97-AAF0-D93C0F245FB9}" dt="2025-11-17T11:31:41.301" v="440" actId="790"/>
          <ac:spMkLst>
            <pc:docMk/>
            <pc:sldMk cId="3542898489" sldId="256"/>
            <ac:spMk id="14" creationId="{1DAA93D5-CB62-9A2F-0362-48716EC857F7}"/>
          </ac:spMkLst>
        </pc:spChg>
        <pc:picChg chg="del mod">
          <ac:chgData name="Popov Savva" userId="bc132019-2944-47dc-b2a0-f031fbe56d5e" providerId="ADAL" clId="{B84700EE-EDA8-4C97-AAF0-D93C0F245FB9}" dt="2025-11-17T11:19:20.648" v="138" actId="478"/>
          <ac:picMkLst>
            <pc:docMk/>
            <pc:sldMk cId="3542898489" sldId="256"/>
            <ac:picMk id="15" creationId="{C837C73F-2EC3-15F9-0108-F3FEC8CEEFCD}"/>
          </ac:picMkLst>
        </pc:picChg>
        <pc:cxnChg chg="add del mod">
          <ac:chgData name="Popov Savva" userId="bc132019-2944-47dc-b2a0-f031fbe56d5e" providerId="ADAL" clId="{B84700EE-EDA8-4C97-AAF0-D93C0F245FB9}" dt="2025-11-17T11:19:40.066" v="146" actId="478"/>
          <ac:cxnSpMkLst>
            <pc:docMk/>
            <pc:sldMk cId="3542898489" sldId="256"/>
            <ac:cxnSpMk id="7" creationId="{970708DE-F983-561D-9927-6353C199E6B6}"/>
          </ac:cxnSpMkLst>
        </pc:cxnChg>
        <pc:cxnChg chg="add mod">
          <ac:chgData name="Popov Savva" userId="bc132019-2944-47dc-b2a0-f031fbe56d5e" providerId="ADAL" clId="{B84700EE-EDA8-4C97-AAF0-D93C0F245FB9}" dt="2025-11-17T11:19:49.071" v="148" actId="1076"/>
          <ac:cxnSpMkLst>
            <pc:docMk/>
            <pc:sldMk cId="3542898489" sldId="256"/>
            <ac:cxnSpMk id="8" creationId="{4F2A032E-3B62-3778-96FD-4293E8ADD88A}"/>
          </ac:cxnSpMkLst>
        </pc:cxnChg>
        <pc:cxnChg chg="mod">
          <ac:chgData name="Popov Savva" userId="bc132019-2944-47dc-b2a0-f031fbe56d5e" providerId="ADAL" clId="{B84700EE-EDA8-4C97-AAF0-D93C0F245FB9}" dt="2025-11-17T11:19:35.384" v="144" actId="1076"/>
          <ac:cxnSpMkLst>
            <pc:docMk/>
            <pc:sldMk cId="3542898489" sldId="256"/>
            <ac:cxnSpMk id="22" creationId="{D3DED0F0-4A1D-07E2-F0CA-92676A644B03}"/>
          </ac:cxnSpMkLst>
        </pc:cxnChg>
      </pc:sldChg>
      <pc:sldChg chg="delSp modSp mod modTransition">
        <pc:chgData name="Popov Savva" userId="bc132019-2944-47dc-b2a0-f031fbe56d5e" providerId="ADAL" clId="{B84700EE-EDA8-4C97-AAF0-D93C0F245FB9}" dt="2025-11-17T16:54:14.919" v="3573"/>
        <pc:sldMkLst>
          <pc:docMk/>
          <pc:sldMk cId="2122687374" sldId="258"/>
        </pc:sldMkLst>
        <pc:spChg chg="mod">
          <ac:chgData name="Popov Savva" userId="bc132019-2944-47dc-b2a0-f031fbe56d5e" providerId="ADAL" clId="{B84700EE-EDA8-4C97-AAF0-D93C0F245FB9}" dt="2025-11-17T11:59:09.138" v="636"/>
          <ac:spMkLst>
            <pc:docMk/>
            <pc:sldMk cId="2122687374" sldId="258"/>
            <ac:spMk id="2" creationId="{AE366A44-9749-1002-2728-D0A0A24F6DFC}"/>
          </ac:spMkLst>
        </pc:spChg>
        <pc:spChg chg="mod">
          <ac:chgData name="Popov Savva" userId="bc132019-2944-47dc-b2a0-f031fbe56d5e" providerId="ADAL" clId="{B84700EE-EDA8-4C97-AAF0-D93C0F245FB9}" dt="2025-11-17T12:03:16.780" v="724" actId="20577"/>
          <ac:spMkLst>
            <pc:docMk/>
            <pc:sldMk cId="2122687374" sldId="258"/>
            <ac:spMk id="3" creationId="{96D08291-83F7-14FF-C5BF-AC7AB7DB3587}"/>
          </ac:spMkLst>
        </pc:spChg>
        <pc:spChg chg="mod">
          <ac:chgData name="Popov Savva" userId="bc132019-2944-47dc-b2a0-f031fbe56d5e" providerId="ADAL" clId="{B84700EE-EDA8-4C97-AAF0-D93C0F245FB9}" dt="2025-11-17T11:31:41.301" v="440" actId="790"/>
          <ac:spMkLst>
            <pc:docMk/>
            <pc:sldMk cId="2122687374" sldId="258"/>
            <ac:spMk id="4" creationId="{F3EDDA89-39B0-8943-619A-0C70CFAADB44}"/>
          </ac:spMkLst>
        </pc:spChg>
        <pc:picChg chg="del">
          <ac:chgData name="Popov Savva" userId="bc132019-2944-47dc-b2a0-f031fbe56d5e" providerId="ADAL" clId="{B84700EE-EDA8-4C97-AAF0-D93C0F245FB9}" dt="2025-11-17T11:27:53.213" v="402" actId="478"/>
          <ac:picMkLst>
            <pc:docMk/>
            <pc:sldMk cId="2122687374" sldId="258"/>
            <ac:picMk id="6" creationId="{D6334E75-CEEA-AC60-6437-499A1E667DAC}"/>
          </ac:picMkLst>
        </pc:picChg>
      </pc:sldChg>
      <pc:sldChg chg="modSp del mod">
        <pc:chgData name="Popov Savva" userId="bc132019-2944-47dc-b2a0-f031fbe56d5e" providerId="ADAL" clId="{B84700EE-EDA8-4C97-AAF0-D93C0F245FB9}" dt="2025-11-17T14:30:56.263" v="1847" actId="47"/>
        <pc:sldMkLst>
          <pc:docMk/>
          <pc:sldMk cId="2552391565" sldId="262"/>
        </pc:sldMkLst>
        <pc:spChg chg="mod">
          <ac:chgData name="Popov Savva" userId="bc132019-2944-47dc-b2a0-f031fbe56d5e" providerId="ADAL" clId="{B84700EE-EDA8-4C97-AAF0-D93C0F245FB9}" dt="2025-11-17T11:31:41.301" v="440" actId="790"/>
          <ac:spMkLst>
            <pc:docMk/>
            <pc:sldMk cId="2552391565" sldId="262"/>
            <ac:spMk id="33" creationId="{72634913-4280-9D79-4A1A-8E7ED5E3DF8F}"/>
          </ac:spMkLst>
        </pc:spChg>
        <pc:spChg chg="mod">
          <ac:chgData name="Popov Savva" userId="bc132019-2944-47dc-b2a0-f031fbe56d5e" providerId="ADAL" clId="{B84700EE-EDA8-4C97-AAF0-D93C0F245FB9}" dt="2025-11-17T11:31:41.301" v="440" actId="790"/>
          <ac:spMkLst>
            <pc:docMk/>
            <pc:sldMk cId="2552391565" sldId="262"/>
            <ac:spMk id="66" creationId="{66BAC639-0E4A-AFB9-B364-0F3FDB34D1BD}"/>
          </ac:spMkLst>
        </pc:spChg>
        <pc:spChg chg="mod">
          <ac:chgData name="Popov Savva" userId="bc132019-2944-47dc-b2a0-f031fbe56d5e" providerId="ADAL" clId="{B84700EE-EDA8-4C97-AAF0-D93C0F245FB9}" dt="2025-11-17T11:31:41.301" v="440" actId="790"/>
          <ac:spMkLst>
            <pc:docMk/>
            <pc:sldMk cId="2552391565" sldId="262"/>
            <ac:spMk id="119" creationId="{D8F29D77-5E9B-1B6D-E490-DC618839C9A7}"/>
          </ac:spMkLst>
        </pc:spChg>
        <pc:spChg chg="mod">
          <ac:chgData name="Popov Savva" userId="bc132019-2944-47dc-b2a0-f031fbe56d5e" providerId="ADAL" clId="{B84700EE-EDA8-4C97-AAF0-D93C0F245FB9}" dt="2025-11-17T11:31:41.301" v="440" actId="790"/>
          <ac:spMkLst>
            <pc:docMk/>
            <pc:sldMk cId="2552391565" sldId="262"/>
            <ac:spMk id="157" creationId="{452D9C8F-DE92-5ACE-11A1-CE05ED552345}"/>
          </ac:spMkLst>
        </pc:spChg>
        <pc:spChg chg="mod">
          <ac:chgData name="Popov Savva" userId="bc132019-2944-47dc-b2a0-f031fbe56d5e" providerId="ADAL" clId="{B84700EE-EDA8-4C97-AAF0-D93C0F245FB9}" dt="2025-11-17T11:31:41.301" v="440" actId="790"/>
          <ac:spMkLst>
            <pc:docMk/>
            <pc:sldMk cId="2552391565" sldId="262"/>
            <ac:spMk id="165" creationId="{5EBED150-F78D-011C-D214-3F4EED23A95C}"/>
          </ac:spMkLst>
        </pc:spChg>
        <pc:spChg chg="mod">
          <ac:chgData name="Popov Savva" userId="bc132019-2944-47dc-b2a0-f031fbe56d5e" providerId="ADAL" clId="{B84700EE-EDA8-4C97-AAF0-D93C0F245FB9}" dt="2025-11-17T11:31:41.301" v="440" actId="790"/>
          <ac:spMkLst>
            <pc:docMk/>
            <pc:sldMk cId="2552391565" sldId="262"/>
            <ac:spMk id="176" creationId="{8275767F-69AE-521A-B1AC-10C22C6B277F}"/>
          </ac:spMkLst>
        </pc:spChg>
        <pc:spChg chg="mod">
          <ac:chgData name="Popov Savva" userId="bc132019-2944-47dc-b2a0-f031fbe56d5e" providerId="ADAL" clId="{B84700EE-EDA8-4C97-AAF0-D93C0F245FB9}" dt="2025-11-17T11:31:41.301" v="440" actId="790"/>
          <ac:spMkLst>
            <pc:docMk/>
            <pc:sldMk cId="2552391565" sldId="262"/>
            <ac:spMk id="245" creationId="{FF0C5306-8918-171A-E582-73E79A180215}"/>
          </ac:spMkLst>
        </pc:spChg>
        <pc:spChg chg="mod">
          <ac:chgData name="Popov Savva" userId="bc132019-2944-47dc-b2a0-f031fbe56d5e" providerId="ADAL" clId="{B84700EE-EDA8-4C97-AAF0-D93C0F245FB9}" dt="2025-11-17T11:31:41.301" v="440" actId="790"/>
          <ac:spMkLst>
            <pc:docMk/>
            <pc:sldMk cId="2552391565" sldId="262"/>
            <ac:spMk id="1026" creationId="{3A290D81-2330-EAB8-E6C1-8F78A7CE5697}"/>
          </ac:spMkLst>
        </pc:spChg>
        <pc:spChg chg="mod">
          <ac:chgData name="Popov Savva" userId="bc132019-2944-47dc-b2a0-f031fbe56d5e" providerId="ADAL" clId="{B84700EE-EDA8-4C97-AAF0-D93C0F245FB9}" dt="2025-11-17T11:31:41.301" v="440" actId="790"/>
          <ac:spMkLst>
            <pc:docMk/>
            <pc:sldMk cId="2552391565" sldId="262"/>
            <ac:spMk id="1047" creationId="{10831BAE-7074-2980-C25D-D9E60AB69213}"/>
          </ac:spMkLst>
        </pc:spChg>
        <pc:spChg chg="mod">
          <ac:chgData name="Popov Savva" userId="bc132019-2944-47dc-b2a0-f031fbe56d5e" providerId="ADAL" clId="{B84700EE-EDA8-4C97-AAF0-D93C0F245FB9}" dt="2025-11-17T11:31:41.301" v="440" actId="790"/>
          <ac:spMkLst>
            <pc:docMk/>
            <pc:sldMk cId="2552391565" sldId="262"/>
            <ac:spMk id="1048" creationId="{D69D8D17-625F-E62D-B70F-242D131CCC86}"/>
          </ac:spMkLst>
        </pc:spChg>
      </pc:sldChg>
      <pc:sldChg chg="addSp delSp modSp mod ord modTransition">
        <pc:chgData name="Popov Savva" userId="bc132019-2944-47dc-b2a0-f031fbe56d5e" providerId="ADAL" clId="{B84700EE-EDA8-4C97-AAF0-D93C0F245FB9}" dt="2025-11-17T16:54:14.919" v="3573"/>
        <pc:sldMkLst>
          <pc:docMk/>
          <pc:sldMk cId="568950540" sldId="272"/>
        </pc:sldMkLst>
        <pc:spChg chg="mod">
          <ac:chgData name="Popov Savva" userId="bc132019-2944-47dc-b2a0-f031fbe56d5e" providerId="ADAL" clId="{B84700EE-EDA8-4C97-AAF0-D93C0F245FB9}" dt="2025-11-17T14:03:23.455" v="1460" actId="20577"/>
          <ac:spMkLst>
            <pc:docMk/>
            <pc:sldMk cId="568950540" sldId="272"/>
            <ac:spMk id="2" creationId="{15C4ECFA-759C-9769-2677-D674FA04D2CE}"/>
          </ac:spMkLst>
        </pc:spChg>
        <pc:spChg chg="mod">
          <ac:chgData name="Popov Savva" userId="bc132019-2944-47dc-b2a0-f031fbe56d5e" providerId="ADAL" clId="{B84700EE-EDA8-4C97-AAF0-D93C0F245FB9}" dt="2025-11-17T14:39:26.831" v="1970" actId="20577"/>
          <ac:spMkLst>
            <pc:docMk/>
            <pc:sldMk cId="568950540" sldId="272"/>
            <ac:spMk id="3" creationId="{C3708CDB-68CF-757B-E97F-88851C6EE5B3}"/>
          </ac:spMkLst>
        </pc:spChg>
        <pc:spChg chg="mod">
          <ac:chgData name="Popov Savva" userId="bc132019-2944-47dc-b2a0-f031fbe56d5e" providerId="ADAL" clId="{B84700EE-EDA8-4C97-AAF0-D93C0F245FB9}" dt="2025-11-17T14:39:59.275" v="1991" actId="20577"/>
          <ac:spMkLst>
            <pc:docMk/>
            <pc:sldMk cId="568950540" sldId="272"/>
            <ac:spMk id="4" creationId="{A29DD095-3713-9E22-0490-4738BD243DBF}"/>
          </ac:spMkLst>
        </pc:spChg>
        <pc:picChg chg="del">
          <ac:chgData name="Popov Savva" userId="bc132019-2944-47dc-b2a0-f031fbe56d5e" providerId="ADAL" clId="{B84700EE-EDA8-4C97-AAF0-D93C0F245FB9}" dt="2025-11-17T14:04:05.683" v="1462" actId="478"/>
          <ac:picMkLst>
            <pc:docMk/>
            <pc:sldMk cId="568950540" sldId="272"/>
            <ac:picMk id="6" creationId="{B8CBD1C9-D02B-88F5-BDF8-EBB2EF9ADF0A}"/>
          </ac:picMkLst>
        </pc:picChg>
        <pc:picChg chg="add del mod">
          <ac:chgData name="Popov Savva" userId="bc132019-2944-47dc-b2a0-f031fbe56d5e" providerId="ADAL" clId="{B84700EE-EDA8-4C97-AAF0-D93C0F245FB9}" dt="2025-11-17T14:18:18.181" v="1787" actId="478"/>
          <ac:picMkLst>
            <pc:docMk/>
            <pc:sldMk cId="568950540" sldId="272"/>
            <ac:picMk id="7" creationId="{2E91FFE9-EDFC-265B-62E4-B4E166B034EE}"/>
          </ac:picMkLst>
        </pc:picChg>
        <pc:picChg chg="add del mod">
          <ac:chgData name="Popov Savva" userId="bc132019-2944-47dc-b2a0-f031fbe56d5e" providerId="ADAL" clId="{B84700EE-EDA8-4C97-AAF0-D93C0F245FB9}" dt="2025-11-17T14:31:01.708" v="1848" actId="21"/>
          <ac:picMkLst>
            <pc:docMk/>
            <pc:sldMk cId="568950540" sldId="272"/>
            <ac:picMk id="9" creationId="{BC342127-DCC1-BECF-FB57-463C25F9273D}"/>
          </ac:picMkLst>
        </pc:picChg>
        <pc:picChg chg="del">
          <ac:chgData name="Popov Savva" userId="bc132019-2944-47dc-b2a0-f031fbe56d5e" providerId="ADAL" clId="{B84700EE-EDA8-4C97-AAF0-D93C0F245FB9}" dt="2025-11-17T14:04:05.003" v="1461" actId="478"/>
          <ac:picMkLst>
            <pc:docMk/>
            <pc:sldMk cId="568950540" sldId="272"/>
            <ac:picMk id="10" creationId="{6D6EC0FF-8D3C-21F6-7327-94059AE0087C}"/>
          </ac:picMkLst>
        </pc:picChg>
        <pc:picChg chg="add del mod">
          <ac:chgData name="Popov Savva" userId="bc132019-2944-47dc-b2a0-f031fbe56d5e" providerId="ADAL" clId="{B84700EE-EDA8-4C97-AAF0-D93C0F245FB9}" dt="2025-11-17T14:31:01.708" v="1848" actId="21"/>
          <ac:picMkLst>
            <pc:docMk/>
            <pc:sldMk cId="568950540" sldId="272"/>
            <ac:picMk id="12" creationId="{52592263-5281-2BD0-E7E3-C6246E321BF8}"/>
          </ac:picMkLst>
        </pc:picChg>
        <pc:picChg chg="add del mod">
          <ac:chgData name="Popov Savva" userId="bc132019-2944-47dc-b2a0-f031fbe56d5e" providerId="ADAL" clId="{B84700EE-EDA8-4C97-AAF0-D93C0F245FB9}" dt="2025-11-17T14:38:28.213" v="1940" actId="21"/>
          <ac:picMkLst>
            <pc:docMk/>
            <pc:sldMk cId="568950540" sldId="272"/>
            <ac:picMk id="14" creationId="{B724FD1C-BCB7-66AE-3A10-DEC07F69AFC0}"/>
          </ac:picMkLst>
        </pc:picChg>
        <pc:picChg chg="add mod">
          <ac:chgData name="Popov Savva" userId="bc132019-2944-47dc-b2a0-f031fbe56d5e" providerId="ADAL" clId="{B84700EE-EDA8-4C97-AAF0-D93C0F245FB9}" dt="2025-11-17T14:39:35.406" v="1972" actId="14100"/>
          <ac:picMkLst>
            <pc:docMk/>
            <pc:sldMk cId="568950540" sldId="272"/>
            <ac:picMk id="16" creationId="{B4ACA15A-6E56-76C2-57FC-185DCA275A57}"/>
          </ac:picMkLst>
        </pc:picChg>
      </pc:sldChg>
      <pc:sldChg chg="addSp delSp modSp mod modTransition">
        <pc:chgData name="Popov Savva" userId="bc132019-2944-47dc-b2a0-f031fbe56d5e" providerId="ADAL" clId="{B84700EE-EDA8-4C97-AAF0-D93C0F245FB9}" dt="2025-11-17T16:55:43.830" v="3583" actId="20577"/>
        <pc:sldMkLst>
          <pc:docMk/>
          <pc:sldMk cId="3194482498" sldId="274"/>
        </pc:sldMkLst>
        <pc:spChg chg="mod">
          <ac:chgData name="Popov Savva" userId="bc132019-2944-47dc-b2a0-f031fbe56d5e" providerId="ADAL" clId="{B84700EE-EDA8-4C97-AAF0-D93C0F245FB9}" dt="2025-11-17T15:51:52.264" v="2969" actId="1076"/>
          <ac:spMkLst>
            <pc:docMk/>
            <pc:sldMk cId="3194482498" sldId="274"/>
            <ac:spMk id="2" creationId="{FF1DA320-E3E1-0F28-F1AA-A61279A59E26}"/>
          </ac:spMkLst>
        </pc:spChg>
        <pc:spChg chg="del mod">
          <ac:chgData name="Popov Savva" userId="bc132019-2944-47dc-b2a0-f031fbe56d5e" providerId="ADAL" clId="{B84700EE-EDA8-4C97-AAF0-D93C0F245FB9}" dt="2025-11-17T15:32:11.626" v="2724" actId="478"/>
          <ac:spMkLst>
            <pc:docMk/>
            <pc:sldMk cId="3194482498" sldId="274"/>
            <ac:spMk id="3" creationId="{A2165789-AADA-6178-9C9F-0352B8F18AB5}"/>
          </ac:spMkLst>
        </pc:spChg>
        <pc:spChg chg="mod">
          <ac:chgData name="Popov Savva" userId="bc132019-2944-47dc-b2a0-f031fbe56d5e" providerId="ADAL" clId="{B84700EE-EDA8-4C97-AAF0-D93C0F245FB9}" dt="2025-11-17T16:55:43.830" v="3583" actId="20577"/>
          <ac:spMkLst>
            <pc:docMk/>
            <pc:sldMk cId="3194482498" sldId="274"/>
            <ac:spMk id="4" creationId="{D00A3556-F086-018A-4B7A-D72433E0311F}"/>
          </ac:spMkLst>
        </pc:spChg>
        <pc:spChg chg="add mod">
          <ac:chgData name="Popov Savva" userId="bc132019-2944-47dc-b2a0-f031fbe56d5e" providerId="ADAL" clId="{B84700EE-EDA8-4C97-AAF0-D93C0F245FB9}" dt="2025-11-17T15:33:15.998" v="2735" actId="20577"/>
          <ac:spMkLst>
            <pc:docMk/>
            <pc:sldMk cId="3194482498" sldId="274"/>
            <ac:spMk id="8" creationId="{D12EAB43-3E7C-B142-4DBD-7F6B58C1B008}"/>
          </ac:spMkLst>
        </pc:spChg>
        <pc:spChg chg="add mod">
          <ac:chgData name="Popov Savva" userId="bc132019-2944-47dc-b2a0-f031fbe56d5e" providerId="ADAL" clId="{B84700EE-EDA8-4C97-AAF0-D93C0F245FB9}" dt="2025-11-17T15:33:22.397" v="2740" actId="20577"/>
          <ac:spMkLst>
            <pc:docMk/>
            <pc:sldMk cId="3194482498" sldId="274"/>
            <ac:spMk id="9" creationId="{137C53F0-322E-7D8E-2423-68325F966572}"/>
          </ac:spMkLst>
        </pc:spChg>
        <pc:spChg chg="add mod">
          <ac:chgData name="Popov Savva" userId="bc132019-2944-47dc-b2a0-f031fbe56d5e" providerId="ADAL" clId="{B84700EE-EDA8-4C97-AAF0-D93C0F245FB9}" dt="2025-11-17T15:33:33.785" v="2745" actId="20577"/>
          <ac:spMkLst>
            <pc:docMk/>
            <pc:sldMk cId="3194482498" sldId="274"/>
            <ac:spMk id="10" creationId="{B0338929-763C-705E-244F-C4B4CD18F461}"/>
          </ac:spMkLst>
        </pc:spChg>
        <pc:picChg chg="add del mod">
          <ac:chgData name="Popov Savva" userId="bc132019-2944-47dc-b2a0-f031fbe56d5e" providerId="ADAL" clId="{B84700EE-EDA8-4C97-AAF0-D93C0F245FB9}" dt="2025-11-17T15:17:07.390" v="2497" actId="21"/>
          <ac:picMkLst>
            <pc:docMk/>
            <pc:sldMk cId="3194482498" sldId="274"/>
            <ac:picMk id="5" creationId="{5299EA2D-7687-EA14-BCAA-16F0B95517F1}"/>
          </ac:picMkLst>
        </pc:picChg>
        <pc:picChg chg="del">
          <ac:chgData name="Popov Savva" userId="bc132019-2944-47dc-b2a0-f031fbe56d5e" providerId="ADAL" clId="{B84700EE-EDA8-4C97-AAF0-D93C0F245FB9}" dt="2025-11-17T14:48:20.251" v="2199" actId="478"/>
          <ac:picMkLst>
            <pc:docMk/>
            <pc:sldMk cId="3194482498" sldId="274"/>
            <ac:picMk id="6" creationId="{622083BD-03FB-C5D7-D8F3-556517C9D5C3}"/>
          </ac:picMkLst>
        </pc:picChg>
        <pc:picChg chg="add mod">
          <ac:chgData name="Popov Savva" userId="bc132019-2944-47dc-b2a0-f031fbe56d5e" providerId="ADAL" clId="{B84700EE-EDA8-4C97-AAF0-D93C0F245FB9}" dt="2025-11-17T15:32:25.300" v="2730" actId="1076"/>
          <ac:picMkLst>
            <pc:docMk/>
            <pc:sldMk cId="3194482498" sldId="274"/>
            <ac:picMk id="7" creationId="{8BC028BA-3F55-F617-1E5F-6E7E8DD1DB04}"/>
          </ac:picMkLst>
        </pc:picChg>
      </pc:sldChg>
      <pc:sldChg chg="addSp modSp mod modTransition">
        <pc:chgData name="Popov Savva" userId="bc132019-2944-47dc-b2a0-f031fbe56d5e" providerId="ADAL" clId="{B84700EE-EDA8-4C97-AAF0-D93C0F245FB9}" dt="2025-11-17T16:54:14.919" v="3573"/>
        <pc:sldMkLst>
          <pc:docMk/>
          <pc:sldMk cId="2447340170" sldId="275"/>
        </pc:sldMkLst>
        <pc:spChg chg="mod">
          <ac:chgData name="Popov Savva" userId="bc132019-2944-47dc-b2a0-f031fbe56d5e" providerId="ADAL" clId="{B84700EE-EDA8-4C97-AAF0-D93C0F245FB9}" dt="2025-11-17T13:39:51.799" v="899"/>
          <ac:spMkLst>
            <pc:docMk/>
            <pc:sldMk cId="2447340170" sldId="275"/>
            <ac:spMk id="2" creationId="{EED22E0A-6EC1-650E-4017-080317AC6377}"/>
          </ac:spMkLst>
        </pc:spChg>
        <pc:spChg chg="mod">
          <ac:chgData name="Popov Savva" userId="bc132019-2944-47dc-b2a0-f031fbe56d5e" providerId="ADAL" clId="{B84700EE-EDA8-4C97-AAF0-D93C0F245FB9}" dt="2025-11-17T14:02:29.516" v="1393" actId="20577"/>
          <ac:spMkLst>
            <pc:docMk/>
            <pc:sldMk cId="2447340170" sldId="275"/>
            <ac:spMk id="3" creationId="{504AFA23-AE94-A0AB-E229-FBC1D541C726}"/>
          </ac:spMkLst>
        </pc:spChg>
        <pc:spChg chg="mod">
          <ac:chgData name="Popov Savva" userId="bc132019-2944-47dc-b2a0-f031fbe56d5e" providerId="ADAL" clId="{B84700EE-EDA8-4C97-AAF0-D93C0F245FB9}" dt="2025-11-17T14:40:18.004" v="2003" actId="20577"/>
          <ac:spMkLst>
            <pc:docMk/>
            <pc:sldMk cId="2447340170" sldId="275"/>
            <ac:spMk id="4" creationId="{4280D391-4316-DEC3-05BC-CF82EE59BED5}"/>
          </ac:spMkLst>
        </pc:spChg>
        <pc:spChg chg="add">
          <ac:chgData name="Popov Savva" userId="bc132019-2944-47dc-b2a0-f031fbe56d5e" providerId="ADAL" clId="{B84700EE-EDA8-4C97-AAF0-D93C0F245FB9}" dt="2025-11-17T13:47:27.643" v="1185"/>
          <ac:spMkLst>
            <pc:docMk/>
            <pc:sldMk cId="2447340170" sldId="275"/>
            <ac:spMk id="5" creationId="{E4991354-E723-C723-C1AB-5BF96182782B}"/>
          </ac:spMkLst>
        </pc:spChg>
        <pc:spChg chg="add">
          <ac:chgData name="Popov Savva" userId="bc132019-2944-47dc-b2a0-f031fbe56d5e" providerId="ADAL" clId="{B84700EE-EDA8-4C97-AAF0-D93C0F245FB9}" dt="2025-11-17T13:47:38.855" v="1194"/>
          <ac:spMkLst>
            <pc:docMk/>
            <pc:sldMk cId="2447340170" sldId="275"/>
            <ac:spMk id="6" creationId="{DDF9DF2F-E5EF-DA4F-3A4E-4C5EF4189FD9}"/>
          </ac:spMkLst>
        </pc:spChg>
        <pc:picChg chg="add mod">
          <ac:chgData name="Popov Savva" userId="bc132019-2944-47dc-b2a0-f031fbe56d5e" providerId="ADAL" clId="{B84700EE-EDA8-4C97-AAF0-D93C0F245FB9}" dt="2025-11-17T14:54:09.838" v="2329"/>
          <ac:picMkLst>
            <pc:docMk/>
            <pc:sldMk cId="2447340170" sldId="275"/>
            <ac:picMk id="7" creationId="{7E2799BF-0CD7-B292-45CA-6352FDFF640C}"/>
          </ac:picMkLst>
        </pc:picChg>
      </pc:sldChg>
      <pc:sldChg chg="addSp delSp modSp mod ord modTransition">
        <pc:chgData name="Popov Savva" userId="bc132019-2944-47dc-b2a0-f031fbe56d5e" providerId="ADAL" clId="{B84700EE-EDA8-4C97-AAF0-D93C0F245FB9}" dt="2025-11-17T16:55:26.094" v="3577" actId="20577"/>
        <pc:sldMkLst>
          <pc:docMk/>
          <pc:sldMk cId="663384148" sldId="276"/>
        </pc:sldMkLst>
        <pc:spChg chg="mod">
          <ac:chgData name="Popov Savva" userId="bc132019-2944-47dc-b2a0-f031fbe56d5e" providerId="ADAL" clId="{B84700EE-EDA8-4C97-AAF0-D93C0F245FB9}" dt="2025-11-17T14:47:56.046" v="2185" actId="20577"/>
          <ac:spMkLst>
            <pc:docMk/>
            <pc:sldMk cId="663384148" sldId="276"/>
            <ac:spMk id="2" creationId="{87745ABA-E521-507B-D9DF-5504A4A06209}"/>
          </ac:spMkLst>
        </pc:spChg>
        <pc:spChg chg="del mod">
          <ac:chgData name="Popov Savva" userId="bc132019-2944-47dc-b2a0-f031fbe56d5e" providerId="ADAL" clId="{B84700EE-EDA8-4C97-AAF0-D93C0F245FB9}" dt="2025-11-17T14:34:33.213" v="1924"/>
          <ac:spMkLst>
            <pc:docMk/>
            <pc:sldMk cId="663384148" sldId="276"/>
            <ac:spMk id="3" creationId="{12008046-1845-B28A-96A0-0EA34D487D10}"/>
          </ac:spMkLst>
        </pc:spChg>
        <pc:spChg chg="add del mod">
          <ac:chgData name="Popov Savva" userId="bc132019-2944-47dc-b2a0-f031fbe56d5e" providerId="ADAL" clId="{B84700EE-EDA8-4C97-AAF0-D93C0F245FB9}" dt="2025-11-17T16:55:26.094" v="3577" actId="20577"/>
          <ac:spMkLst>
            <pc:docMk/>
            <pc:sldMk cId="663384148" sldId="276"/>
            <ac:spMk id="4" creationId="{EB0FF191-B821-2869-E7DB-88147559A789}"/>
          </ac:spMkLst>
        </pc:spChg>
        <pc:spChg chg="add del mod">
          <ac:chgData name="Popov Savva" userId="bc132019-2944-47dc-b2a0-f031fbe56d5e" providerId="ADAL" clId="{B84700EE-EDA8-4C97-AAF0-D93C0F245FB9}" dt="2025-11-17T14:49:21.260" v="2225" actId="478"/>
          <ac:spMkLst>
            <pc:docMk/>
            <pc:sldMk cId="663384148" sldId="276"/>
            <ac:spMk id="8" creationId="{8E839D97-93E0-C3E1-6E84-F8A443175A3D}"/>
          </ac:spMkLst>
        </pc:spChg>
        <pc:spChg chg="add mod">
          <ac:chgData name="Popov Savva" userId="bc132019-2944-47dc-b2a0-f031fbe56d5e" providerId="ADAL" clId="{B84700EE-EDA8-4C97-AAF0-D93C0F245FB9}" dt="2025-11-17T14:52:00.978" v="2325" actId="1076"/>
          <ac:spMkLst>
            <pc:docMk/>
            <pc:sldMk cId="663384148" sldId="276"/>
            <ac:spMk id="10" creationId="{1738954D-545D-142D-F3C9-35B3145CAAD0}"/>
          </ac:spMkLst>
        </pc:spChg>
        <pc:spChg chg="add mod">
          <ac:chgData name="Popov Savva" userId="bc132019-2944-47dc-b2a0-f031fbe56d5e" providerId="ADAL" clId="{B84700EE-EDA8-4C97-AAF0-D93C0F245FB9}" dt="2025-11-17T14:51:55.983" v="2323" actId="1076"/>
          <ac:spMkLst>
            <pc:docMk/>
            <pc:sldMk cId="663384148" sldId="276"/>
            <ac:spMk id="11" creationId="{A4F7B6F5-B882-6CCC-8BCB-0B131BF98E93}"/>
          </ac:spMkLst>
        </pc:spChg>
        <pc:spChg chg="add mod">
          <ac:chgData name="Popov Savva" userId="bc132019-2944-47dc-b2a0-f031fbe56d5e" providerId="ADAL" clId="{B84700EE-EDA8-4C97-AAF0-D93C0F245FB9}" dt="2025-11-17T14:52:11.016" v="2326" actId="14100"/>
          <ac:spMkLst>
            <pc:docMk/>
            <pc:sldMk cId="663384148" sldId="276"/>
            <ac:spMk id="13" creationId="{973F1D85-52F7-5375-B46F-0A8866C68369}"/>
          </ac:spMkLst>
        </pc:spChg>
        <pc:spChg chg="add mod">
          <ac:chgData name="Popov Savva" userId="bc132019-2944-47dc-b2a0-f031fbe56d5e" providerId="ADAL" clId="{B84700EE-EDA8-4C97-AAF0-D93C0F245FB9}" dt="2025-11-17T14:52:14.247" v="2327" actId="14100"/>
          <ac:spMkLst>
            <pc:docMk/>
            <pc:sldMk cId="663384148" sldId="276"/>
            <ac:spMk id="15" creationId="{7101FA79-CE02-A8B3-FA7C-B5CBBA368EB4}"/>
          </ac:spMkLst>
        </pc:spChg>
        <pc:picChg chg="add del mod">
          <ac:chgData name="Popov Savva" userId="bc132019-2944-47dc-b2a0-f031fbe56d5e" providerId="ADAL" clId="{B84700EE-EDA8-4C97-AAF0-D93C0F245FB9}" dt="2025-11-17T14:48:17.983" v="2198" actId="21"/>
          <ac:picMkLst>
            <pc:docMk/>
            <pc:sldMk cId="663384148" sldId="276"/>
            <ac:picMk id="6" creationId="{5299EA2D-7687-EA14-BCAA-16F0B95517F1}"/>
          </ac:picMkLst>
        </pc:picChg>
        <pc:picChg chg="add mod">
          <ac:chgData name="Popov Savva" userId="bc132019-2944-47dc-b2a0-f031fbe56d5e" providerId="ADAL" clId="{B84700EE-EDA8-4C97-AAF0-D93C0F245FB9}" dt="2025-11-17T14:50:05.930" v="2252" actId="1076"/>
          <ac:picMkLst>
            <pc:docMk/>
            <pc:sldMk cId="663384148" sldId="276"/>
            <ac:picMk id="9" creationId="{BC342127-DCC1-BECF-FB57-463C25F9273D}"/>
          </ac:picMkLst>
        </pc:picChg>
        <pc:picChg chg="add del mod">
          <ac:chgData name="Popov Savva" userId="bc132019-2944-47dc-b2a0-f031fbe56d5e" providerId="ADAL" clId="{B84700EE-EDA8-4C97-AAF0-D93C0F245FB9}" dt="2025-11-17T14:50:22.463" v="2261" actId="478"/>
          <ac:picMkLst>
            <pc:docMk/>
            <pc:sldMk cId="663384148" sldId="276"/>
            <ac:picMk id="12" creationId="{52592263-5281-2BD0-E7E3-C6246E321BF8}"/>
          </ac:picMkLst>
        </pc:picChg>
        <pc:picChg chg="add del mod">
          <ac:chgData name="Popov Savva" userId="bc132019-2944-47dc-b2a0-f031fbe56d5e" providerId="ADAL" clId="{B84700EE-EDA8-4C97-AAF0-D93C0F245FB9}" dt="2025-11-17T14:48:11.310" v="2194" actId="478"/>
          <ac:picMkLst>
            <pc:docMk/>
            <pc:sldMk cId="663384148" sldId="276"/>
            <ac:picMk id="14" creationId="{B724FD1C-BCB7-66AE-3A10-DEC07F69AFC0}"/>
          </ac:picMkLst>
        </pc:picChg>
      </pc:sldChg>
      <pc:sldChg chg="delSp modSp mod modTransition">
        <pc:chgData name="Popov Savva" userId="bc132019-2944-47dc-b2a0-f031fbe56d5e" providerId="ADAL" clId="{B84700EE-EDA8-4C97-AAF0-D93C0F245FB9}" dt="2025-11-17T16:55:19.784" v="3575" actId="20577"/>
        <pc:sldMkLst>
          <pc:docMk/>
          <pc:sldMk cId="3763556528" sldId="277"/>
        </pc:sldMkLst>
        <pc:spChg chg="mod">
          <ac:chgData name="Popov Savva" userId="bc132019-2944-47dc-b2a0-f031fbe56d5e" providerId="ADAL" clId="{B84700EE-EDA8-4C97-AAF0-D93C0F245FB9}" dt="2025-11-17T14:54:27.659" v="2330" actId="1076"/>
          <ac:spMkLst>
            <pc:docMk/>
            <pc:sldMk cId="3763556528" sldId="277"/>
            <ac:spMk id="2" creationId="{8B3D5C0E-A70C-DA85-8FD9-75CB86F35C15}"/>
          </ac:spMkLst>
        </pc:spChg>
        <pc:spChg chg="mod">
          <ac:chgData name="Popov Savva" userId="bc132019-2944-47dc-b2a0-f031fbe56d5e" providerId="ADAL" clId="{B84700EE-EDA8-4C97-AAF0-D93C0F245FB9}" dt="2025-11-17T15:25:17.157" v="2654" actId="20577"/>
          <ac:spMkLst>
            <pc:docMk/>
            <pc:sldMk cId="3763556528" sldId="277"/>
            <ac:spMk id="3" creationId="{CA680127-2B4F-BE5E-FFB7-CD0E6DE5EDC4}"/>
          </ac:spMkLst>
        </pc:spChg>
        <pc:spChg chg="mod">
          <ac:chgData name="Popov Savva" userId="bc132019-2944-47dc-b2a0-f031fbe56d5e" providerId="ADAL" clId="{B84700EE-EDA8-4C97-AAF0-D93C0F245FB9}" dt="2025-11-17T16:55:19.784" v="3575" actId="20577"/>
          <ac:spMkLst>
            <pc:docMk/>
            <pc:sldMk cId="3763556528" sldId="277"/>
            <ac:spMk id="4" creationId="{43B3F53F-9D68-1DE6-E5E5-4F83D14794A4}"/>
          </ac:spMkLst>
        </pc:spChg>
        <pc:picChg chg="del">
          <ac:chgData name="Popov Savva" userId="bc132019-2944-47dc-b2a0-f031fbe56d5e" providerId="ADAL" clId="{B84700EE-EDA8-4C97-AAF0-D93C0F245FB9}" dt="2025-11-17T14:41:06.210" v="2045" actId="478"/>
          <ac:picMkLst>
            <pc:docMk/>
            <pc:sldMk cId="3763556528" sldId="277"/>
            <ac:picMk id="6" creationId="{2B978CB7-E35D-7284-9AAA-9ECA0A3553FB}"/>
          </ac:picMkLst>
        </pc:picChg>
        <pc:picChg chg="del">
          <ac:chgData name="Popov Savva" userId="bc132019-2944-47dc-b2a0-f031fbe56d5e" providerId="ADAL" clId="{B84700EE-EDA8-4C97-AAF0-D93C0F245FB9}" dt="2025-11-17T14:41:06.809" v="2046" actId="478"/>
          <ac:picMkLst>
            <pc:docMk/>
            <pc:sldMk cId="3763556528" sldId="277"/>
            <ac:picMk id="8" creationId="{0514B038-378F-FE38-5ED7-27D8DA14A173}"/>
          </ac:picMkLst>
        </pc:picChg>
      </pc:sldChg>
      <pc:sldChg chg="modSp del mod">
        <pc:chgData name="Popov Savva" userId="bc132019-2944-47dc-b2a0-f031fbe56d5e" providerId="ADAL" clId="{B84700EE-EDA8-4C97-AAF0-D93C0F245FB9}" dt="2025-11-17T15:33:49.251" v="2750" actId="47"/>
        <pc:sldMkLst>
          <pc:docMk/>
          <pc:sldMk cId="2769221837" sldId="278"/>
        </pc:sldMkLst>
        <pc:spChg chg="mod">
          <ac:chgData name="Popov Savva" userId="bc132019-2944-47dc-b2a0-f031fbe56d5e" providerId="ADAL" clId="{B84700EE-EDA8-4C97-AAF0-D93C0F245FB9}" dt="2025-11-17T11:31:41.301" v="440" actId="790"/>
          <ac:spMkLst>
            <pc:docMk/>
            <pc:sldMk cId="2769221837" sldId="278"/>
            <ac:spMk id="2" creationId="{26D627B5-7063-B313-335A-C97260FC5BFC}"/>
          </ac:spMkLst>
        </pc:spChg>
        <pc:spChg chg="mod">
          <ac:chgData name="Popov Savva" userId="bc132019-2944-47dc-b2a0-f031fbe56d5e" providerId="ADAL" clId="{B84700EE-EDA8-4C97-AAF0-D93C0F245FB9}" dt="2025-11-17T11:31:41.301" v="440" actId="790"/>
          <ac:spMkLst>
            <pc:docMk/>
            <pc:sldMk cId="2769221837" sldId="278"/>
            <ac:spMk id="3" creationId="{F52FC5B0-7BF3-D943-1BC0-9168359BB14F}"/>
          </ac:spMkLst>
        </pc:spChg>
        <pc:spChg chg="mod">
          <ac:chgData name="Popov Savva" userId="bc132019-2944-47dc-b2a0-f031fbe56d5e" providerId="ADAL" clId="{B84700EE-EDA8-4C97-AAF0-D93C0F245FB9}" dt="2025-11-17T11:31:41.301" v="440" actId="790"/>
          <ac:spMkLst>
            <pc:docMk/>
            <pc:sldMk cId="2769221837" sldId="278"/>
            <ac:spMk id="4" creationId="{91989CB1-1A45-7155-C56A-3600DB763D58}"/>
          </ac:spMkLst>
        </pc:spChg>
      </pc:sldChg>
      <pc:sldChg chg="modSp del mod">
        <pc:chgData name="Popov Savva" userId="bc132019-2944-47dc-b2a0-f031fbe56d5e" providerId="ADAL" clId="{B84700EE-EDA8-4C97-AAF0-D93C0F245FB9}" dt="2025-11-17T15:33:48.713" v="2749" actId="47"/>
        <pc:sldMkLst>
          <pc:docMk/>
          <pc:sldMk cId="743712492" sldId="279"/>
        </pc:sldMkLst>
        <pc:spChg chg="mod">
          <ac:chgData name="Popov Savva" userId="bc132019-2944-47dc-b2a0-f031fbe56d5e" providerId="ADAL" clId="{B84700EE-EDA8-4C97-AAF0-D93C0F245FB9}" dt="2025-11-17T11:31:41.301" v="440" actId="790"/>
          <ac:spMkLst>
            <pc:docMk/>
            <pc:sldMk cId="743712492" sldId="279"/>
            <ac:spMk id="2" creationId="{02D8E8F7-D179-695A-05AC-B78AA3C4F03D}"/>
          </ac:spMkLst>
        </pc:spChg>
        <pc:spChg chg="mod">
          <ac:chgData name="Popov Savva" userId="bc132019-2944-47dc-b2a0-f031fbe56d5e" providerId="ADAL" clId="{B84700EE-EDA8-4C97-AAF0-D93C0F245FB9}" dt="2025-11-17T11:31:41.301" v="440" actId="790"/>
          <ac:spMkLst>
            <pc:docMk/>
            <pc:sldMk cId="743712492" sldId="279"/>
            <ac:spMk id="3" creationId="{C1EB79CA-3395-6361-4AC5-2F17B83C49FD}"/>
          </ac:spMkLst>
        </pc:spChg>
        <pc:spChg chg="mod">
          <ac:chgData name="Popov Savva" userId="bc132019-2944-47dc-b2a0-f031fbe56d5e" providerId="ADAL" clId="{B84700EE-EDA8-4C97-AAF0-D93C0F245FB9}" dt="2025-11-17T11:31:41.301" v="440" actId="790"/>
          <ac:spMkLst>
            <pc:docMk/>
            <pc:sldMk cId="743712492" sldId="279"/>
            <ac:spMk id="4" creationId="{BD90458F-0FFE-8F3A-76E4-B786234B3FC1}"/>
          </ac:spMkLst>
        </pc:spChg>
      </pc:sldChg>
      <pc:sldChg chg="modSp del mod">
        <pc:chgData name="Popov Savva" userId="bc132019-2944-47dc-b2a0-f031fbe56d5e" providerId="ADAL" clId="{B84700EE-EDA8-4C97-AAF0-D93C0F245FB9}" dt="2025-11-17T15:33:48.270" v="2748" actId="47"/>
        <pc:sldMkLst>
          <pc:docMk/>
          <pc:sldMk cId="794338393" sldId="280"/>
        </pc:sldMkLst>
        <pc:spChg chg="mod">
          <ac:chgData name="Popov Savva" userId="bc132019-2944-47dc-b2a0-f031fbe56d5e" providerId="ADAL" clId="{B84700EE-EDA8-4C97-AAF0-D93C0F245FB9}" dt="2025-11-17T11:31:41.301" v="440" actId="790"/>
          <ac:spMkLst>
            <pc:docMk/>
            <pc:sldMk cId="794338393" sldId="280"/>
            <ac:spMk id="2" creationId="{85D13E41-7822-359B-A8C4-03B265D4533D}"/>
          </ac:spMkLst>
        </pc:spChg>
        <pc:spChg chg="mod">
          <ac:chgData name="Popov Savva" userId="bc132019-2944-47dc-b2a0-f031fbe56d5e" providerId="ADAL" clId="{B84700EE-EDA8-4C97-AAF0-D93C0F245FB9}" dt="2025-11-17T11:31:41.301" v="440" actId="790"/>
          <ac:spMkLst>
            <pc:docMk/>
            <pc:sldMk cId="794338393" sldId="280"/>
            <ac:spMk id="3" creationId="{C7EEEEF6-34A6-C45B-34BC-B5BF6400C7D2}"/>
          </ac:spMkLst>
        </pc:spChg>
        <pc:spChg chg="mod">
          <ac:chgData name="Popov Savva" userId="bc132019-2944-47dc-b2a0-f031fbe56d5e" providerId="ADAL" clId="{B84700EE-EDA8-4C97-AAF0-D93C0F245FB9}" dt="2025-11-17T11:31:41.301" v="440" actId="790"/>
          <ac:spMkLst>
            <pc:docMk/>
            <pc:sldMk cId="794338393" sldId="280"/>
            <ac:spMk id="4" creationId="{53CB9F1E-DAB2-358C-8781-1781730E1E1E}"/>
          </ac:spMkLst>
        </pc:spChg>
      </pc:sldChg>
      <pc:sldChg chg="modSp del mod">
        <pc:chgData name="Popov Savva" userId="bc132019-2944-47dc-b2a0-f031fbe56d5e" providerId="ADAL" clId="{B84700EE-EDA8-4C97-AAF0-D93C0F245FB9}" dt="2025-11-17T15:33:47.863" v="2747" actId="47"/>
        <pc:sldMkLst>
          <pc:docMk/>
          <pc:sldMk cId="1100942906" sldId="281"/>
        </pc:sldMkLst>
        <pc:spChg chg="mod">
          <ac:chgData name="Popov Savva" userId="bc132019-2944-47dc-b2a0-f031fbe56d5e" providerId="ADAL" clId="{B84700EE-EDA8-4C97-AAF0-D93C0F245FB9}" dt="2025-11-17T11:31:41.301" v="440" actId="790"/>
          <ac:spMkLst>
            <pc:docMk/>
            <pc:sldMk cId="1100942906" sldId="281"/>
            <ac:spMk id="2" creationId="{35BED759-99A0-9E0F-AFA0-BFD30B48DA75}"/>
          </ac:spMkLst>
        </pc:spChg>
        <pc:spChg chg="mod">
          <ac:chgData name="Popov Savva" userId="bc132019-2944-47dc-b2a0-f031fbe56d5e" providerId="ADAL" clId="{B84700EE-EDA8-4C97-AAF0-D93C0F245FB9}" dt="2025-11-17T11:31:41.301" v="440" actId="790"/>
          <ac:spMkLst>
            <pc:docMk/>
            <pc:sldMk cId="1100942906" sldId="281"/>
            <ac:spMk id="3" creationId="{31ABEBA8-6DE0-480C-E809-FE5C2FFFDEF7}"/>
          </ac:spMkLst>
        </pc:spChg>
        <pc:spChg chg="mod">
          <ac:chgData name="Popov Savva" userId="bc132019-2944-47dc-b2a0-f031fbe56d5e" providerId="ADAL" clId="{B84700EE-EDA8-4C97-AAF0-D93C0F245FB9}" dt="2025-11-17T11:31:41.301" v="440" actId="790"/>
          <ac:spMkLst>
            <pc:docMk/>
            <pc:sldMk cId="1100942906" sldId="281"/>
            <ac:spMk id="4" creationId="{57AA43AE-9FE6-E85C-47EB-53CEC6C38B76}"/>
          </ac:spMkLst>
        </pc:spChg>
      </pc:sldChg>
      <pc:sldChg chg="modSp del mod">
        <pc:chgData name="Popov Savva" userId="bc132019-2944-47dc-b2a0-f031fbe56d5e" providerId="ADAL" clId="{B84700EE-EDA8-4C97-AAF0-D93C0F245FB9}" dt="2025-11-17T15:33:47.408" v="2746" actId="47"/>
        <pc:sldMkLst>
          <pc:docMk/>
          <pc:sldMk cId="2235731136" sldId="282"/>
        </pc:sldMkLst>
        <pc:spChg chg="mod">
          <ac:chgData name="Popov Savva" userId="bc132019-2944-47dc-b2a0-f031fbe56d5e" providerId="ADAL" clId="{B84700EE-EDA8-4C97-AAF0-D93C0F245FB9}" dt="2025-11-17T11:31:41.301" v="440" actId="790"/>
          <ac:spMkLst>
            <pc:docMk/>
            <pc:sldMk cId="2235731136" sldId="282"/>
            <ac:spMk id="2" creationId="{425997E8-4337-FE06-6963-8045FAA5331A}"/>
          </ac:spMkLst>
        </pc:spChg>
        <pc:spChg chg="mod">
          <ac:chgData name="Popov Savva" userId="bc132019-2944-47dc-b2a0-f031fbe56d5e" providerId="ADAL" clId="{B84700EE-EDA8-4C97-AAF0-D93C0F245FB9}" dt="2025-11-17T11:31:41.301" v="440" actId="790"/>
          <ac:spMkLst>
            <pc:docMk/>
            <pc:sldMk cId="2235731136" sldId="282"/>
            <ac:spMk id="3" creationId="{CE28C31D-55CC-DED1-9910-2F1B896AC2F3}"/>
          </ac:spMkLst>
        </pc:spChg>
        <pc:spChg chg="mod">
          <ac:chgData name="Popov Savva" userId="bc132019-2944-47dc-b2a0-f031fbe56d5e" providerId="ADAL" clId="{B84700EE-EDA8-4C97-AAF0-D93C0F245FB9}" dt="2025-11-17T11:31:41.301" v="440" actId="790"/>
          <ac:spMkLst>
            <pc:docMk/>
            <pc:sldMk cId="2235731136" sldId="282"/>
            <ac:spMk id="4" creationId="{0841CF2F-0AD7-FE10-4BBC-4FFBA3E10E77}"/>
          </ac:spMkLst>
        </pc:spChg>
      </pc:sldChg>
      <pc:sldChg chg="modSp add mod modTransition">
        <pc:chgData name="Popov Savva" userId="bc132019-2944-47dc-b2a0-f031fbe56d5e" providerId="ADAL" clId="{B84700EE-EDA8-4C97-AAF0-D93C0F245FB9}" dt="2025-11-17T16:54:14.919" v="3573"/>
        <pc:sldMkLst>
          <pc:docMk/>
          <pc:sldMk cId="1612299176" sldId="283"/>
        </pc:sldMkLst>
        <pc:spChg chg="mod">
          <ac:chgData name="Popov Savva" userId="bc132019-2944-47dc-b2a0-f031fbe56d5e" providerId="ADAL" clId="{B84700EE-EDA8-4C97-AAF0-D93C0F245FB9}" dt="2025-11-17T14:54:48.642" v="2338" actId="20577"/>
          <ac:spMkLst>
            <pc:docMk/>
            <pc:sldMk cId="1612299176" sldId="283"/>
            <ac:spMk id="2" creationId="{C428A7B9-7B0A-D8AF-C4FB-7CC3FC9960AC}"/>
          </ac:spMkLst>
        </pc:spChg>
        <pc:spChg chg="mod">
          <ac:chgData name="Popov Savva" userId="bc132019-2944-47dc-b2a0-f031fbe56d5e" providerId="ADAL" clId="{B84700EE-EDA8-4C97-AAF0-D93C0F245FB9}" dt="2025-11-17T15:25:28.672" v="2660" actId="20577"/>
          <ac:spMkLst>
            <pc:docMk/>
            <pc:sldMk cId="1612299176" sldId="283"/>
            <ac:spMk id="3" creationId="{CB4979C0-61F7-8701-A174-26B61B11B80D}"/>
          </ac:spMkLst>
        </pc:spChg>
      </pc:sldChg>
      <pc:sldChg chg="new del">
        <pc:chgData name="Popov Savva" userId="bc132019-2944-47dc-b2a0-f031fbe56d5e" providerId="ADAL" clId="{B84700EE-EDA8-4C97-AAF0-D93C0F245FB9}" dt="2025-11-17T14:49:25.210" v="2227" actId="680"/>
        <pc:sldMkLst>
          <pc:docMk/>
          <pc:sldMk cId="3108731182" sldId="283"/>
        </pc:sldMkLst>
      </pc:sldChg>
      <pc:sldChg chg="addSp delSp modSp add mod modTransition">
        <pc:chgData name="Popov Savva" userId="bc132019-2944-47dc-b2a0-f031fbe56d5e" providerId="ADAL" clId="{B84700EE-EDA8-4C97-AAF0-D93C0F245FB9}" dt="2025-11-17T16:55:33.868" v="3579" actId="20577"/>
        <pc:sldMkLst>
          <pc:docMk/>
          <pc:sldMk cId="2446246179" sldId="284"/>
        </pc:sldMkLst>
        <pc:spChg chg="del mod">
          <ac:chgData name="Popov Savva" userId="bc132019-2944-47dc-b2a0-f031fbe56d5e" providerId="ADAL" clId="{B84700EE-EDA8-4C97-AAF0-D93C0F245FB9}" dt="2025-11-17T15:16:02.112" v="2488"/>
          <ac:spMkLst>
            <pc:docMk/>
            <pc:sldMk cId="2446246179" sldId="284"/>
            <ac:spMk id="3" creationId="{0327EA02-B14B-2CCB-A984-9A77A32D11AC}"/>
          </ac:spMkLst>
        </pc:spChg>
        <pc:spChg chg="mod">
          <ac:chgData name="Popov Savva" userId="bc132019-2944-47dc-b2a0-f031fbe56d5e" providerId="ADAL" clId="{B84700EE-EDA8-4C97-AAF0-D93C0F245FB9}" dt="2025-11-17T16:55:33.868" v="3579" actId="20577"/>
          <ac:spMkLst>
            <pc:docMk/>
            <pc:sldMk cId="2446246179" sldId="284"/>
            <ac:spMk id="4" creationId="{5AD1A852-EF9B-B148-97D7-305A822A17CC}"/>
          </ac:spMkLst>
        </pc:spChg>
        <pc:spChg chg="add mod">
          <ac:chgData name="Popov Savva" userId="bc132019-2944-47dc-b2a0-f031fbe56d5e" providerId="ADAL" clId="{B84700EE-EDA8-4C97-AAF0-D93C0F245FB9}" dt="2025-11-17T15:19:29.420" v="2541" actId="1076"/>
          <ac:spMkLst>
            <pc:docMk/>
            <pc:sldMk cId="2446246179" sldId="284"/>
            <ac:spMk id="8" creationId="{1BB62AA4-A2E3-542F-791A-E6F923A1A5E7}"/>
          </ac:spMkLst>
        </pc:spChg>
        <pc:spChg chg="add mod">
          <ac:chgData name="Popov Savva" userId="bc132019-2944-47dc-b2a0-f031fbe56d5e" providerId="ADAL" clId="{B84700EE-EDA8-4C97-AAF0-D93C0F245FB9}" dt="2025-11-17T15:19:59.667" v="2544" actId="1076"/>
          <ac:spMkLst>
            <pc:docMk/>
            <pc:sldMk cId="2446246179" sldId="284"/>
            <ac:spMk id="9" creationId="{839E543F-74E2-473E-C502-A08E6E63C1A8}"/>
          </ac:spMkLst>
        </pc:spChg>
        <pc:spChg chg="add mod">
          <ac:chgData name="Popov Savva" userId="bc132019-2944-47dc-b2a0-f031fbe56d5e" providerId="ADAL" clId="{B84700EE-EDA8-4C97-AAF0-D93C0F245FB9}" dt="2025-11-17T15:19:59.667" v="2544" actId="1076"/>
          <ac:spMkLst>
            <pc:docMk/>
            <pc:sldMk cId="2446246179" sldId="284"/>
            <ac:spMk id="10" creationId="{6E3D1A5E-01DA-B58E-CACF-E93FE6E2D7FC}"/>
          </ac:spMkLst>
        </pc:spChg>
        <pc:spChg chg="add mod">
          <ac:chgData name="Popov Savva" userId="bc132019-2944-47dc-b2a0-f031fbe56d5e" providerId="ADAL" clId="{B84700EE-EDA8-4C97-AAF0-D93C0F245FB9}" dt="2025-11-17T15:19:59.667" v="2544" actId="1076"/>
          <ac:spMkLst>
            <pc:docMk/>
            <pc:sldMk cId="2446246179" sldId="284"/>
            <ac:spMk id="11" creationId="{51817EE2-9CAE-A3D9-60B2-7797DCBFAA8A}"/>
          </ac:spMkLst>
        </pc:spChg>
        <pc:picChg chg="add mod">
          <ac:chgData name="Popov Savva" userId="bc132019-2944-47dc-b2a0-f031fbe56d5e" providerId="ADAL" clId="{B84700EE-EDA8-4C97-AAF0-D93C0F245FB9}" dt="2025-11-17T15:19:47.556" v="2542" actId="1440"/>
          <ac:picMkLst>
            <pc:docMk/>
            <pc:sldMk cId="2446246179" sldId="284"/>
            <ac:picMk id="6" creationId="{43CC2C0C-466F-A2CE-0292-F1F290A56343}"/>
          </ac:picMkLst>
        </pc:picChg>
        <pc:picChg chg="add mod">
          <ac:chgData name="Popov Savva" userId="bc132019-2944-47dc-b2a0-f031fbe56d5e" providerId="ADAL" clId="{B84700EE-EDA8-4C97-AAF0-D93C0F245FB9}" dt="2025-11-17T15:19:53.280" v="2543" actId="1076"/>
          <ac:picMkLst>
            <pc:docMk/>
            <pc:sldMk cId="2446246179" sldId="284"/>
            <ac:picMk id="7" creationId="{5299EA2D-7687-EA14-BCAA-16F0B95517F1}"/>
          </ac:picMkLst>
        </pc:picChg>
      </pc:sldChg>
      <pc:sldChg chg="modSp add mod modTransition">
        <pc:chgData name="Popov Savva" userId="bc132019-2944-47dc-b2a0-f031fbe56d5e" providerId="ADAL" clId="{B84700EE-EDA8-4C97-AAF0-D93C0F245FB9}" dt="2025-11-17T16:55:38.738" v="3581" actId="20577"/>
        <pc:sldMkLst>
          <pc:docMk/>
          <pc:sldMk cId="2515184374" sldId="285"/>
        </pc:sldMkLst>
        <pc:spChg chg="mod">
          <ac:chgData name="Popov Savva" userId="bc132019-2944-47dc-b2a0-f031fbe56d5e" providerId="ADAL" clId="{B84700EE-EDA8-4C97-AAF0-D93C0F245FB9}" dt="2025-11-17T15:51:47.904" v="2968" actId="1076"/>
          <ac:spMkLst>
            <pc:docMk/>
            <pc:sldMk cId="2515184374" sldId="285"/>
            <ac:spMk id="2" creationId="{DC5A93E3-972B-4F10-B97C-EDD24D5C043D}"/>
          </ac:spMkLst>
        </pc:spChg>
        <pc:spChg chg="mod">
          <ac:chgData name="Popov Savva" userId="bc132019-2944-47dc-b2a0-f031fbe56d5e" providerId="ADAL" clId="{B84700EE-EDA8-4C97-AAF0-D93C0F245FB9}" dt="2025-11-17T15:31:21.338" v="2718" actId="14100"/>
          <ac:spMkLst>
            <pc:docMk/>
            <pc:sldMk cId="2515184374" sldId="285"/>
            <ac:spMk id="3" creationId="{5E98791F-60BE-F0C7-67E4-5361B51AAE75}"/>
          </ac:spMkLst>
        </pc:spChg>
        <pc:spChg chg="mod">
          <ac:chgData name="Popov Savva" userId="bc132019-2944-47dc-b2a0-f031fbe56d5e" providerId="ADAL" clId="{B84700EE-EDA8-4C97-AAF0-D93C0F245FB9}" dt="2025-11-17T16:55:38.738" v="3581" actId="20577"/>
          <ac:spMkLst>
            <pc:docMk/>
            <pc:sldMk cId="2515184374" sldId="285"/>
            <ac:spMk id="4" creationId="{063987D6-D5C5-F6D2-52E2-1C04497A0EB9}"/>
          </ac:spMkLst>
        </pc:spChg>
      </pc:sldChg>
      <pc:sldChg chg="addSp delSp modSp add mod modTransition">
        <pc:chgData name="Popov Savva" userId="bc132019-2944-47dc-b2a0-f031fbe56d5e" providerId="ADAL" clId="{B84700EE-EDA8-4C97-AAF0-D93C0F245FB9}" dt="2025-11-17T16:55:53.333" v="3588" actId="14100"/>
        <pc:sldMkLst>
          <pc:docMk/>
          <pc:sldMk cId="3611551821" sldId="286"/>
        </pc:sldMkLst>
        <pc:spChg chg="mod">
          <ac:chgData name="Popov Savva" userId="bc132019-2944-47dc-b2a0-f031fbe56d5e" providerId="ADAL" clId="{B84700EE-EDA8-4C97-AAF0-D93C0F245FB9}" dt="2025-11-17T15:34:10.678" v="2761" actId="20577"/>
          <ac:spMkLst>
            <pc:docMk/>
            <pc:sldMk cId="3611551821" sldId="286"/>
            <ac:spMk id="2" creationId="{5561978A-917F-57FF-A9B9-AE43F7984D4A}"/>
          </ac:spMkLst>
        </pc:spChg>
        <pc:spChg chg="mod">
          <ac:chgData name="Popov Savva" userId="bc132019-2944-47dc-b2a0-f031fbe56d5e" providerId="ADAL" clId="{B84700EE-EDA8-4C97-AAF0-D93C0F245FB9}" dt="2025-11-17T15:36:47.977" v="2780" actId="20577"/>
          <ac:spMkLst>
            <pc:docMk/>
            <pc:sldMk cId="3611551821" sldId="286"/>
            <ac:spMk id="3" creationId="{5E5D6D20-6F50-0ADD-DE3E-E3218EB27DB4}"/>
          </ac:spMkLst>
        </pc:spChg>
        <pc:spChg chg="mod">
          <ac:chgData name="Popov Savva" userId="bc132019-2944-47dc-b2a0-f031fbe56d5e" providerId="ADAL" clId="{B84700EE-EDA8-4C97-AAF0-D93C0F245FB9}" dt="2025-11-17T16:55:53.333" v="3588" actId="14100"/>
          <ac:spMkLst>
            <pc:docMk/>
            <pc:sldMk cId="3611551821" sldId="286"/>
            <ac:spMk id="4" creationId="{DCB3326F-BC40-BFFF-6B45-DA20270C1E0A}"/>
          </ac:spMkLst>
        </pc:spChg>
        <pc:picChg chg="add mod">
          <ac:chgData name="Popov Savva" userId="bc132019-2944-47dc-b2a0-f031fbe56d5e" providerId="ADAL" clId="{B84700EE-EDA8-4C97-AAF0-D93C0F245FB9}" dt="2025-11-17T15:37:17.660" v="2787" actId="1076"/>
          <ac:picMkLst>
            <pc:docMk/>
            <pc:sldMk cId="3611551821" sldId="286"/>
            <ac:picMk id="6" creationId="{1D54B07F-3059-42DE-915B-D0E7C534DB88}"/>
          </ac:picMkLst>
        </pc:picChg>
        <pc:picChg chg="del">
          <ac:chgData name="Popov Savva" userId="bc132019-2944-47dc-b2a0-f031fbe56d5e" providerId="ADAL" clId="{B84700EE-EDA8-4C97-AAF0-D93C0F245FB9}" dt="2025-11-17T15:35:05.134" v="2769" actId="478"/>
          <ac:picMkLst>
            <pc:docMk/>
            <pc:sldMk cId="3611551821" sldId="286"/>
            <ac:picMk id="16" creationId="{6A918D80-7969-E8C3-9436-8EB14BCC7967}"/>
          </ac:picMkLst>
        </pc:picChg>
      </pc:sldChg>
      <pc:sldChg chg="addSp modSp add mod modTransition">
        <pc:chgData name="Popov Savva" userId="bc132019-2944-47dc-b2a0-f031fbe56d5e" providerId="ADAL" clId="{B84700EE-EDA8-4C97-AAF0-D93C0F245FB9}" dt="2025-11-17T16:56:20.765" v="3604" actId="20577"/>
        <pc:sldMkLst>
          <pc:docMk/>
          <pc:sldMk cId="1511808144" sldId="287"/>
        </pc:sldMkLst>
        <pc:spChg chg="mod">
          <ac:chgData name="Popov Savva" userId="bc132019-2944-47dc-b2a0-f031fbe56d5e" providerId="ADAL" clId="{B84700EE-EDA8-4C97-AAF0-D93C0F245FB9}" dt="2025-11-17T15:51:19.336" v="2963" actId="1076"/>
          <ac:spMkLst>
            <pc:docMk/>
            <pc:sldMk cId="1511808144" sldId="287"/>
            <ac:spMk id="2" creationId="{C49F112A-307D-7890-53B4-AECB21C34987}"/>
          </ac:spMkLst>
        </pc:spChg>
        <pc:spChg chg="mod">
          <ac:chgData name="Popov Savva" userId="bc132019-2944-47dc-b2a0-f031fbe56d5e" providerId="ADAL" clId="{B84700EE-EDA8-4C97-AAF0-D93C0F245FB9}" dt="2025-11-17T15:51:27.700" v="2964" actId="1076"/>
          <ac:spMkLst>
            <pc:docMk/>
            <pc:sldMk cId="1511808144" sldId="287"/>
            <ac:spMk id="3" creationId="{ACFA9D6B-6B1E-5DF7-08DB-BA848AF309EA}"/>
          </ac:spMkLst>
        </pc:spChg>
        <pc:spChg chg="mod">
          <ac:chgData name="Popov Savva" userId="bc132019-2944-47dc-b2a0-f031fbe56d5e" providerId="ADAL" clId="{B84700EE-EDA8-4C97-AAF0-D93C0F245FB9}" dt="2025-11-17T16:56:20.765" v="3604" actId="20577"/>
          <ac:spMkLst>
            <pc:docMk/>
            <pc:sldMk cId="1511808144" sldId="287"/>
            <ac:spMk id="4" creationId="{EAC8686E-5ABC-CA27-549F-0C3B3DF58F2C}"/>
          </ac:spMkLst>
        </pc:spChg>
        <pc:picChg chg="add mod">
          <ac:chgData name="Popov Savva" userId="bc132019-2944-47dc-b2a0-f031fbe56d5e" providerId="ADAL" clId="{B84700EE-EDA8-4C97-AAF0-D93C0F245FB9}" dt="2025-11-17T15:51:27.700" v="2964" actId="1076"/>
          <ac:picMkLst>
            <pc:docMk/>
            <pc:sldMk cId="1511808144" sldId="287"/>
            <ac:picMk id="6" creationId="{723C4CA0-B816-5F17-EBDD-4B2667179315}"/>
          </ac:picMkLst>
        </pc:picChg>
        <pc:picChg chg="add mod">
          <ac:chgData name="Popov Savva" userId="bc132019-2944-47dc-b2a0-f031fbe56d5e" providerId="ADAL" clId="{B84700EE-EDA8-4C97-AAF0-D93C0F245FB9}" dt="2025-11-17T15:51:27.700" v="2964" actId="1076"/>
          <ac:picMkLst>
            <pc:docMk/>
            <pc:sldMk cId="1511808144" sldId="287"/>
            <ac:picMk id="8" creationId="{6B7C1ED4-1279-14BF-FB47-3747D7A140D8}"/>
          </ac:picMkLst>
        </pc:picChg>
        <pc:picChg chg="add mod">
          <ac:chgData name="Popov Savva" userId="bc132019-2944-47dc-b2a0-f031fbe56d5e" providerId="ADAL" clId="{B84700EE-EDA8-4C97-AAF0-D93C0F245FB9}" dt="2025-11-17T15:46:30.166" v="2878"/>
          <ac:picMkLst>
            <pc:docMk/>
            <pc:sldMk cId="1511808144" sldId="287"/>
            <ac:picMk id="10" creationId="{6258E6D3-5F7B-308E-A46C-41316106BF81}"/>
          </ac:picMkLst>
        </pc:picChg>
        <pc:picChg chg="add mod">
          <ac:chgData name="Popov Savva" userId="bc132019-2944-47dc-b2a0-f031fbe56d5e" providerId="ADAL" clId="{B84700EE-EDA8-4C97-AAF0-D93C0F245FB9}" dt="2025-11-17T15:51:33.182" v="2966" actId="1076"/>
          <ac:picMkLst>
            <pc:docMk/>
            <pc:sldMk cId="1511808144" sldId="287"/>
            <ac:picMk id="11" creationId="{B5DE7AC9-9305-11FA-21EC-B7209E3786D3}"/>
          </ac:picMkLst>
        </pc:picChg>
      </pc:sldChg>
      <pc:sldChg chg="addSp delSp modSp add mod modTransition">
        <pc:chgData name="Popov Savva" userId="bc132019-2944-47dc-b2a0-f031fbe56d5e" providerId="ADAL" clId="{B84700EE-EDA8-4C97-AAF0-D93C0F245FB9}" dt="2025-11-17T16:56:16.946" v="3602" actId="14100"/>
        <pc:sldMkLst>
          <pc:docMk/>
          <pc:sldMk cId="3866951739" sldId="288"/>
        </pc:sldMkLst>
        <pc:spChg chg="mod">
          <ac:chgData name="Popov Savva" userId="bc132019-2944-47dc-b2a0-f031fbe56d5e" providerId="ADAL" clId="{B84700EE-EDA8-4C97-AAF0-D93C0F245FB9}" dt="2025-11-17T15:59:51.443" v="3000" actId="20577"/>
          <ac:spMkLst>
            <pc:docMk/>
            <pc:sldMk cId="3866951739" sldId="288"/>
            <ac:spMk id="3" creationId="{69AF1679-65A2-5BC8-4B0E-F14A0F0EBA1A}"/>
          </ac:spMkLst>
        </pc:spChg>
        <pc:spChg chg="mod">
          <ac:chgData name="Popov Savva" userId="bc132019-2944-47dc-b2a0-f031fbe56d5e" providerId="ADAL" clId="{B84700EE-EDA8-4C97-AAF0-D93C0F245FB9}" dt="2025-11-17T16:56:16.946" v="3602" actId="14100"/>
          <ac:spMkLst>
            <pc:docMk/>
            <pc:sldMk cId="3866951739" sldId="288"/>
            <ac:spMk id="4" creationId="{1CEA813D-005D-6DD5-363C-CA1D983F5920}"/>
          </ac:spMkLst>
        </pc:spChg>
        <pc:picChg chg="add mod">
          <ac:chgData name="Popov Savva" userId="bc132019-2944-47dc-b2a0-f031fbe56d5e" providerId="ADAL" clId="{B84700EE-EDA8-4C97-AAF0-D93C0F245FB9}" dt="2025-11-17T16:00:33.234" v="3007" actId="1076"/>
          <ac:picMkLst>
            <pc:docMk/>
            <pc:sldMk cId="3866951739" sldId="288"/>
            <ac:picMk id="5" creationId="{1B1FA914-0095-CA5C-9E55-D61B46817B58}"/>
          </ac:picMkLst>
        </pc:picChg>
        <pc:picChg chg="del">
          <ac:chgData name="Popov Savva" userId="bc132019-2944-47dc-b2a0-f031fbe56d5e" providerId="ADAL" clId="{B84700EE-EDA8-4C97-AAF0-D93C0F245FB9}" dt="2025-11-17T15:52:56.685" v="2974" actId="478"/>
          <ac:picMkLst>
            <pc:docMk/>
            <pc:sldMk cId="3866951739" sldId="288"/>
            <ac:picMk id="6" creationId="{7E53AC39-220B-815B-261A-414ADE09435D}"/>
          </ac:picMkLst>
        </pc:picChg>
        <pc:picChg chg="del">
          <ac:chgData name="Popov Savva" userId="bc132019-2944-47dc-b2a0-f031fbe56d5e" providerId="ADAL" clId="{B84700EE-EDA8-4C97-AAF0-D93C0F245FB9}" dt="2025-11-17T15:52:55.924" v="2973" actId="478"/>
          <ac:picMkLst>
            <pc:docMk/>
            <pc:sldMk cId="3866951739" sldId="288"/>
            <ac:picMk id="8" creationId="{C7DD28C4-9A82-557A-EE54-3DB64B49F276}"/>
          </ac:picMkLst>
        </pc:picChg>
        <pc:picChg chg="del">
          <ac:chgData name="Popov Savva" userId="bc132019-2944-47dc-b2a0-f031fbe56d5e" providerId="ADAL" clId="{B84700EE-EDA8-4C97-AAF0-D93C0F245FB9}" dt="2025-11-17T15:52:57.499" v="2975" actId="478"/>
          <ac:picMkLst>
            <pc:docMk/>
            <pc:sldMk cId="3866951739" sldId="288"/>
            <ac:picMk id="11" creationId="{4EBFB11A-73F3-AA1C-3168-C0C09D3E8BB0}"/>
          </ac:picMkLst>
        </pc:picChg>
      </pc:sldChg>
      <pc:sldChg chg="addSp delSp modSp add mod modTransition">
        <pc:chgData name="Popov Savva" userId="bc132019-2944-47dc-b2a0-f031fbe56d5e" providerId="ADAL" clId="{B84700EE-EDA8-4C97-AAF0-D93C0F245FB9}" dt="2025-11-17T16:56:28.304" v="3608" actId="20577"/>
        <pc:sldMkLst>
          <pc:docMk/>
          <pc:sldMk cId="83415742" sldId="289"/>
        </pc:sldMkLst>
        <pc:spChg chg="mod">
          <ac:chgData name="Popov Savva" userId="bc132019-2944-47dc-b2a0-f031fbe56d5e" providerId="ADAL" clId="{B84700EE-EDA8-4C97-AAF0-D93C0F245FB9}" dt="2025-11-17T16:01:26.613" v="3025" actId="20577"/>
          <ac:spMkLst>
            <pc:docMk/>
            <pc:sldMk cId="83415742" sldId="289"/>
            <ac:spMk id="2" creationId="{38C75AC1-A24A-C188-257A-174D7E5E5E25}"/>
          </ac:spMkLst>
        </pc:spChg>
        <pc:spChg chg="mod">
          <ac:chgData name="Popov Savva" userId="bc132019-2944-47dc-b2a0-f031fbe56d5e" providerId="ADAL" clId="{B84700EE-EDA8-4C97-AAF0-D93C0F245FB9}" dt="2025-11-17T16:06:10.719" v="3074" actId="20577"/>
          <ac:spMkLst>
            <pc:docMk/>
            <pc:sldMk cId="83415742" sldId="289"/>
            <ac:spMk id="3" creationId="{828B626C-4043-FC98-468B-C1375AAF9BDF}"/>
          </ac:spMkLst>
        </pc:spChg>
        <pc:spChg chg="mod">
          <ac:chgData name="Popov Savva" userId="bc132019-2944-47dc-b2a0-f031fbe56d5e" providerId="ADAL" clId="{B84700EE-EDA8-4C97-AAF0-D93C0F245FB9}" dt="2025-11-17T16:56:28.304" v="3608" actId="20577"/>
          <ac:spMkLst>
            <pc:docMk/>
            <pc:sldMk cId="83415742" sldId="289"/>
            <ac:spMk id="4" creationId="{DCE838AB-0F78-4BDD-89A5-1FD5AF4B3AAF}"/>
          </ac:spMkLst>
        </pc:spChg>
        <pc:spChg chg="add del">
          <ac:chgData name="Popov Savva" userId="bc132019-2944-47dc-b2a0-f031fbe56d5e" providerId="ADAL" clId="{B84700EE-EDA8-4C97-AAF0-D93C0F245FB9}" dt="2025-11-17T16:06:25.519" v="3077" actId="22"/>
          <ac:spMkLst>
            <pc:docMk/>
            <pc:sldMk cId="83415742" sldId="289"/>
            <ac:spMk id="9" creationId="{411E20B1-E601-D1A4-B338-58858E41774A}"/>
          </ac:spMkLst>
        </pc:spChg>
        <pc:picChg chg="del">
          <ac:chgData name="Popov Savva" userId="bc132019-2944-47dc-b2a0-f031fbe56d5e" providerId="ADAL" clId="{B84700EE-EDA8-4C97-AAF0-D93C0F245FB9}" dt="2025-11-17T16:02:21.065" v="3047" actId="478"/>
          <ac:picMkLst>
            <pc:docMk/>
            <pc:sldMk cId="83415742" sldId="289"/>
            <ac:picMk id="6" creationId="{3E96B429-0C4F-69FC-9492-8C59A7CE1123}"/>
          </ac:picMkLst>
        </pc:picChg>
        <pc:picChg chg="add mod">
          <ac:chgData name="Popov Savva" userId="bc132019-2944-47dc-b2a0-f031fbe56d5e" providerId="ADAL" clId="{B84700EE-EDA8-4C97-AAF0-D93C0F245FB9}" dt="2025-11-17T16:06:13.192" v="3075" actId="1076"/>
          <ac:picMkLst>
            <pc:docMk/>
            <pc:sldMk cId="83415742" sldId="289"/>
            <ac:picMk id="7" creationId="{DEF0B1BD-F7D8-EA28-06C4-ACCC8F127125}"/>
          </ac:picMkLst>
        </pc:picChg>
      </pc:sldChg>
      <pc:sldChg chg="addSp delSp modSp add mod modTransition">
        <pc:chgData name="Popov Savva" userId="bc132019-2944-47dc-b2a0-f031fbe56d5e" providerId="ADAL" clId="{B84700EE-EDA8-4C97-AAF0-D93C0F245FB9}" dt="2025-11-17T16:56:36.776" v="3612" actId="20577"/>
        <pc:sldMkLst>
          <pc:docMk/>
          <pc:sldMk cId="2453342359" sldId="290"/>
        </pc:sldMkLst>
        <pc:spChg chg="mod">
          <ac:chgData name="Popov Savva" userId="bc132019-2944-47dc-b2a0-f031fbe56d5e" providerId="ADAL" clId="{B84700EE-EDA8-4C97-AAF0-D93C0F245FB9}" dt="2025-11-17T16:07:00.800" v="3128"/>
          <ac:spMkLst>
            <pc:docMk/>
            <pc:sldMk cId="2453342359" sldId="290"/>
            <ac:spMk id="2" creationId="{CFB8C640-B431-6971-E882-390EB2B4D1AC}"/>
          </ac:spMkLst>
        </pc:spChg>
        <pc:spChg chg="mod">
          <ac:chgData name="Popov Savva" userId="bc132019-2944-47dc-b2a0-f031fbe56d5e" providerId="ADAL" clId="{B84700EE-EDA8-4C97-AAF0-D93C0F245FB9}" dt="2025-11-17T16:24:34.102" v="3301" actId="2711"/>
          <ac:spMkLst>
            <pc:docMk/>
            <pc:sldMk cId="2453342359" sldId="290"/>
            <ac:spMk id="3" creationId="{4578FAD0-A36D-B4CA-BB5D-6B7EA55E714F}"/>
          </ac:spMkLst>
        </pc:spChg>
        <pc:spChg chg="mod">
          <ac:chgData name="Popov Savva" userId="bc132019-2944-47dc-b2a0-f031fbe56d5e" providerId="ADAL" clId="{B84700EE-EDA8-4C97-AAF0-D93C0F245FB9}" dt="2025-11-17T16:56:36.776" v="3612" actId="20577"/>
          <ac:spMkLst>
            <pc:docMk/>
            <pc:sldMk cId="2453342359" sldId="290"/>
            <ac:spMk id="4" creationId="{927050FE-0A47-7901-D697-8AD74D7097C6}"/>
          </ac:spMkLst>
        </pc:spChg>
        <pc:spChg chg="add mod">
          <ac:chgData name="Popov Savva" userId="bc132019-2944-47dc-b2a0-f031fbe56d5e" providerId="ADAL" clId="{B84700EE-EDA8-4C97-AAF0-D93C0F245FB9}" dt="2025-11-17T16:11:00.715" v="3178" actId="14100"/>
          <ac:spMkLst>
            <pc:docMk/>
            <pc:sldMk cId="2453342359" sldId="290"/>
            <ac:spMk id="10" creationId="{51B1E21C-D7DE-05FA-E13C-67C3E5B56FD4}"/>
          </ac:spMkLst>
        </pc:spChg>
        <pc:spChg chg="add mod">
          <ac:chgData name="Popov Savva" userId="bc132019-2944-47dc-b2a0-f031fbe56d5e" providerId="ADAL" clId="{B84700EE-EDA8-4C97-AAF0-D93C0F245FB9}" dt="2025-11-17T16:11:47.067" v="3216" actId="1076"/>
          <ac:spMkLst>
            <pc:docMk/>
            <pc:sldMk cId="2453342359" sldId="290"/>
            <ac:spMk id="11" creationId="{07DA2498-3EB1-BFB6-05A0-FD54587BE98D}"/>
          </ac:spMkLst>
        </pc:spChg>
        <pc:picChg chg="add mod">
          <ac:chgData name="Popov Savva" userId="bc132019-2944-47dc-b2a0-f031fbe56d5e" providerId="ADAL" clId="{B84700EE-EDA8-4C97-AAF0-D93C0F245FB9}" dt="2025-11-17T16:10:30.196" v="3169" actId="1076"/>
          <ac:picMkLst>
            <pc:docMk/>
            <pc:sldMk cId="2453342359" sldId="290"/>
            <ac:picMk id="6" creationId="{749281AA-E756-5FBC-07D7-2A197588FE0B}"/>
          </ac:picMkLst>
        </pc:picChg>
        <pc:picChg chg="del">
          <ac:chgData name="Popov Savva" userId="bc132019-2944-47dc-b2a0-f031fbe56d5e" providerId="ADAL" clId="{B84700EE-EDA8-4C97-AAF0-D93C0F245FB9}" dt="2025-11-17T16:08:01.563" v="3146" actId="478"/>
          <ac:picMkLst>
            <pc:docMk/>
            <pc:sldMk cId="2453342359" sldId="290"/>
            <ac:picMk id="7" creationId="{2BC105F0-A843-758A-D7C8-40CF3890FB3D}"/>
          </ac:picMkLst>
        </pc:picChg>
        <pc:picChg chg="add mod">
          <ac:chgData name="Popov Savva" userId="bc132019-2944-47dc-b2a0-f031fbe56d5e" providerId="ADAL" clId="{B84700EE-EDA8-4C97-AAF0-D93C0F245FB9}" dt="2025-11-17T16:10:26.046" v="3168" actId="1076"/>
          <ac:picMkLst>
            <pc:docMk/>
            <pc:sldMk cId="2453342359" sldId="290"/>
            <ac:picMk id="9" creationId="{F8D63A7A-5924-9813-6DEE-DB10B19DE187}"/>
          </ac:picMkLst>
        </pc:picChg>
      </pc:sldChg>
      <pc:sldChg chg="addSp delSp modSp add mod modTransition">
        <pc:chgData name="Popov Savva" userId="bc132019-2944-47dc-b2a0-f031fbe56d5e" providerId="ADAL" clId="{B84700EE-EDA8-4C97-AAF0-D93C0F245FB9}" dt="2025-11-17T16:56:43.821" v="3616" actId="20577"/>
        <pc:sldMkLst>
          <pc:docMk/>
          <pc:sldMk cId="4033873807" sldId="291"/>
        </pc:sldMkLst>
        <pc:spChg chg="mod">
          <ac:chgData name="Popov Savva" userId="bc132019-2944-47dc-b2a0-f031fbe56d5e" providerId="ADAL" clId="{B84700EE-EDA8-4C97-AAF0-D93C0F245FB9}" dt="2025-11-17T16:24:26.480" v="3299" actId="2711"/>
          <ac:spMkLst>
            <pc:docMk/>
            <pc:sldMk cId="4033873807" sldId="291"/>
            <ac:spMk id="3" creationId="{75B3EAC0-A81D-1EBF-A3CE-B0212ED1D5C9}"/>
          </ac:spMkLst>
        </pc:spChg>
        <pc:spChg chg="mod">
          <ac:chgData name="Popov Savva" userId="bc132019-2944-47dc-b2a0-f031fbe56d5e" providerId="ADAL" clId="{B84700EE-EDA8-4C97-AAF0-D93C0F245FB9}" dt="2025-11-17T16:56:43.821" v="3616" actId="20577"/>
          <ac:spMkLst>
            <pc:docMk/>
            <pc:sldMk cId="4033873807" sldId="291"/>
            <ac:spMk id="4" creationId="{5F88D9A6-3D9A-8766-39C5-C489BC08F4EC}"/>
          </ac:spMkLst>
        </pc:spChg>
        <pc:spChg chg="mod">
          <ac:chgData name="Popov Savva" userId="bc132019-2944-47dc-b2a0-f031fbe56d5e" providerId="ADAL" clId="{B84700EE-EDA8-4C97-AAF0-D93C0F245FB9}" dt="2025-11-17T16:20:11.884" v="3257" actId="1076"/>
          <ac:spMkLst>
            <pc:docMk/>
            <pc:sldMk cId="4033873807" sldId="291"/>
            <ac:spMk id="10" creationId="{C4FECFBC-3158-E884-FFF2-BD939F5C2B94}"/>
          </ac:spMkLst>
        </pc:spChg>
        <pc:spChg chg="del">
          <ac:chgData name="Popov Savva" userId="bc132019-2944-47dc-b2a0-f031fbe56d5e" providerId="ADAL" clId="{B84700EE-EDA8-4C97-AAF0-D93C0F245FB9}" dt="2025-11-17T16:20:01.860" v="3253" actId="478"/>
          <ac:spMkLst>
            <pc:docMk/>
            <pc:sldMk cId="4033873807" sldId="291"/>
            <ac:spMk id="11" creationId="{B6E3B105-0F64-04AE-B53D-309380994E8E}"/>
          </ac:spMkLst>
        </pc:spChg>
        <pc:spChg chg="add mod">
          <ac:chgData name="Popov Savva" userId="bc132019-2944-47dc-b2a0-f031fbe56d5e" providerId="ADAL" clId="{B84700EE-EDA8-4C97-AAF0-D93C0F245FB9}" dt="2025-11-17T16:21:24.784" v="3275" actId="20577"/>
          <ac:spMkLst>
            <pc:docMk/>
            <pc:sldMk cId="4033873807" sldId="291"/>
            <ac:spMk id="15" creationId="{0847E43E-D6BB-15EF-6609-E33695B9F5E8}"/>
          </ac:spMkLst>
        </pc:spChg>
        <pc:spChg chg="add mod">
          <ac:chgData name="Popov Savva" userId="bc132019-2944-47dc-b2a0-f031fbe56d5e" providerId="ADAL" clId="{B84700EE-EDA8-4C97-AAF0-D93C0F245FB9}" dt="2025-11-17T16:23:10.265" v="3295" actId="1076"/>
          <ac:spMkLst>
            <pc:docMk/>
            <pc:sldMk cId="4033873807" sldId="291"/>
            <ac:spMk id="18" creationId="{8ED7EFB5-83C6-0E7C-EC69-2FF7BCD33411}"/>
          </ac:spMkLst>
        </pc:spChg>
        <pc:spChg chg="add mod">
          <ac:chgData name="Popov Savva" userId="bc132019-2944-47dc-b2a0-f031fbe56d5e" providerId="ADAL" clId="{B84700EE-EDA8-4C97-AAF0-D93C0F245FB9}" dt="2025-11-17T16:32:09.085" v="3488"/>
          <ac:spMkLst>
            <pc:docMk/>
            <pc:sldMk cId="4033873807" sldId="291"/>
            <ac:spMk id="19" creationId="{73C1640B-BF9F-867B-CEA2-4C132D64A2A4}"/>
          </ac:spMkLst>
        </pc:spChg>
        <pc:picChg chg="del">
          <ac:chgData name="Popov Savva" userId="bc132019-2944-47dc-b2a0-f031fbe56d5e" providerId="ADAL" clId="{B84700EE-EDA8-4C97-AAF0-D93C0F245FB9}" dt="2025-11-17T16:14:39.299" v="3218" actId="478"/>
          <ac:picMkLst>
            <pc:docMk/>
            <pc:sldMk cId="4033873807" sldId="291"/>
            <ac:picMk id="6" creationId="{DC1FF60C-BE8F-FE3F-BCC5-5F06902F3721}"/>
          </ac:picMkLst>
        </pc:picChg>
        <pc:picChg chg="add mod">
          <ac:chgData name="Popov Savva" userId="bc132019-2944-47dc-b2a0-f031fbe56d5e" providerId="ADAL" clId="{B84700EE-EDA8-4C97-AAF0-D93C0F245FB9}" dt="2025-11-17T16:20:10.011" v="3256" actId="1076"/>
          <ac:picMkLst>
            <pc:docMk/>
            <pc:sldMk cId="4033873807" sldId="291"/>
            <ac:picMk id="7" creationId="{3C41C8B2-2481-D101-DB8B-29E793202438}"/>
          </ac:picMkLst>
        </pc:picChg>
        <pc:picChg chg="del">
          <ac:chgData name="Popov Savva" userId="bc132019-2944-47dc-b2a0-f031fbe56d5e" providerId="ADAL" clId="{B84700EE-EDA8-4C97-AAF0-D93C0F245FB9}" dt="2025-11-17T16:14:40.599" v="3219" actId="478"/>
          <ac:picMkLst>
            <pc:docMk/>
            <pc:sldMk cId="4033873807" sldId="291"/>
            <ac:picMk id="9" creationId="{43BBBA3B-7B8E-A2C2-E265-2EC8C0D7A4A3}"/>
          </ac:picMkLst>
        </pc:picChg>
        <pc:picChg chg="add mod">
          <ac:chgData name="Popov Savva" userId="bc132019-2944-47dc-b2a0-f031fbe56d5e" providerId="ADAL" clId="{B84700EE-EDA8-4C97-AAF0-D93C0F245FB9}" dt="2025-11-17T16:21:15.415" v="3265" actId="1076"/>
          <ac:picMkLst>
            <pc:docMk/>
            <pc:sldMk cId="4033873807" sldId="291"/>
            <ac:picMk id="12" creationId="{3B6D0E80-04E4-6816-A9BA-79E349777E22}"/>
          </ac:picMkLst>
        </pc:picChg>
        <pc:picChg chg="add mod">
          <ac:chgData name="Popov Savva" userId="bc132019-2944-47dc-b2a0-f031fbe56d5e" providerId="ADAL" clId="{B84700EE-EDA8-4C97-AAF0-D93C0F245FB9}" dt="2025-11-17T16:21:17.685" v="3266"/>
          <ac:picMkLst>
            <pc:docMk/>
            <pc:sldMk cId="4033873807" sldId="291"/>
            <ac:picMk id="14" creationId="{0A3DF9D1-3F7A-7EFA-6F32-0A9D59ACF96B}"/>
          </ac:picMkLst>
        </pc:picChg>
        <pc:picChg chg="add mod">
          <ac:chgData name="Popov Savva" userId="bc132019-2944-47dc-b2a0-f031fbe56d5e" providerId="ADAL" clId="{B84700EE-EDA8-4C97-AAF0-D93C0F245FB9}" dt="2025-11-17T16:22:58.070" v="3286" actId="1076"/>
          <ac:picMkLst>
            <pc:docMk/>
            <pc:sldMk cId="4033873807" sldId="291"/>
            <ac:picMk id="17" creationId="{D39A30CC-23C5-2DF5-7B9F-1F29ED61D245}"/>
          </ac:picMkLst>
        </pc:picChg>
      </pc:sldChg>
      <pc:sldChg chg="addSp delSp modSp add mod modTransition">
        <pc:chgData name="Popov Savva" userId="bc132019-2944-47dc-b2a0-f031fbe56d5e" providerId="ADAL" clId="{B84700EE-EDA8-4C97-AAF0-D93C0F245FB9}" dt="2025-11-17T16:56:54.017" v="3622" actId="20577"/>
        <pc:sldMkLst>
          <pc:docMk/>
          <pc:sldMk cId="1141283429" sldId="292"/>
        </pc:sldMkLst>
        <pc:spChg chg="mod">
          <ac:chgData name="Popov Savva" userId="bc132019-2944-47dc-b2a0-f031fbe56d5e" providerId="ADAL" clId="{B84700EE-EDA8-4C97-AAF0-D93C0F245FB9}" dt="2025-11-17T16:25:10.030" v="3314" actId="20577"/>
          <ac:spMkLst>
            <pc:docMk/>
            <pc:sldMk cId="1141283429" sldId="292"/>
            <ac:spMk id="3" creationId="{1DF38347-5D4F-658A-C51F-4019CA5C29C5}"/>
          </ac:spMkLst>
        </pc:spChg>
        <pc:spChg chg="add del mod">
          <ac:chgData name="Popov Savva" userId="bc132019-2944-47dc-b2a0-f031fbe56d5e" providerId="ADAL" clId="{B84700EE-EDA8-4C97-AAF0-D93C0F245FB9}" dt="2025-11-17T16:56:54.017" v="3622" actId="20577"/>
          <ac:spMkLst>
            <pc:docMk/>
            <pc:sldMk cId="1141283429" sldId="292"/>
            <ac:spMk id="4" creationId="{A60C393A-6132-6F06-50C1-37B609E92428}"/>
          </ac:spMkLst>
        </pc:spChg>
        <pc:spChg chg="mod">
          <ac:chgData name="Popov Savva" userId="bc132019-2944-47dc-b2a0-f031fbe56d5e" providerId="ADAL" clId="{B84700EE-EDA8-4C97-AAF0-D93C0F245FB9}" dt="2025-11-17T16:28:35.465" v="3375" actId="1076"/>
          <ac:spMkLst>
            <pc:docMk/>
            <pc:sldMk cId="1141283429" sldId="292"/>
            <ac:spMk id="10" creationId="{857315E8-2CD6-D2A4-1684-3A8DDEF310DB}"/>
          </ac:spMkLst>
        </pc:spChg>
        <pc:spChg chg="add mod">
          <ac:chgData name="Popov Savva" userId="bc132019-2944-47dc-b2a0-f031fbe56d5e" providerId="ADAL" clId="{B84700EE-EDA8-4C97-AAF0-D93C0F245FB9}" dt="2025-11-17T16:29:44.978" v="3486" actId="1076"/>
          <ac:spMkLst>
            <pc:docMk/>
            <pc:sldMk cId="1141283429" sldId="292"/>
            <ac:spMk id="11" creationId="{155D7D50-53E7-3706-C630-73430293B110}"/>
          </ac:spMkLst>
        </pc:spChg>
        <pc:spChg chg="add mod">
          <ac:chgData name="Popov Savva" userId="bc132019-2944-47dc-b2a0-f031fbe56d5e" providerId="ADAL" clId="{B84700EE-EDA8-4C97-AAF0-D93C0F245FB9}" dt="2025-11-17T16:32:05.800" v="3487"/>
          <ac:spMkLst>
            <pc:docMk/>
            <pc:sldMk cId="1141283429" sldId="292"/>
            <ac:spMk id="13" creationId="{F98F706B-C996-859C-2761-9FEBBC206426}"/>
          </ac:spMkLst>
        </pc:spChg>
        <pc:spChg chg="mod">
          <ac:chgData name="Popov Savva" userId="bc132019-2944-47dc-b2a0-f031fbe56d5e" providerId="ADAL" clId="{B84700EE-EDA8-4C97-AAF0-D93C0F245FB9}" dt="2025-11-17T16:29:08.546" v="3417" actId="1076"/>
          <ac:spMkLst>
            <pc:docMk/>
            <pc:sldMk cId="1141283429" sldId="292"/>
            <ac:spMk id="15" creationId="{96E11D26-3DDF-9543-6955-DC2850143182}"/>
          </ac:spMkLst>
        </pc:spChg>
        <pc:spChg chg="del mod">
          <ac:chgData name="Popov Savva" userId="bc132019-2944-47dc-b2a0-f031fbe56d5e" providerId="ADAL" clId="{B84700EE-EDA8-4C97-AAF0-D93C0F245FB9}" dt="2025-11-17T16:29:11.596" v="3419" actId="478"/>
          <ac:spMkLst>
            <pc:docMk/>
            <pc:sldMk cId="1141283429" sldId="292"/>
            <ac:spMk id="18" creationId="{6BA8A602-21AD-4349-3F7F-CCEEB0FE71B1}"/>
          </ac:spMkLst>
        </pc:spChg>
        <pc:picChg chg="add mod">
          <ac:chgData name="Popov Savva" userId="bc132019-2944-47dc-b2a0-f031fbe56d5e" providerId="ADAL" clId="{B84700EE-EDA8-4C97-AAF0-D93C0F245FB9}" dt="2025-11-17T16:28:31.418" v="3374" actId="1076"/>
          <ac:picMkLst>
            <pc:docMk/>
            <pc:sldMk cId="1141283429" sldId="292"/>
            <ac:picMk id="6" creationId="{D13E470E-24FC-696A-4F0F-8510DC569232}"/>
          </ac:picMkLst>
        </pc:picChg>
        <pc:picChg chg="del">
          <ac:chgData name="Popov Savva" userId="bc132019-2944-47dc-b2a0-f031fbe56d5e" providerId="ADAL" clId="{B84700EE-EDA8-4C97-AAF0-D93C0F245FB9}" dt="2025-11-17T16:24:08.377" v="3297" actId="478"/>
          <ac:picMkLst>
            <pc:docMk/>
            <pc:sldMk cId="1141283429" sldId="292"/>
            <ac:picMk id="7" creationId="{713CF3A1-CF2B-9880-7E3D-86C5BF6E360A}"/>
          </ac:picMkLst>
        </pc:picChg>
        <pc:picChg chg="add mod">
          <ac:chgData name="Popov Savva" userId="bc132019-2944-47dc-b2a0-f031fbe56d5e" providerId="ADAL" clId="{B84700EE-EDA8-4C97-AAF0-D93C0F245FB9}" dt="2025-11-17T16:28:28.942" v="3373" actId="1076"/>
          <ac:picMkLst>
            <pc:docMk/>
            <pc:sldMk cId="1141283429" sldId="292"/>
            <ac:picMk id="9" creationId="{D882ED88-D5F1-695F-8117-3B5AD7D96765}"/>
          </ac:picMkLst>
        </pc:picChg>
        <pc:picChg chg="del">
          <ac:chgData name="Popov Savva" userId="bc132019-2944-47dc-b2a0-f031fbe56d5e" providerId="ADAL" clId="{B84700EE-EDA8-4C97-AAF0-D93C0F245FB9}" dt="2025-11-17T16:24:08.377" v="3297" actId="478"/>
          <ac:picMkLst>
            <pc:docMk/>
            <pc:sldMk cId="1141283429" sldId="292"/>
            <ac:picMk id="12" creationId="{5E98A8A1-20B8-C269-13D9-B8A9CD7F6742}"/>
          </ac:picMkLst>
        </pc:picChg>
        <pc:picChg chg="del">
          <ac:chgData name="Popov Savva" userId="bc132019-2944-47dc-b2a0-f031fbe56d5e" providerId="ADAL" clId="{B84700EE-EDA8-4C97-AAF0-D93C0F245FB9}" dt="2025-11-17T16:24:08.377" v="3297" actId="478"/>
          <ac:picMkLst>
            <pc:docMk/>
            <pc:sldMk cId="1141283429" sldId="292"/>
            <ac:picMk id="17" creationId="{D0EE1901-BBF9-21F2-7FED-E15B581DE3CD}"/>
          </ac:picMkLst>
        </pc:picChg>
      </pc:sldChg>
      <pc:sldChg chg="addSp delSp modSp add mod modTransition">
        <pc:chgData name="Popov Savva" userId="bc132019-2944-47dc-b2a0-f031fbe56d5e" providerId="ADAL" clId="{B84700EE-EDA8-4C97-AAF0-D93C0F245FB9}" dt="2025-11-17T16:57:04.962" v="3633" actId="20577"/>
        <pc:sldMkLst>
          <pc:docMk/>
          <pc:sldMk cId="3024428574" sldId="293"/>
        </pc:sldMkLst>
        <pc:spChg chg="mod">
          <ac:chgData name="Popov Savva" userId="bc132019-2944-47dc-b2a0-f031fbe56d5e" providerId="ADAL" clId="{B84700EE-EDA8-4C97-AAF0-D93C0F245FB9}" dt="2025-11-17T16:32:24.198" v="3501"/>
          <ac:spMkLst>
            <pc:docMk/>
            <pc:sldMk cId="3024428574" sldId="293"/>
            <ac:spMk id="2" creationId="{C9532607-6CF8-918E-0E81-24C26A8A6960}"/>
          </ac:spMkLst>
        </pc:spChg>
        <pc:spChg chg="mod">
          <ac:chgData name="Popov Savva" userId="bc132019-2944-47dc-b2a0-f031fbe56d5e" providerId="ADAL" clId="{B84700EE-EDA8-4C97-AAF0-D93C0F245FB9}" dt="2025-11-17T16:33:18.176" v="3532" actId="20577"/>
          <ac:spMkLst>
            <pc:docMk/>
            <pc:sldMk cId="3024428574" sldId="293"/>
            <ac:spMk id="3" creationId="{20CFA226-C6CC-C50F-3ED5-2906F13A8989}"/>
          </ac:spMkLst>
        </pc:spChg>
        <pc:spChg chg="mod">
          <ac:chgData name="Popov Savva" userId="bc132019-2944-47dc-b2a0-f031fbe56d5e" providerId="ADAL" clId="{B84700EE-EDA8-4C97-AAF0-D93C0F245FB9}" dt="2025-11-17T16:57:04.962" v="3633" actId="20577"/>
          <ac:spMkLst>
            <pc:docMk/>
            <pc:sldMk cId="3024428574" sldId="293"/>
            <ac:spMk id="4" creationId="{16D16BCC-DC0B-C013-CD5F-FC776CED8B42}"/>
          </ac:spMkLst>
        </pc:spChg>
        <pc:spChg chg="del">
          <ac:chgData name="Popov Savva" userId="bc132019-2944-47dc-b2a0-f031fbe56d5e" providerId="ADAL" clId="{B84700EE-EDA8-4C97-AAF0-D93C0F245FB9}" dt="2025-11-17T16:33:21.827" v="3534" actId="478"/>
          <ac:spMkLst>
            <pc:docMk/>
            <pc:sldMk cId="3024428574" sldId="293"/>
            <ac:spMk id="10" creationId="{4487D8AD-950D-ACC4-A799-AF65E15B5397}"/>
          </ac:spMkLst>
        </pc:spChg>
        <pc:spChg chg="mod">
          <ac:chgData name="Popov Savva" userId="bc132019-2944-47dc-b2a0-f031fbe56d5e" providerId="ADAL" clId="{B84700EE-EDA8-4C97-AAF0-D93C0F245FB9}" dt="2025-11-17T16:51:58.779" v="3560" actId="1076"/>
          <ac:spMkLst>
            <pc:docMk/>
            <pc:sldMk cId="3024428574" sldId="293"/>
            <ac:spMk id="11" creationId="{CCFA2464-4B9D-B210-FC4F-94426D9318C2}"/>
          </ac:spMkLst>
        </pc:spChg>
        <pc:spChg chg="mod">
          <ac:chgData name="Popov Savva" userId="bc132019-2944-47dc-b2a0-f031fbe56d5e" providerId="ADAL" clId="{B84700EE-EDA8-4C97-AAF0-D93C0F245FB9}" dt="2025-11-17T16:49:10.981" v="3551" actId="1076"/>
          <ac:spMkLst>
            <pc:docMk/>
            <pc:sldMk cId="3024428574" sldId="293"/>
            <ac:spMk id="15" creationId="{8094DED8-789D-F661-2F77-BB31AF9223C9}"/>
          </ac:spMkLst>
        </pc:spChg>
        <pc:picChg chg="del">
          <ac:chgData name="Popov Savva" userId="bc132019-2944-47dc-b2a0-f031fbe56d5e" providerId="ADAL" clId="{B84700EE-EDA8-4C97-AAF0-D93C0F245FB9}" dt="2025-11-17T16:33:20.016" v="3533" actId="478"/>
          <ac:picMkLst>
            <pc:docMk/>
            <pc:sldMk cId="3024428574" sldId="293"/>
            <ac:picMk id="6" creationId="{7E252D8F-6D87-D03C-EF45-CE24828FC470}"/>
          </ac:picMkLst>
        </pc:picChg>
        <pc:picChg chg="add mod">
          <ac:chgData name="Popov Savva" userId="bc132019-2944-47dc-b2a0-f031fbe56d5e" providerId="ADAL" clId="{B84700EE-EDA8-4C97-AAF0-D93C0F245FB9}" dt="2025-11-17T16:49:12.471" v="3552" actId="1076"/>
          <ac:picMkLst>
            <pc:docMk/>
            <pc:sldMk cId="3024428574" sldId="293"/>
            <ac:picMk id="7" creationId="{7C34FAA7-2A02-F52F-7F4F-EDFFB3094E6A}"/>
          </ac:picMkLst>
        </pc:picChg>
        <pc:picChg chg="del">
          <ac:chgData name="Popov Savva" userId="bc132019-2944-47dc-b2a0-f031fbe56d5e" providerId="ADAL" clId="{B84700EE-EDA8-4C97-AAF0-D93C0F245FB9}" dt="2025-11-17T16:32:33.219" v="3502" actId="478"/>
          <ac:picMkLst>
            <pc:docMk/>
            <pc:sldMk cId="3024428574" sldId="293"/>
            <ac:picMk id="9" creationId="{309CC11D-5FAE-E781-3C8D-3A233D9F719C}"/>
          </ac:picMkLst>
        </pc:picChg>
        <pc:picChg chg="add mod">
          <ac:chgData name="Popov Savva" userId="bc132019-2944-47dc-b2a0-f031fbe56d5e" providerId="ADAL" clId="{B84700EE-EDA8-4C97-AAF0-D93C0F245FB9}" dt="2025-11-17T16:51:42.396" v="3557" actId="1076"/>
          <ac:picMkLst>
            <pc:docMk/>
            <pc:sldMk cId="3024428574" sldId="293"/>
            <ac:picMk id="12" creationId="{87F92DE0-2CC5-B8B2-353B-556C5F5A3D25}"/>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a:extLst>
              <a:ext uri="{FF2B5EF4-FFF2-40B4-BE49-F238E27FC236}">
                <a16:creationId xmlns:a16="http://schemas.microsoft.com/office/drawing/2014/main" id="{F74FAA61-2F6A-996C-4641-1176D8D4E8F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cs-CZ"/>
          </a:p>
        </p:txBody>
      </p:sp>
      <p:sp>
        <p:nvSpPr>
          <p:cNvPr id="3" name="Zástupný symbol pro datum 2">
            <a:extLst>
              <a:ext uri="{FF2B5EF4-FFF2-40B4-BE49-F238E27FC236}">
                <a16:creationId xmlns:a16="http://schemas.microsoft.com/office/drawing/2014/main" id="{0B47078D-7706-9477-CD31-55BD5652A4B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EB6C1E-E1E7-48B0-BD79-D900DCD06AB0}" type="datetime1">
              <a:rPr lang="cs-CZ" smtClean="0"/>
              <a:t>17.11.2025</a:t>
            </a:fld>
            <a:endParaRPr lang="cs-CZ"/>
          </a:p>
        </p:txBody>
      </p:sp>
      <p:sp>
        <p:nvSpPr>
          <p:cNvPr id="4" name="Zástupný symbol pro zápatí 3">
            <a:extLst>
              <a:ext uri="{FF2B5EF4-FFF2-40B4-BE49-F238E27FC236}">
                <a16:creationId xmlns:a16="http://schemas.microsoft.com/office/drawing/2014/main" id="{E9B743CE-C9CE-D98A-7C1F-4066506F325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cs-CZ"/>
          </a:p>
        </p:txBody>
      </p:sp>
      <p:sp>
        <p:nvSpPr>
          <p:cNvPr id="5" name="Zástupný symbol pro číslo snímku 4">
            <a:extLst>
              <a:ext uri="{FF2B5EF4-FFF2-40B4-BE49-F238E27FC236}">
                <a16:creationId xmlns:a16="http://schemas.microsoft.com/office/drawing/2014/main" id="{4D45F3C1-3BB5-3AC8-8133-EC5C8F6A56F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8AB547-A317-4D06-B9BE-621DC5AC3053}" type="slidenum">
              <a:rPr lang="cs-CZ" smtClean="0"/>
              <a:t>‹#›</a:t>
            </a:fld>
            <a:endParaRPr lang="cs-CZ"/>
          </a:p>
        </p:txBody>
      </p:sp>
    </p:spTree>
    <p:extLst>
      <p:ext uri="{BB962C8B-B14F-4D97-AF65-F5344CB8AC3E}">
        <p14:creationId xmlns:p14="http://schemas.microsoft.com/office/powerpoint/2010/main" val="95606266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cs-CZ"/>
          </a:p>
        </p:txBody>
      </p:sp>
      <p:sp>
        <p:nvSpPr>
          <p:cNvPr id="3" name="Zástupný symbol pro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07350A-7B39-4D41-AE17-B2358D9E3021}" type="datetime1">
              <a:rPr lang="cs-CZ" smtClean="0"/>
              <a:t>17.11.2025</a:t>
            </a:fld>
            <a:endParaRPr lang="cs-CZ"/>
          </a:p>
        </p:txBody>
      </p:sp>
      <p:sp>
        <p:nvSpPr>
          <p:cNvPr id="4" name="Zástupný symbol pro obrázek snímk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cs-CZ"/>
          </a:p>
        </p:txBody>
      </p:sp>
      <p:sp>
        <p:nvSpPr>
          <p:cNvPr id="5" name="Zástupný symbol pro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6" name="Zástupný symbol pro zápatí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cs-CZ"/>
          </a:p>
        </p:txBody>
      </p:sp>
      <p:sp>
        <p:nvSpPr>
          <p:cNvPr id="7" name="Zástupný symbol pro číslo snímk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2202F0-670D-48CF-B515-60DB56D119F6}" type="slidenum">
              <a:rPr lang="cs-CZ" smtClean="0"/>
              <a:t>‹#›</a:t>
            </a:fld>
            <a:endParaRPr lang="cs-CZ"/>
          </a:p>
        </p:txBody>
      </p:sp>
    </p:spTree>
    <p:extLst>
      <p:ext uri="{BB962C8B-B14F-4D97-AF65-F5344CB8AC3E}">
        <p14:creationId xmlns:p14="http://schemas.microsoft.com/office/powerpoint/2010/main" val="251567384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Tree>
    <p:extLst>
      <p:ext uri="{BB962C8B-B14F-4D97-AF65-F5344CB8AC3E}">
        <p14:creationId xmlns:p14="http://schemas.microsoft.com/office/powerpoint/2010/main" val="309072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92514-7F21-81F4-8AF7-622B3CEEB2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A763D7-95D4-5D62-149D-DFAA3A2918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58B721-F67E-8E70-AF56-DBF29D6E7704}"/>
              </a:ext>
            </a:extLst>
          </p:cNvPr>
          <p:cNvSpPr>
            <a:spLocks noGrp="1"/>
          </p:cNvSpPr>
          <p:nvPr>
            <p:ph type="body" idx="1"/>
          </p:nvPr>
        </p:nvSpPr>
        <p:spPr/>
        <p:txBody>
          <a:bodyPr/>
          <a:lstStyle/>
          <a:p>
            <a:endParaRPr lang="cs-CZ" dirty="0"/>
          </a:p>
        </p:txBody>
      </p:sp>
    </p:spTree>
    <p:extLst>
      <p:ext uri="{BB962C8B-B14F-4D97-AF65-F5344CB8AC3E}">
        <p14:creationId xmlns:p14="http://schemas.microsoft.com/office/powerpoint/2010/main" val="7090194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0CE8D-E67D-AAA7-95E3-4066AACE76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2CBC75-59F4-6792-06D2-E5EFF25629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5E753C-A3AC-8FDF-D1B4-04706D1EC460}"/>
              </a:ext>
            </a:extLst>
          </p:cNvPr>
          <p:cNvSpPr>
            <a:spLocks noGrp="1"/>
          </p:cNvSpPr>
          <p:nvPr>
            <p:ph type="body" idx="1"/>
          </p:nvPr>
        </p:nvSpPr>
        <p:spPr/>
        <p:txBody>
          <a:bodyPr/>
          <a:lstStyle/>
          <a:p>
            <a:endParaRPr lang="cs-CZ" dirty="0"/>
          </a:p>
        </p:txBody>
      </p:sp>
    </p:spTree>
    <p:extLst>
      <p:ext uri="{BB962C8B-B14F-4D97-AF65-F5344CB8AC3E}">
        <p14:creationId xmlns:p14="http://schemas.microsoft.com/office/powerpoint/2010/main" val="31449307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B7DBD1B-C59E-7E48-9F32-E5C7604C638E}"/>
              </a:ext>
            </a:extLst>
          </p:cNvPr>
          <p:cNvSpPr>
            <a:spLocks noGrp="1"/>
          </p:cNvSpPr>
          <p:nvPr>
            <p:ph type="ctrTitle"/>
          </p:nvPr>
        </p:nvSpPr>
        <p:spPr>
          <a:xfrm>
            <a:off x="1524000" y="1122363"/>
            <a:ext cx="9144000" cy="2387600"/>
          </a:xfrm>
        </p:spPr>
        <p:txBody>
          <a:bodyPr anchor="b"/>
          <a:lstStyle>
            <a:lvl1pPr algn="ctr">
              <a:defRPr sz="6000"/>
            </a:lvl1pPr>
          </a:lstStyle>
          <a:p>
            <a:r>
              <a:rPr lang="cs-CZ"/>
              <a:t>Kliknutím lze upravit styl.</a:t>
            </a:r>
          </a:p>
        </p:txBody>
      </p:sp>
      <p:sp>
        <p:nvSpPr>
          <p:cNvPr id="3" name="Podnadpis 2">
            <a:extLst>
              <a:ext uri="{FF2B5EF4-FFF2-40B4-BE49-F238E27FC236}">
                <a16:creationId xmlns:a16="http://schemas.microsoft.com/office/drawing/2014/main" id="{3A8E099A-46F5-970C-C07C-483890F4C7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p>
        </p:txBody>
      </p:sp>
      <p:sp>
        <p:nvSpPr>
          <p:cNvPr id="4" name="Zástupný symbol pro datum 3">
            <a:extLst>
              <a:ext uri="{FF2B5EF4-FFF2-40B4-BE49-F238E27FC236}">
                <a16:creationId xmlns:a16="http://schemas.microsoft.com/office/drawing/2014/main" id="{0B004939-AF18-BF84-AFF0-FF05DD2FDEAD}"/>
              </a:ext>
            </a:extLst>
          </p:cNvPr>
          <p:cNvSpPr>
            <a:spLocks noGrp="1"/>
          </p:cNvSpPr>
          <p:nvPr>
            <p:ph type="dt" sz="half" idx="10"/>
          </p:nvPr>
        </p:nvSpPr>
        <p:spPr/>
        <p:txBody>
          <a:bodyPr/>
          <a:lstStyle/>
          <a:p>
            <a:fld id="{C2019074-33B1-423B-A3F8-1A24CD75E9B5}" type="datetime1">
              <a:rPr lang="cs-CZ" smtClean="0"/>
              <a:t>17.11.2025</a:t>
            </a:fld>
            <a:endParaRPr lang="cs-CZ"/>
          </a:p>
        </p:txBody>
      </p:sp>
      <p:sp>
        <p:nvSpPr>
          <p:cNvPr id="5" name="Zástupný symbol pro zápatí 4">
            <a:extLst>
              <a:ext uri="{FF2B5EF4-FFF2-40B4-BE49-F238E27FC236}">
                <a16:creationId xmlns:a16="http://schemas.microsoft.com/office/drawing/2014/main" id="{A70BA97F-D038-8AF8-AF12-A1F9B804D5F7}"/>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27B87814-6F00-0C1C-FC7B-0BCB94852CEA}"/>
              </a:ext>
            </a:extLst>
          </p:cNvPr>
          <p:cNvSpPr>
            <a:spLocks noGrp="1"/>
          </p:cNvSpPr>
          <p:nvPr>
            <p:ph type="sldNum" sz="quarter" idx="12"/>
          </p:nvPr>
        </p:nvSpPr>
        <p:spPr/>
        <p:txBody>
          <a:bodyPr/>
          <a:lstStyle/>
          <a:p>
            <a:fld id="{F0C1ED37-EE37-462E-BCA6-D3CBBE39C8CC}" type="slidenum">
              <a:rPr lang="cs-CZ" smtClean="0"/>
              <a:t>‹#›</a:t>
            </a:fld>
            <a:endParaRPr lang="cs-CZ"/>
          </a:p>
        </p:txBody>
      </p:sp>
    </p:spTree>
    <p:extLst>
      <p:ext uri="{BB962C8B-B14F-4D97-AF65-F5344CB8AC3E}">
        <p14:creationId xmlns:p14="http://schemas.microsoft.com/office/powerpoint/2010/main" val="1241721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DE31EDD-4E22-4CCB-C273-A58EF9B159AF}"/>
              </a:ext>
            </a:extLst>
          </p:cNvPr>
          <p:cNvSpPr>
            <a:spLocks noGrp="1"/>
          </p:cNvSpPr>
          <p:nvPr>
            <p:ph type="title"/>
          </p:nvPr>
        </p:nvSpPr>
        <p:spPr/>
        <p:txBody>
          <a:bodyPr/>
          <a:lstStyle/>
          <a:p>
            <a:r>
              <a:rPr lang="cs-CZ"/>
              <a:t>Kliknutím lze upravit styl.</a:t>
            </a:r>
          </a:p>
        </p:txBody>
      </p:sp>
      <p:sp>
        <p:nvSpPr>
          <p:cNvPr id="3" name="Zástupný obsah 2">
            <a:extLst>
              <a:ext uri="{FF2B5EF4-FFF2-40B4-BE49-F238E27FC236}">
                <a16:creationId xmlns:a16="http://schemas.microsoft.com/office/drawing/2014/main" id="{A1C70BDC-8C7E-F470-25B2-762A1A364D0A}"/>
              </a:ext>
            </a:extLst>
          </p:cNvPr>
          <p:cNvSpPr>
            <a:spLocks noGrp="1"/>
          </p:cNvSpPr>
          <p:nvPr>
            <p:ph idx="1"/>
          </p:nvPr>
        </p:nvSpPr>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C260E5E7-D92A-84E7-E780-82E28554ABA1}"/>
              </a:ext>
            </a:extLst>
          </p:cNvPr>
          <p:cNvSpPr>
            <a:spLocks noGrp="1"/>
          </p:cNvSpPr>
          <p:nvPr>
            <p:ph type="dt" sz="half" idx="10"/>
          </p:nvPr>
        </p:nvSpPr>
        <p:spPr/>
        <p:txBody>
          <a:bodyPr/>
          <a:lstStyle/>
          <a:p>
            <a:fld id="{3201C9C2-D572-4A47-825B-981B76DD7959}" type="datetime1">
              <a:rPr lang="cs-CZ" smtClean="0"/>
              <a:t>17.11.2025</a:t>
            </a:fld>
            <a:endParaRPr lang="cs-CZ"/>
          </a:p>
        </p:txBody>
      </p:sp>
      <p:sp>
        <p:nvSpPr>
          <p:cNvPr id="5" name="Zástupný symbol pro zápatí 4">
            <a:extLst>
              <a:ext uri="{FF2B5EF4-FFF2-40B4-BE49-F238E27FC236}">
                <a16:creationId xmlns:a16="http://schemas.microsoft.com/office/drawing/2014/main" id="{BCE253A4-7685-BBE6-EB40-1B5E0DC0F763}"/>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06632E28-6885-67AB-2300-6876F1093667}"/>
              </a:ext>
            </a:extLst>
          </p:cNvPr>
          <p:cNvSpPr>
            <a:spLocks noGrp="1"/>
          </p:cNvSpPr>
          <p:nvPr>
            <p:ph type="sldNum" sz="quarter" idx="12"/>
          </p:nvPr>
        </p:nvSpPr>
        <p:spPr/>
        <p:txBody>
          <a:bodyPr/>
          <a:lstStyle/>
          <a:p>
            <a:fld id="{F0C1ED37-EE37-462E-BCA6-D3CBBE39C8CC}" type="slidenum">
              <a:rPr lang="cs-CZ" smtClean="0"/>
              <a:t>‹#›</a:t>
            </a:fld>
            <a:endParaRPr lang="cs-CZ"/>
          </a:p>
        </p:txBody>
      </p:sp>
    </p:spTree>
    <p:extLst>
      <p:ext uri="{BB962C8B-B14F-4D97-AF65-F5344CB8AC3E}">
        <p14:creationId xmlns:p14="http://schemas.microsoft.com/office/powerpoint/2010/main" val="1992484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oddílu">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70EBD36-61A9-8CC9-2FEA-6504357F3402}"/>
              </a:ext>
            </a:extLst>
          </p:cNvPr>
          <p:cNvSpPr>
            <a:spLocks noGrp="1"/>
          </p:cNvSpPr>
          <p:nvPr>
            <p:ph type="title"/>
          </p:nvPr>
        </p:nvSpPr>
        <p:spPr>
          <a:xfrm>
            <a:off x="831850" y="1709738"/>
            <a:ext cx="10515600" cy="2852737"/>
          </a:xfrm>
        </p:spPr>
        <p:txBody>
          <a:bodyPr anchor="b"/>
          <a:lstStyle>
            <a:lvl1pPr>
              <a:defRPr sz="6000"/>
            </a:lvl1pPr>
          </a:lstStyle>
          <a:p>
            <a:r>
              <a:rPr lang="cs-CZ"/>
              <a:t>Kliknutím lze upravit styl.</a:t>
            </a:r>
          </a:p>
        </p:txBody>
      </p:sp>
      <p:sp>
        <p:nvSpPr>
          <p:cNvPr id="3" name="Zástupný text 2">
            <a:extLst>
              <a:ext uri="{FF2B5EF4-FFF2-40B4-BE49-F238E27FC236}">
                <a16:creationId xmlns:a16="http://schemas.microsoft.com/office/drawing/2014/main" id="{AF74DE45-D88A-775E-6ECB-5B5611DC57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cs-CZ"/>
              <a:t>Po kliknutí můžete upravovat styly textu v předloze.</a:t>
            </a:r>
          </a:p>
        </p:txBody>
      </p:sp>
      <p:sp>
        <p:nvSpPr>
          <p:cNvPr id="4" name="Zástupný symbol pro datum 3">
            <a:extLst>
              <a:ext uri="{FF2B5EF4-FFF2-40B4-BE49-F238E27FC236}">
                <a16:creationId xmlns:a16="http://schemas.microsoft.com/office/drawing/2014/main" id="{99F16EAB-33C4-DE10-EA17-ACA3B77CB8FE}"/>
              </a:ext>
            </a:extLst>
          </p:cNvPr>
          <p:cNvSpPr>
            <a:spLocks noGrp="1"/>
          </p:cNvSpPr>
          <p:nvPr>
            <p:ph type="dt" sz="half" idx="10"/>
          </p:nvPr>
        </p:nvSpPr>
        <p:spPr/>
        <p:txBody>
          <a:bodyPr/>
          <a:lstStyle/>
          <a:p>
            <a:fld id="{7886031B-F135-40FE-AE0E-98E9A2015287}" type="datetime1">
              <a:rPr lang="cs-CZ" smtClean="0"/>
              <a:t>17.11.2025</a:t>
            </a:fld>
            <a:endParaRPr lang="cs-CZ"/>
          </a:p>
        </p:txBody>
      </p:sp>
      <p:sp>
        <p:nvSpPr>
          <p:cNvPr id="5" name="Zástupný symbol pro zápatí 4">
            <a:extLst>
              <a:ext uri="{FF2B5EF4-FFF2-40B4-BE49-F238E27FC236}">
                <a16:creationId xmlns:a16="http://schemas.microsoft.com/office/drawing/2014/main" id="{B34D2E2A-154E-B0D8-128B-5EB547E5C5D2}"/>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973D7DAB-F8DC-194E-3C6C-55555BDEC739}"/>
              </a:ext>
            </a:extLst>
          </p:cNvPr>
          <p:cNvSpPr>
            <a:spLocks noGrp="1"/>
          </p:cNvSpPr>
          <p:nvPr>
            <p:ph type="sldNum" sz="quarter" idx="12"/>
          </p:nvPr>
        </p:nvSpPr>
        <p:spPr/>
        <p:txBody>
          <a:bodyPr/>
          <a:lstStyle/>
          <a:p>
            <a:fld id="{F0C1ED37-EE37-462E-BCA6-D3CBBE39C8CC}" type="slidenum">
              <a:rPr lang="cs-CZ" smtClean="0"/>
              <a:t>‹#›</a:t>
            </a:fld>
            <a:endParaRPr lang="cs-CZ"/>
          </a:p>
        </p:txBody>
      </p:sp>
    </p:spTree>
    <p:extLst>
      <p:ext uri="{BB962C8B-B14F-4D97-AF65-F5344CB8AC3E}">
        <p14:creationId xmlns:p14="http://schemas.microsoft.com/office/powerpoint/2010/main" val="3615019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1D84C94-2872-7908-0836-613DBDC3A67F}"/>
              </a:ext>
            </a:extLst>
          </p:cNvPr>
          <p:cNvSpPr>
            <a:spLocks noGrp="1"/>
          </p:cNvSpPr>
          <p:nvPr>
            <p:ph type="title"/>
          </p:nvPr>
        </p:nvSpPr>
        <p:spPr/>
        <p:txBody>
          <a:bodyPr/>
          <a:lstStyle/>
          <a:p>
            <a:r>
              <a:rPr lang="cs-CZ"/>
              <a:t>Kliknutím lze upravit styl.</a:t>
            </a:r>
          </a:p>
        </p:txBody>
      </p:sp>
      <p:sp>
        <p:nvSpPr>
          <p:cNvPr id="3" name="Zástupný obsah 2">
            <a:extLst>
              <a:ext uri="{FF2B5EF4-FFF2-40B4-BE49-F238E27FC236}">
                <a16:creationId xmlns:a16="http://schemas.microsoft.com/office/drawing/2014/main" id="{B44A754D-7864-6378-CE10-A95CEC40E0B2}"/>
              </a:ext>
            </a:extLst>
          </p:cNvPr>
          <p:cNvSpPr>
            <a:spLocks noGrp="1"/>
          </p:cNvSpPr>
          <p:nvPr>
            <p:ph sz="half" idx="1"/>
          </p:nvPr>
        </p:nvSpPr>
        <p:spPr>
          <a:xfrm>
            <a:off x="838200" y="1825625"/>
            <a:ext cx="5181600" cy="435133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obsah 3">
            <a:extLst>
              <a:ext uri="{FF2B5EF4-FFF2-40B4-BE49-F238E27FC236}">
                <a16:creationId xmlns:a16="http://schemas.microsoft.com/office/drawing/2014/main" id="{90329B18-79B0-B301-60A1-E877B418221B}"/>
              </a:ext>
            </a:extLst>
          </p:cNvPr>
          <p:cNvSpPr>
            <a:spLocks noGrp="1"/>
          </p:cNvSpPr>
          <p:nvPr>
            <p:ph sz="half" idx="2"/>
          </p:nvPr>
        </p:nvSpPr>
        <p:spPr>
          <a:xfrm>
            <a:off x="6172200" y="1825625"/>
            <a:ext cx="5181600" cy="435133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datum 4">
            <a:extLst>
              <a:ext uri="{FF2B5EF4-FFF2-40B4-BE49-F238E27FC236}">
                <a16:creationId xmlns:a16="http://schemas.microsoft.com/office/drawing/2014/main" id="{1682A2C4-CBC3-4E39-6542-9562C9E27E13}"/>
              </a:ext>
            </a:extLst>
          </p:cNvPr>
          <p:cNvSpPr>
            <a:spLocks noGrp="1"/>
          </p:cNvSpPr>
          <p:nvPr>
            <p:ph type="dt" sz="half" idx="10"/>
          </p:nvPr>
        </p:nvSpPr>
        <p:spPr/>
        <p:txBody>
          <a:bodyPr/>
          <a:lstStyle/>
          <a:p>
            <a:fld id="{192B8034-007D-4D8D-A888-BA7908E668D3}" type="datetime1">
              <a:rPr lang="cs-CZ" smtClean="0"/>
              <a:t>17.11.2025</a:t>
            </a:fld>
            <a:endParaRPr lang="cs-CZ"/>
          </a:p>
        </p:txBody>
      </p:sp>
      <p:sp>
        <p:nvSpPr>
          <p:cNvPr id="6" name="Zástupný symbol pro zápatí 5">
            <a:extLst>
              <a:ext uri="{FF2B5EF4-FFF2-40B4-BE49-F238E27FC236}">
                <a16:creationId xmlns:a16="http://schemas.microsoft.com/office/drawing/2014/main" id="{172B0AC2-F7EF-DDB0-B8FA-1FE8F1063348}"/>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C27A137A-7412-C81D-6B4B-8F7494FFBDB7}"/>
              </a:ext>
            </a:extLst>
          </p:cNvPr>
          <p:cNvSpPr>
            <a:spLocks noGrp="1"/>
          </p:cNvSpPr>
          <p:nvPr>
            <p:ph type="sldNum" sz="quarter" idx="12"/>
          </p:nvPr>
        </p:nvSpPr>
        <p:spPr/>
        <p:txBody>
          <a:bodyPr/>
          <a:lstStyle/>
          <a:p>
            <a:fld id="{F0C1ED37-EE37-462E-BCA6-D3CBBE39C8CC}" type="slidenum">
              <a:rPr lang="cs-CZ" smtClean="0"/>
              <a:t>‹#›</a:t>
            </a:fld>
            <a:endParaRPr lang="cs-CZ"/>
          </a:p>
        </p:txBody>
      </p:sp>
    </p:spTree>
    <p:extLst>
      <p:ext uri="{BB962C8B-B14F-4D97-AF65-F5344CB8AC3E}">
        <p14:creationId xmlns:p14="http://schemas.microsoft.com/office/powerpoint/2010/main" val="692731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4C8AE87-2B52-5920-4E18-1953F8D2AAC7}"/>
              </a:ext>
            </a:extLst>
          </p:cNvPr>
          <p:cNvSpPr>
            <a:spLocks noGrp="1"/>
          </p:cNvSpPr>
          <p:nvPr>
            <p:ph type="title"/>
          </p:nvPr>
        </p:nvSpPr>
        <p:spPr>
          <a:xfrm>
            <a:off x="839788" y="365125"/>
            <a:ext cx="10515600" cy="1325563"/>
          </a:xfrm>
        </p:spPr>
        <p:txBody>
          <a:bodyPr/>
          <a:lstStyle/>
          <a:p>
            <a:r>
              <a:rPr lang="cs-CZ"/>
              <a:t>Kliknutím lze upravit styl.</a:t>
            </a:r>
          </a:p>
        </p:txBody>
      </p:sp>
      <p:sp>
        <p:nvSpPr>
          <p:cNvPr id="3" name="Zástupný text 2">
            <a:extLst>
              <a:ext uri="{FF2B5EF4-FFF2-40B4-BE49-F238E27FC236}">
                <a16:creationId xmlns:a16="http://schemas.microsoft.com/office/drawing/2014/main" id="{C808AB31-37F4-89F6-90AD-EDBC71B433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4" name="Zástupný obsah 3">
            <a:extLst>
              <a:ext uri="{FF2B5EF4-FFF2-40B4-BE49-F238E27FC236}">
                <a16:creationId xmlns:a16="http://schemas.microsoft.com/office/drawing/2014/main" id="{6128693E-B583-D168-CAE9-2874A2A8343E}"/>
              </a:ext>
            </a:extLst>
          </p:cNvPr>
          <p:cNvSpPr>
            <a:spLocks noGrp="1"/>
          </p:cNvSpPr>
          <p:nvPr>
            <p:ph sz="half" idx="2"/>
          </p:nvPr>
        </p:nvSpPr>
        <p:spPr>
          <a:xfrm>
            <a:off x="839788" y="2505075"/>
            <a:ext cx="5157787" cy="368458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text 4">
            <a:extLst>
              <a:ext uri="{FF2B5EF4-FFF2-40B4-BE49-F238E27FC236}">
                <a16:creationId xmlns:a16="http://schemas.microsoft.com/office/drawing/2014/main" id="{537B38EE-F432-D38D-1461-1EE23B1CD9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6" name="Zástupný obsah 5">
            <a:extLst>
              <a:ext uri="{FF2B5EF4-FFF2-40B4-BE49-F238E27FC236}">
                <a16:creationId xmlns:a16="http://schemas.microsoft.com/office/drawing/2014/main" id="{8CA821D4-F45D-D711-8D77-A04B9BA525FD}"/>
              </a:ext>
            </a:extLst>
          </p:cNvPr>
          <p:cNvSpPr>
            <a:spLocks noGrp="1"/>
          </p:cNvSpPr>
          <p:nvPr>
            <p:ph sz="quarter" idx="4"/>
          </p:nvPr>
        </p:nvSpPr>
        <p:spPr>
          <a:xfrm>
            <a:off x="6172200" y="2505075"/>
            <a:ext cx="5183188" cy="368458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7" name="Zástupný symbol pro datum 6">
            <a:extLst>
              <a:ext uri="{FF2B5EF4-FFF2-40B4-BE49-F238E27FC236}">
                <a16:creationId xmlns:a16="http://schemas.microsoft.com/office/drawing/2014/main" id="{34D7BF7F-7765-D9BF-4FF4-F406336D3B8D}"/>
              </a:ext>
            </a:extLst>
          </p:cNvPr>
          <p:cNvSpPr>
            <a:spLocks noGrp="1"/>
          </p:cNvSpPr>
          <p:nvPr>
            <p:ph type="dt" sz="half" idx="10"/>
          </p:nvPr>
        </p:nvSpPr>
        <p:spPr/>
        <p:txBody>
          <a:bodyPr/>
          <a:lstStyle/>
          <a:p>
            <a:fld id="{FC5A1BCC-8767-48D2-B407-89E8415EDBFC}" type="datetime1">
              <a:rPr lang="cs-CZ" smtClean="0"/>
              <a:t>17.11.2025</a:t>
            </a:fld>
            <a:endParaRPr lang="cs-CZ"/>
          </a:p>
        </p:txBody>
      </p:sp>
      <p:sp>
        <p:nvSpPr>
          <p:cNvPr id="8" name="Zástupný symbol pro zápatí 7">
            <a:extLst>
              <a:ext uri="{FF2B5EF4-FFF2-40B4-BE49-F238E27FC236}">
                <a16:creationId xmlns:a16="http://schemas.microsoft.com/office/drawing/2014/main" id="{20CBA256-84ED-B8C1-B719-3449E31ABA70}"/>
              </a:ext>
            </a:extLst>
          </p:cNvPr>
          <p:cNvSpPr>
            <a:spLocks noGrp="1"/>
          </p:cNvSpPr>
          <p:nvPr>
            <p:ph type="ftr" sz="quarter" idx="11"/>
          </p:nvPr>
        </p:nvSpPr>
        <p:spPr/>
        <p:txBody>
          <a:bodyPr/>
          <a:lstStyle/>
          <a:p>
            <a:endParaRPr lang="cs-CZ"/>
          </a:p>
        </p:txBody>
      </p:sp>
      <p:sp>
        <p:nvSpPr>
          <p:cNvPr id="9" name="Zástupný symbol pro číslo snímku 8">
            <a:extLst>
              <a:ext uri="{FF2B5EF4-FFF2-40B4-BE49-F238E27FC236}">
                <a16:creationId xmlns:a16="http://schemas.microsoft.com/office/drawing/2014/main" id="{E34F7EB6-0F42-2E1B-EAD2-BDFF409F0B4D}"/>
              </a:ext>
            </a:extLst>
          </p:cNvPr>
          <p:cNvSpPr>
            <a:spLocks noGrp="1"/>
          </p:cNvSpPr>
          <p:nvPr>
            <p:ph type="sldNum" sz="quarter" idx="12"/>
          </p:nvPr>
        </p:nvSpPr>
        <p:spPr/>
        <p:txBody>
          <a:bodyPr/>
          <a:lstStyle/>
          <a:p>
            <a:fld id="{F0C1ED37-EE37-462E-BCA6-D3CBBE39C8CC}" type="slidenum">
              <a:rPr lang="cs-CZ" smtClean="0"/>
              <a:t>‹#›</a:t>
            </a:fld>
            <a:endParaRPr lang="cs-CZ"/>
          </a:p>
        </p:txBody>
      </p:sp>
    </p:spTree>
    <p:extLst>
      <p:ext uri="{BB962C8B-B14F-4D97-AF65-F5344CB8AC3E}">
        <p14:creationId xmlns:p14="http://schemas.microsoft.com/office/powerpoint/2010/main" val="1773569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10377D2-EF42-716F-7CCE-E84180223456}"/>
              </a:ext>
            </a:extLst>
          </p:cNvPr>
          <p:cNvSpPr>
            <a:spLocks noGrp="1"/>
          </p:cNvSpPr>
          <p:nvPr>
            <p:ph type="title"/>
          </p:nvPr>
        </p:nvSpPr>
        <p:spPr/>
        <p:txBody>
          <a:bodyPr/>
          <a:lstStyle/>
          <a:p>
            <a:r>
              <a:rPr lang="cs-CZ"/>
              <a:t>Kliknutím lze upravit styl.</a:t>
            </a:r>
          </a:p>
        </p:txBody>
      </p:sp>
      <p:sp>
        <p:nvSpPr>
          <p:cNvPr id="3" name="Zástupný symbol pro datum 2">
            <a:extLst>
              <a:ext uri="{FF2B5EF4-FFF2-40B4-BE49-F238E27FC236}">
                <a16:creationId xmlns:a16="http://schemas.microsoft.com/office/drawing/2014/main" id="{452646C1-6924-A4F0-21CF-404B883E5DC2}"/>
              </a:ext>
            </a:extLst>
          </p:cNvPr>
          <p:cNvSpPr>
            <a:spLocks noGrp="1"/>
          </p:cNvSpPr>
          <p:nvPr>
            <p:ph type="dt" sz="half" idx="10"/>
          </p:nvPr>
        </p:nvSpPr>
        <p:spPr/>
        <p:txBody>
          <a:bodyPr/>
          <a:lstStyle/>
          <a:p>
            <a:fld id="{1CE88B60-0EFA-47F0-9D78-8C7CDA0D35D3}" type="datetime1">
              <a:rPr lang="cs-CZ" smtClean="0"/>
              <a:t>17.11.2025</a:t>
            </a:fld>
            <a:endParaRPr lang="cs-CZ"/>
          </a:p>
        </p:txBody>
      </p:sp>
      <p:sp>
        <p:nvSpPr>
          <p:cNvPr id="4" name="Zástupný symbol pro zápatí 3">
            <a:extLst>
              <a:ext uri="{FF2B5EF4-FFF2-40B4-BE49-F238E27FC236}">
                <a16:creationId xmlns:a16="http://schemas.microsoft.com/office/drawing/2014/main" id="{4B603A79-75B8-D2C1-0ED0-E23BCEE7E7B9}"/>
              </a:ext>
            </a:extLst>
          </p:cNvPr>
          <p:cNvSpPr>
            <a:spLocks noGrp="1"/>
          </p:cNvSpPr>
          <p:nvPr>
            <p:ph type="ftr" sz="quarter" idx="11"/>
          </p:nvPr>
        </p:nvSpPr>
        <p:spPr/>
        <p:txBody>
          <a:bodyPr/>
          <a:lstStyle/>
          <a:p>
            <a:endParaRPr lang="cs-CZ"/>
          </a:p>
        </p:txBody>
      </p:sp>
      <p:sp>
        <p:nvSpPr>
          <p:cNvPr id="5" name="Zástupný symbol pro číslo snímku 4">
            <a:extLst>
              <a:ext uri="{FF2B5EF4-FFF2-40B4-BE49-F238E27FC236}">
                <a16:creationId xmlns:a16="http://schemas.microsoft.com/office/drawing/2014/main" id="{B3957AA9-0935-E9B7-CB4C-E99619E5BE2D}"/>
              </a:ext>
            </a:extLst>
          </p:cNvPr>
          <p:cNvSpPr>
            <a:spLocks noGrp="1"/>
          </p:cNvSpPr>
          <p:nvPr>
            <p:ph type="sldNum" sz="quarter" idx="12"/>
          </p:nvPr>
        </p:nvSpPr>
        <p:spPr/>
        <p:txBody>
          <a:bodyPr/>
          <a:lstStyle/>
          <a:p>
            <a:fld id="{F0C1ED37-EE37-462E-BCA6-D3CBBE39C8CC}" type="slidenum">
              <a:rPr lang="cs-CZ" smtClean="0"/>
              <a:t>‹#›</a:t>
            </a:fld>
            <a:endParaRPr lang="cs-CZ"/>
          </a:p>
        </p:txBody>
      </p:sp>
    </p:spTree>
    <p:extLst>
      <p:ext uri="{BB962C8B-B14F-4D97-AF65-F5344CB8AC3E}">
        <p14:creationId xmlns:p14="http://schemas.microsoft.com/office/powerpoint/2010/main" val="1218195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a:extLst>
              <a:ext uri="{FF2B5EF4-FFF2-40B4-BE49-F238E27FC236}">
                <a16:creationId xmlns:a16="http://schemas.microsoft.com/office/drawing/2014/main" id="{6F4B12A3-4B3E-20C6-F1B0-D15A5287F0A8}"/>
              </a:ext>
            </a:extLst>
          </p:cNvPr>
          <p:cNvSpPr>
            <a:spLocks noGrp="1"/>
          </p:cNvSpPr>
          <p:nvPr>
            <p:ph type="dt" sz="half" idx="10"/>
          </p:nvPr>
        </p:nvSpPr>
        <p:spPr/>
        <p:txBody>
          <a:bodyPr/>
          <a:lstStyle/>
          <a:p>
            <a:fld id="{1D33DE51-7F87-421C-A517-74E596B18519}" type="datetime1">
              <a:rPr lang="cs-CZ" smtClean="0"/>
              <a:t>17.11.2025</a:t>
            </a:fld>
            <a:endParaRPr lang="cs-CZ"/>
          </a:p>
        </p:txBody>
      </p:sp>
      <p:sp>
        <p:nvSpPr>
          <p:cNvPr id="3" name="Zástupný symbol pro zápatí 2">
            <a:extLst>
              <a:ext uri="{FF2B5EF4-FFF2-40B4-BE49-F238E27FC236}">
                <a16:creationId xmlns:a16="http://schemas.microsoft.com/office/drawing/2014/main" id="{62E5392C-4E30-6910-F654-E60DBEACC9AD}"/>
              </a:ext>
            </a:extLst>
          </p:cNvPr>
          <p:cNvSpPr>
            <a:spLocks noGrp="1"/>
          </p:cNvSpPr>
          <p:nvPr>
            <p:ph type="ftr" sz="quarter" idx="11"/>
          </p:nvPr>
        </p:nvSpPr>
        <p:spPr/>
        <p:txBody>
          <a:bodyPr/>
          <a:lstStyle/>
          <a:p>
            <a:endParaRPr lang="cs-CZ"/>
          </a:p>
        </p:txBody>
      </p:sp>
      <p:sp>
        <p:nvSpPr>
          <p:cNvPr id="4" name="Zástupný symbol pro číslo snímku 3">
            <a:extLst>
              <a:ext uri="{FF2B5EF4-FFF2-40B4-BE49-F238E27FC236}">
                <a16:creationId xmlns:a16="http://schemas.microsoft.com/office/drawing/2014/main" id="{14C0BAD8-4C20-B59D-9850-66DDD5213149}"/>
              </a:ext>
            </a:extLst>
          </p:cNvPr>
          <p:cNvSpPr>
            <a:spLocks noGrp="1"/>
          </p:cNvSpPr>
          <p:nvPr>
            <p:ph type="sldNum" sz="quarter" idx="12"/>
          </p:nvPr>
        </p:nvSpPr>
        <p:spPr/>
        <p:txBody>
          <a:bodyPr/>
          <a:lstStyle/>
          <a:p>
            <a:fld id="{F0C1ED37-EE37-462E-BCA6-D3CBBE39C8CC}" type="slidenum">
              <a:rPr lang="cs-CZ" smtClean="0"/>
              <a:t>‹#›</a:t>
            </a:fld>
            <a:endParaRPr lang="cs-CZ"/>
          </a:p>
        </p:txBody>
      </p:sp>
    </p:spTree>
    <p:extLst>
      <p:ext uri="{BB962C8B-B14F-4D97-AF65-F5344CB8AC3E}">
        <p14:creationId xmlns:p14="http://schemas.microsoft.com/office/powerpoint/2010/main" val="576641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D0562D7-A549-0FED-2876-9D8087856F0D}"/>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obsah 2">
            <a:extLst>
              <a:ext uri="{FF2B5EF4-FFF2-40B4-BE49-F238E27FC236}">
                <a16:creationId xmlns:a16="http://schemas.microsoft.com/office/drawing/2014/main" id="{729A0BE5-D8B5-B455-0FDC-35A4EB7332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text 3">
            <a:extLst>
              <a:ext uri="{FF2B5EF4-FFF2-40B4-BE49-F238E27FC236}">
                <a16:creationId xmlns:a16="http://schemas.microsoft.com/office/drawing/2014/main" id="{851D73E3-55CC-6E99-43F1-AB88753FEF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Zástupný symbol pro datum 4">
            <a:extLst>
              <a:ext uri="{FF2B5EF4-FFF2-40B4-BE49-F238E27FC236}">
                <a16:creationId xmlns:a16="http://schemas.microsoft.com/office/drawing/2014/main" id="{5C862953-26F3-6254-2429-E61702186644}"/>
              </a:ext>
            </a:extLst>
          </p:cNvPr>
          <p:cNvSpPr>
            <a:spLocks noGrp="1"/>
          </p:cNvSpPr>
          <p:nvPr>
            <p:ph type="dt" sz="half" idx="10"/>
          </p:nvPr>
        </p:nvSpPr>
        <p:spPr/>
        <p:txBody>
          <a:bodyPr/>
          <a:lstStyle/>
          <a:p>
            <a:fld id="{B4FD6711-8388-4D3C-A4AA-83DB4F7AAECE}" type="datetime1">
              <a:rPr lang="cs-CZ" smtClean="0"/>
              <a:t>17.11.2025</a:t>
            </a:fld>
            <a:endParaRPr lang="cs-CZ"/>
          </a:p>
        </p:txBody>
      </p:sp>
      <p:sp>
        <p:nvSpPr>
          <p:cNvPr id="6" name="Zástupný symbol pro zápatí 5">
            <a:extLst>
              <a:ext uri="{FF2B5EF4-FFF2-40B4-BE49-F238E27FC236}">
                <a16:creationId xmlns:a16="http://schemas.microsoft.com/office/drawing/2014/main" id="{06741F4D-9CAF-F560-7764-270D1BDF57A4}"/>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56FD0E73-1218-AD98-062A-E3F1C5B2FED5}"/>
              </a:ext>
            </a:extLst>
          </p:cNvPr>
          <p:cNvSpPr>
            <a:spLocks noGrp="1"/>
          </p:cNvSpPr>
          <p:nvPr>
            <p:ph type="sldNum" sz="quarter" idx="12"/>
          </p:nvPr>
        </p:nvSpPr>
        <p:spPr/>
        <p:txBody>
          <a:bodyPr/>
          <a:lstStyle/>
          <a:p>
            <a:fld id="{F0C1ED37-EE37-462E-BCA6-D3CBBE39C8CC}" type="slidenum">
              <a:rPr lang="cs-CZ" smtClean="0"/>
              <a:t>‹#›</a:t>
            </a:fld>
            <a:endParaRPr lang="cs-CZ"/>
          </a:p>
        </p:txBody>
      </p:sp>
    </p:spTree>
    <p:extLst>
      <p:ext uri="{BB962C8B-B14F-4D97-AF65-F5344CB8AC3E}">
        <p14:creationId xmlns:p14="http://schemas.microsoft.com/office/powerpoint/2010/main" val="234586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F290D89-D839-A5B6-209B-464ECAAD1512}"/>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symbol obrázku 2">
            <a:extLst>
              <a:ext uri="{FF2B5EF4-FFF2-40B4-BE49-F238E27FC236}">
                <a16:creationId xmlns:a16="http://schemas.microsoft.com/office/drawing/2014/main" id="{43A91F69-D89F-0496-FDDC-4D67434BDF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Zástupný text 3">
            <a:extLst>
              <a:ext uri="{FF2B5EF4-FFF2-40B4-BE49-F238E27FC236}">
                <a16:creationId xmlns:a16="http://schemas.microsoft.com/office/drawing/2014/main" id="{4779868A-A29D-8270-6E0D-F670893FDD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Zástupný symbol pro datum 4">
            <a:extLst>
              <a:ext uri="{FF2B5EF4-FFF2-40B4-BE49-F238E27FC236}">
                <a16:creationId xmlns:a16="http://schemas.microsoft.com/office/drawing/2014/main" id="{DBE94845-6AEB-4471-E4C8-8F7D34F7B5BD}"/>
              </a:ext>
            </a:extLst>
          </p:cNvPr>
          <p:cNvSpPr>
            <a:spLocks noGrp="1"/>
          </p:cNvSpPr>
          <p:nvPr>
            <p:ph type="dt" sz="half" idx="10"/>
          </p:nvPr>
        </p:nvSpPr>
        <p:spPr/>
        <p:txBody>
          <a:bodyPr/>
          <a:lstStyle/>
          <a:p>
            <a:fld id="{3EE88510-50E9-43E5-8A29-89279FC1C460}" type="datetime1">
              <a:rPr lang="cs-CZ" smtClean="0"/>
              <a:t>17.11.2025</a:t>
            </a:fld>
            <a:endParaRPr lang="cs-CZ"/>
          </a:p>
        </p:txBody>
      </p:sp>
      <p:sp>
        <p:nvSpPr>
          <p:cNvPr id="6" name="Zástupný symbol pro zápatí 5">
            <a:extLst>
              <a:ext uri="{FF2B5EF4-FFF2-40B4-BE49-F238E27FC236}">
                <a16:creationId xmlns:a16="http://schemas.microsoft.com/office/drawing/2014/main" id="{9E26B64E-A4E3-2DD3-D4F0-76DE6C5936FA}"/>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3FFC9E85-7AE4-DCD3-295E-4D14269CA012}"/>
              </a:ext>
            </a:extLst>
          </p:cNvPr>
          <p:cNvSpPr>
            <a:spLocks noGrp="1"/>
          </p:cNvSpPr>
          <p:nvPr>
            <p:ph type="sldNum" sz="quarter" idx="12"/>
          </p:nvPr>
        </p:nvSpPr>
        <p:spPr/>
        <p:txBody>
          <a:bodyPr/>
          <a:lstStyle/>
          <a:p>
            <a:fld id="{F0C1ED37-EE37-462E-BCA6-D3CBBE39C8CC}" type="slidenum">
              <a:rPr lang="cs-CZ" smtClean="0"/>
              <a:t>‹#›</a:t>
            </a:fld>
            <a:endParaRPr lang="cs-CZ"/>
          </a:p>
        </p:txBody>
      </p:sp>
    </p:spTree>
    <p:extLst>
      <p:ext uri="{BB962C8B-B14F-4D97-AF65-F5344CB8AC3E}">
        <p14:creationId xmlns:p14="http://schemas.microsoft.com/office/powerpoint/2010/main" val="1735046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179E1A9-2295-27F6-5EAB-2D298FD6410B}"/>
              </a:ext>
            </a:extLst>
          </p:cNvPr>
          <p:cNvSpPr>
            <a:spLocks noGrp="1"/>
          </p:cNvSpPr>
          <p:nvPr>
            <p:ph type="title"/>
          </p:nvPr>
        </p:nvSpPr>
        <p:spPr/>
        <p:txBody>
          <a:bodyPr/>
          <a:lstStyle/>
          <a:p>
            <a:r>
              <a:rPr lang="cs-CZ"/>
              <a:t>Kliknutím lze upravit styl.</a:t>
            </a:r>
          </a:p>
        </p:txBody>
      </p:sp>
      <p:sp>
        <p:nvSpPr>
          <p:cNvPr id="3" name="Zástupný symbol pro svislý text 2">
            <a:extLst>
              <a:ext uri="{FF2B5EF4-FFF2-40B4-BE49-F238E27FC236}">
                <a16:creationId xmlns:a16="http://schemas.microsoft.com/office/drawing/2014/main" id="{06C9B1AB-A274-4464-50DD-91C44C00CBB8}"/>
              </a:ext>
            </a:extLst>
          </p:cNvPr>
          <p:cNvSpPr>
            <a:spLocks noGrp="1"/>
          </p:cNvSpPr>
          <p:nvPr>
            <p:ph type="body" orient="vert" idx="1"/>
          </p:nvPr>
        </p:nvSpPr>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5E2EF003-2088-24FF-27CA-F030BB2D7ECE}"/>
              </a:ext>
            </a:extLst>
          </p:cNvPr>
          <p:cNvSpPr>
            <a:spLocks noGrp="1"/>
          </p:cNvSpPr>
          <p:nvPr>
            <p:ph type="dt" sz="half" idx="10"/>
          </p:nvPr>
        </p:nvSpPr>
        <p:spPr/>
        <p:txBody>
          <a:bodyPr/>
          <a:lstStyle/>
          <a:p>
            <a:fld id="{9AE2616E-57A4-4948-AF6A-5E925881119F}" type="datetime1">
              <a:rPr lang="cs-CZ" smtClean="0"/>
              <a:t>17.11.2025</a:t>
            </a:fld>
            <a:endParaRPr lang="cs-CZ"/>
          </a:p>
        </p:txBody>
      </p:sp>
      <p:sp>
        <p:nvSpPr>
          <p:cNvPr id="5" name="Zástupný symbol pro zápatí 4">
            <a:extLst>
              <a:ext uri="{FF2B5EF4-FFF2-40B4-BE49-F238E27FC236}">
                <a16:creationId xmlns:a16="http://schemas.microsoft.com/office/drawing/2014/main" id="{35A743D3-B034-4A9E-E1B9-AAE80A42DBD9}"/>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BBE6E42D-E0BC-6878-668D-022A617E8211}"/>
              </a:ext>
            </a:extLst>
          </p:cNvPr>
          <p:cNvSpPr>
            <a:spLocks noGrp="1"/>
          </p:cNvSpPr>
          <p:nvPr>
            <p:ph type="sldNum" sz="quarter" idx="12"/>
          </p:nvPr>
        </p:nvSpPr>
        <p:spPr/>
        <p:txBody>
          <a:bodyPr/>
          <a:lstStyle/>
          <a:p>
            <a:fld id="{F0C1ED37-EE37-462E-BCA6-D3CBBE39C8CC}" type="slidenum">
              <a:rPr lang="cs-CZ" smtClean="0"/>
              <a:t>‹#›</a:t>
            </a:fld>
            <a:endParaRPr lang="cs-CZ"/>
          </a:p>
        </p:txBody>
      </p:sp>
    </p:spTree>
    <p:extLst>
      <p:ext uri="{BB962C8B-B14F-4D97-AF65-F5344CB8AC3E}">
        <p14:creationId xmlns:p14="http://schemas.microsoft.com/office/powerpoint/2010/main" val="1190414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a:extLst>
              <a:ext uri="{FF2B5EF4-FFF2-40B4-BE49-F238E27FC236}">
                <a16:creationId xmlns:a16="http://schemas.microsoft.com/office/drawing/2014/main" id="{5C4A66DD-614F-A4B2-EA0D-FFBFEAFE9708}"/>
              </a:ext>
            </a:extLst>
          </p:cNvPr>
          <p:cNvSpPr>
            <a:spLocks noGrp="1"/>
          </p:cNvSpPr>
          <p:nvPr>
            <p:ph type="title" orient="vert"/>
          </p:nvPr>
        </p:nvSpPr>
        <p:spPr>
          <a:xfrm>
            <a:off x="8724900" y="365125"/>
            <a:ext cx="2628900" cy="5811838"/>
          </a:xfrm>
        </p:spPr>
        <p:txBody>
          <a:bodyPr vert="eaVert"/>
          <a:lstStyle/>
          <a:p>
            <a:r>
              <a:rPr lang="cs-CZ"/>
              <a:t>Kliknutím lze upravit styl.</a:t>
            </a:r>
          </a:p>
        </p:txBody>
      </p:sp>
      <p:sp>
        <p:nvSpPr>
          <p:cNvPr id="3" name="Zástupný symbol pro svislý text 2">
            <a:extLst>
              <a:ext uri="{FF2B5EF4-FFF2-40B4-BE49-F238E27FC236}">
                <a16:creationId xmlns:a16="http://schemas.microsoft.com/office/drawing/2014/main" id="{D77503E3-E229-74CC-8AFA-D57E4628263B}"/>
              </a:ext>
            </a:extLst>
          </p:cNvPr>
          <p:cNvSpPr>
            <a:spLocks noGrp="1"/>
          </p:cNvSpPr>
          <p:nvPr>
            <p:ph type="body" orient="vert" idx="1"/>
          </p:nvPr>
        </p:nvSpPr>
        <p:spPr>
          <a:xfrm>
            <a:off x="838200" y="365125"/>
            <a:ext cx="7734300" cy="5811838"/>
          </a:xfrm>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A96DF2A4-D518-9996-1267-E898720C49E7}"/>
              </a:ext>
            </a:extLst>
          </p:cNvPr>
          <p:cNvSpPr>
            <a:spLocks noGrp="1"/>
          </p:cNvSpPr>
          <p:nvPr>
            <p:ph type="dt" sz="half" idx="10"/>
          </p:nvPr>
        </p:nvSpPr>
        <p:spPr/>
        <p:txBody>
          <a:bodyPr/>
          <a:lstStyle/>
          <a:p>
            <a:fld id="{EA7F0164-B0D5-45E0-A667-9B94CF560E0F}" type="datetime1">
              <a:rPr lang="cs-CZ" smtClean="0"/>
              <a:t>17.11.2025</a:t>
            </a:fld>
            <a:endParaRPr lang="cs-CZ"/>
          </a:p>
        </p:txBody>
      </p:sp>
      <p:sp>
        <p:nvSpPr>
          <p:cNvPr id="5" name="Zástupný symbol pro zápatí 4">
            <a:extLst>
              <a:ext uri="{FF2B5EF4-FFF2-40B4-BE49-F238E27FC236}">
                <a16:creationId xmlns:a16="http://schemas.microsoft.com/office/drawing/2014/main" id="{52359AFB-AC5F-60C1-67E5-A5DD58F0AF4A}"/>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CFC05C47-BC9D-5DF3-1DE6-4FD819D83C59}"/>
              </a:ext>
            </a:extLst>
          </p:cNvPr>
          <p:cNvSpPr>
            <a:spLocks noGrp="1"/>
          </p:cNvSpPr>
          <p:nvPr>
            <p:ph type="sldNum" sz="quarter" idx="12"/>
          </p:nvPr>
        </p:nvSpPr>
        <p:spPr/>
        <p:txBody>
          <a:bodyPr/>
          <a:lstStyle/>
          <a:p>
            <a:fld id="{F0C1ED37-EE37-462E-BCA6-D3CBBE39C8CC}" type="slidenum">
              <a:rPr lang="cs-CZ" smtClean="0"/>
              <a:t>‹#›</a:t>
            </a:fld>
            <a:endParaRPr lang="cs-CZ"/>
          </a:p>
        </p:txBody>
      </p:sp>
    </p:spTree>
    <p:extLst>
      <p:ext uri="{BB962C8B-B14F-4D97-AF65-F5344CB8AC3E}">
        <p14:creationId xmlns:p14="http://schemas.microsoft.com/office/powerpoint/2010/main" val="2295382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nadpis 1">
            <a:extLst>
              <a:ext uri="{FF2B5EF4-FFF2-40B4-BE49-F238E27FC236}">
                <a16:creationId xmlns:a16="http://schemas.microsoft.com/office/drawing/2014/main" id="{96C76FA2-80DD-9AA2-577D-3154C40137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s-CZ"/>
              <a:t>Kliknutím lze upravit styl.</a:t>
            </a:r>
          </a:p>
        </p:txBody>
      </p:sp>
      <p:sp>
        <p:nvSpPr>
          <p:cNvPr id="3" name="Zástupný text 2">
            <a:extLst>
              <a:ext uri="{FF2B5EF4-FFF2-40B4-BE49-F238E27FC236}">
                <a16:creationId xmlns:a16="http://schemas.microsoft.com/office/drawing/2014/main" id="{C10EE325-0200-9A25-B20B-24BA0B8D7D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791CB27B-DB56-E94D-71A9-6E6072C7DB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A7C216-6CF7-4E68-AFFC-5B76B4DF4B43}" type="datetime1">
              <a:rPr lang="cs-CZ" smtClean="0"/>
              <a:t>17.11.2025</a:t>
            </a:fld>
            <a:endParaRPr lang="cs-CZ"/>
          </a:p>
        </p:txBody>
      </p:sp>
      <p:sp>
        <p:nvSpPr>
          <p:cNvPr id="5" name="Zástupný symbol pro zápatí 4">
            <a:extLst>
              <a:ext uri="{FF2B5EF4-FFF2-40B4-BE49-F238E27FC236}">
                <a16:creationId xmlns:a16="http://schemas.microsoft.com/office/drawing/2014/main" id="{AB3EB823-CC43-818E-5E28-E10FB0824B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cs-CZ"/>
          </a:p>
        </p:txBody>
      </p:sp>
      <p:sp>
        <p:nvSpPr>
          <p:cNvPr id="6" name="Zástupný symbol pro číslo snímku 5">
            <a:extLst>
              <a:ext uri="{FF2B5EF4-FFF2-40B4-BE49-F238E27FC236}">
                <a16:creationId xmlns:a16="http://schemas.microsoft.com/office/drawing/2014/main" id="{A5F831C3-8F7F-D04C-3AB5-B0173C194B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C1ED37-EE37-462E-BCA6-D3CBBE39C8CC}" type="slidenum">
              <a:rPr lang="cs-CZ" smtClean="0"/>
              <a:t>‹#›</a:t>
            </a:fld>
            <a:endParaRPr lang="cs-CZ"/>
          </a:p>
        </p:txBody>
      </p:sp>
    </p:spTree>
    <p:extLst>
      <p:ext uri="{BB962C8B-B14F-4D97-AF65-F5344CB8AC3E}">
        <p14:creationId xmlns:p14="http://schemas.microsoft.com/office/powerpoint/2010/main" val="34292529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7.jp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Podnadpis 2">
            <a:extLst>
              <a:ext uri="{FF2B5EF4-FFF2-40B4-BE49-F238E27FC236}">
                <a16:creationId xmlns:a16="http://schemas.microsoft.com/office/drawing/2014/main" id="{1DAA93D5-CB62-9A2F-0362-48716EC857F7}"/>
              </a:ext>
            </a:extLst>
          </p:cNvPr>
          <p:cNvSpPr txBox="1">
            <a:spLocks/>
          </p:cNvSpPr>
          <p:nvPr/>
        </p:nvSpPr>
        <p:spPr>
          <a:xfrm>
            <a:off x="3168620" y="3740594"/>
            <a:ext cx="5072162" cy="1586690"/>
          </a:xfrm>
          <a:prstGeom prst="rect">
            <a:avLst/>
          </a:prstGeom>
        </p:spPr>
        <p:txBody>
          <a:bodyPr vert="horz" lIns="91440" tIns="45720" rIns="91440" bIns="45720" rtlCol="0" anchor="t">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cs-CZ" sz="4700" noProof="0" dirty="0">
                <a:latin typeface="Bierstadt Display"/>
              </a:rPr>
              <a:t>Maturitní okruh č.18</a:t>
            </a:r>
          </a:p>
          <a:p>
            <a:endParaRPr lang="cs-CZ" sz="4700" noProof="0" dirty="0">
              <a:latin typeface="Bierstadt Display"/>
            </a:endParaRPr>
          </a:p>
          <a:p>
            <a:endParaRPr lang="cs-CZ" sz="4700" noProof="0" dirty="0">
              <a:latin typeface="Bierstadt Display"/>
            </a:endParaRPr>
          </a:p>
          <a:p>
            <a:r>
              <a:rPr lang="cs-CZ" noProof="0" dirty="0">
                <a:latin typeface="Bierstadt Display"/>
              </a:rPr>
              <a:t>Vypracoval: Savva Popov</a:t>
            </a:r>
          </a:p>
        </p:txBody>
      </p:sp>
      <p:pic>
        <p:nvPicPr>
          <p:cNvPr id="5" name="Obrázek 4" descr="Obsah obrázku text, Písmo, snímek obrazovky, symbol&#10;&#10;Obsah vygenerovaný umělou inteligencí může být nesprávný.">
            <a:extLst>
              <a:ext uri="{FF2B5EF4-FFF2-40B4-BE49-F238E27FC236}">
                <a16:creationId xmlns:a16="http://schemas.microsoft.com/office/drawing/2014/main" id="{DAB4F7AE-6E0E-7D6B-A76E-3A8BBA5CB9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420" y="436799"/>
            <a:ext cx="4737525" cy="599518"/>
          </a:xfrm>
          <a:prstGeom prst="rect">
            <a:avLst/>
          </a:prstGeom>
        </p:spPr>
      </p:pic>
      <p:sp>
        <p:nvSpPr>
          <p:cNvPr id="3" name="Zástupný symbol pro datum 2">
            <a:extLst>
              <a:ext uri="{FF2B5EF4-FFF2-40B4-BE49-F238E27FC236}">
                <a16:creationId xmlns:a16="http://schemas.microsoft.com/office/drawing/2014/main" id="{620C44FC-C96E-ABFA-6365-2B7D0052BC6B}"/>
              </a:ext>
            </a:extLst>
          </p:cNvPr>
          <p:cNvSpPr>
            <a:spLocks noGrp="1"/>
          </p:cNvSpPr>
          <p:nvPr>
            <p:ph type="dt" sz="half" idx="10"/>
          </p:nvPr>
        </p:nvSpPr>
        <p:spPr>
          <a:xfrm>
            <a:off x="425420" y="6299201"/>
            <a:ext cx="2743200" cy="365125"/>
          </a:xfrm>
        </p:spPr>
        <p:txBody>
          <a:bodyPr/>
          <a:lstStyle/>
          <a:p>
            <a:fld id="{2979CB7F-248F-44F9-B6C1-082FE5C3E239}" type="datetime1">
              <a:rPr lang="cs-CZ" noProof="0" smtClean="0"/>
              <a:t>17.11.2025</a:t>
            </a:fld>
            <a:endParaRPr lang="cs-CZ" noProof="0" dirty="0"/>
          </a:p>
        </p:txBody>
      </p:sp>
      <p:sp>
        <p:nvSpPr>
          <p:cNvPr id="2" name="TextovéPole 1">
            <a:extLst>
              <a:ext uri="{FF2B5EF4-FFF2-40B4-BE49-F238E27FC236}">
                <a16:creationId xmlns:a16="http://schemas.microsoft.com/office/drawing/2014/main" id="{D426D66A-E7B3-7707-405A-C99A947EB226}"/>
              </a:ext>
            </a:extLst>
          </p:cNvPr>
          <p:cNvSpPr txBox="1"/>
          <p:nvPr/>
        </p:nvSpPr>
        <p:spPr>
          <a:xfrm>
            <a:off x="1537875" y="2629174"/>
            <a:ext cx="8846528" cy="646331"/>
          </a:xfrm>
          <a:prstGeom prst="rect">
            <a:avLst/>
          </a:prstGeom>
          <a:noFill/>
        </p:spPr>
        <p:txBody>
          <a:bodyPr wrap="square" rtlCol="0" anchor="ctr">
            <a:spAutoFit/>
          </a:bodyPr>
          <a:lstStyle/>
          <a:p>
            <a:r>
              <a:rPr lang="cs-CZ" sz="3600" b="1" noProof="0" dirty="0">
                <a:latin typeface="Bahnschrift" panose="020B0502040204020203" pitchFamily="34" charset="0"/>
              </a:rPr>
              <a:t>MODULACE A DEMODULACE, OSCILÁTORY </a:t>
            </a:r>
          </a:p>
        </p:txBody>
      </p:sp>
      <p:cxnSp>
        <p:nvCxnSpPr>
          <p:cNvPr id="22" name="Přímá spojnice 21">
            <a:extLst>
              <a:ext uri="{FF2B5EF4-FFF2-40B4-BE49-F238E27FC236}">
                <a16:creationId xmlns:a16="http://schemas.microsoft.com/office/drawing/2014/main" id="{D3DED0F0-4A1D-07E2-F0CA-92676A644B03}"/>
              </a:ext>
            </a:extLst>
          </p:cNvPr>
          <p:cNvCxnSpPr>
            <a:cxnSpLocks/>
          </p:cNvCxnSpPr>
          <p:nvPr/>
        </p:nvCxnSpPr>
        <p:spPr>
          <a:xfrm>
            <a:off x="1432562" y="3438298"/>
            <a:ext cx="9057155" cy="0"/>
          </a:xfrm>
          <a:prstGeom prst="line">
            <a:avLst/>
          </a:prstGeom>
          <a:ln/>
        </p:spPr>
        <p:style>
          <a:lnRef idx="3">
            <a:schemeClr val="dk1"/>
          </a:lnRef>
          <a:fillRef idx="0">
            <a:schemeClr val="dk1"/>
          </a:fillRef>
          <a:effectRef idx="2">
            <a:schemeClr val="dk1"/>
          </a:effectRef>
          <a:fontRef idx="minor">
            <a:schemeClr val="tx1"/>
          </a:fontRef>
        </p:style>
      </p:cxnSp>
      <p:cxnSp>
        <p:nvCxnSpPr>
          <p:cNvPr id="8" name="Přímá spojnice 21">
            <a:extLst>
              <a:ext uri="{FF2B5EF4-FFF2-40B4-BE49-F238E27FC236}">
                <a16:creationId xmlns:a16="http://schemas.microsoft.com/office/drawing/2014/main" id="{4F2A032E-3B62-3778-96FD-4293E8ADD88A}"/>
              </a:ext>
            </a:extLst>
          </p:cNvPr>
          <p:cNvCxnSpPr>
            <a:cxnSpLocks/>
          </p:cNvCxnSpPr>
          <p:nvPr/>
        </p:nvCxnSpPr>
        <p:spPr>
          <a:xfrm>
            <a:off x="1432562" y="2466381"/>
            <a:ext cx="9057155" cy="0"/>
          </a:xfrm>
          <a:prstGeom prst="line">
            <a:avLst/>
          </a:prstGeom>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542898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E366A44-9749-1002-2728-D0A0A24F6DFC}"/>
              </a:ext>
            </a:extLst>
          </p:cNvPr>
          <p:cNvSpPr>
            <a:spLocks noGrp="1"/>
          </p:cNvSpPr>
          <p:nvPr>
            <p:ph type="title"/>
          </p:nvPr>
        </p:nvSpPr>
        <p:spPr>
          <a:xfrm>
            <a:off x="838200" y="365125"/>
            <a:ext cx="5257800" cy="1325563"/>
          </a:xfrm>
        </p:spPr>
        <p:txBody>
          <a:bodyPr/>
          <a:lstStyle/>
          <a:p>
            <a:r>
              <a:rPr lang="cs-CZ" b="1" noProof="0" dirty="0">
                <a:latin typeface="Bahnschrift" panose="020B0502040204020203" pitchFamily="34" charset="0"/>
              </a:rPr>
              <a:t>ZÁKLADNÍ POJMY</a:t>
            </a:r>
          </a:p>
        </p:txBody>
      </p:sp>
      <p:sp>
        <p:nvSpPr>
          <p:cNvPr id="3" name="Zástupný obsah 2">
            <a:extLst>
              <a:ext uri="{FF2B5EF4-FFF2-40B4-BE49-F238E27FC236}">
                <a16:creationId xmlns:a16="http://schemas.microsoft.com/office/drawing/2014/main" id="{96D08291-83F7-14FF-C5BF-AC7AB7DB3587}"/>
              </a:ext>
            </a:extLst>
          </p:cNvPr>
          <p:cNvSpPr>
            <a:spLocks noGrp="1"/>
          </p:cNvSpPr>
          <p:nvPr>
            <p:ph idx="1"/>
          </p:nvPr>
        </p:nvSpPr>
        <p:spPr>
          <a:xfrm>
            <a:off x="838200" y="1530657"/>
            <a:ext cx="10515600" cy="4632399"/>
          </a:xfrm>
        </p:spPr>
        <p:txBody>
          <a:bodyPr vert="horz" lIns="91440" tIns="45720" rIns="91440" bIns="45720" rtlCol="0" anchor="t">
            <a:normAutofit fontScale="92500" lnSpcReduction="10000"/>
          </a:bodyPr>
          <a:lstStyle/>
          <a:p>
            <a:pPr>
              <a:lnSpc>
                <a:spcPct val="100000"/>
              </a:lnSpc>
              <a:spcAft>
                <a:spcPts val="1800"/>
              </a:spcAft>
              <a:buClr>
                <a:schemeClr val="tx1"/>
              </a:buClr>
              <a:buFont typeface="Wingdings" panose="05000000000000000000" pitchFamily="2" charset="2"/>
              <a:buChar char="§"/>
            </a:pPr>
            <a:r>
              <a:rPr lang="cs-CZ" sz="2400" b="1" noProof="0" dirty="0">
                <a:latin typeface="+mj-lt"/>
              </a:rPr>
              <a:t>Modulace</a:t>
            </a:r>
            <a:r>
              <a:rPr lang="cs-CZ" sz="2400" b="1" noProof="0" dirty="0">
                <a:latin typeface="Bahnschrift Light" panose="020B0502040204020203" pitchFamily="34" charset="0"/>
              </a:rPr>
              <a:t> </a:t>
            </a:r>
            <a:r>
              <a:rPr lang="cs-CZ" sz="2400" noProof="0" dirty="0">
                <a:latin typeface="Bahnschrift Light" panose="020B0502040204020203" pitchFamily="34" charset="0"/>
              </a:rPr>
              <a:t>= proces změny vlastností nosného signálu (Amplituda, frekvence, fáze) pro efektivní přenos informací přes různá media</a:t>
            </a:r>
          </a:p>
          <a:p>
            <a:pPr>
              <a:lnSpc>
                <a:spcPct val="100000"/>
              </a:lnSpc>
              <a:spcAft>
                <a:spcPts val="1800"/>
              </a:spcAft>
              <a:buClr>
                <a:schemeClr val="tx1"/>
              </a:buClr>
              <a:buFont typeface="Wingdings" panose="05000000000000000000" pitchFamily="2" charset="2"/>
              <a:buChar char="§"/>
            </a:pPr>
            <a:r>
              <a:rPr lang="cs-CZ" sz="2400" b="1" noProof="0" dirty="0">
                <a:latin typeface="+mj-lt"/>
              </a:rPr>
              <a:t>Základní pásmo </a:t>
            </a:r>
            <a:r>
              <a:rPr lang="cs-CZ" sz="2400" noProof="0" dirty="0">
                <a:latin typeface="Bahnschrift Light" panose="020B0502040204020203" pitchFamily="34" charset="0"/>
              </a:rPr>
              <a:t>(baseband) nebo </a:t>
            </a:r>
            <a:r>
              <a:rPr lang="cs-CZ" sz="2400" b="1" noProof="0" dirty="0">
                <a:latin typeface="+mj-lt"/>
              </a:rPr>
              <a:t>modulační signál </a:t>
            </a:r>
            <a:r>
              <a:rPr lang="cs-CZ" sz="2400" noProof="0" dirty="0">
                <a:latin typeface="Bahnschrift Light" panose="020B0502040204020203" pitchFamily="34" charset="0"/>
              </a:rPr>
              <a:t>= informace kterou chceme přenášet </a:t>
            </a:r>
            <a:endParaRPr lang="cs-CZ" sz="2400" b="1" noProof="0" dirty="0">
              <a:latin typeface="Bahnschrift Light" panose="020B0502040204020203" pitchFamily="34" charset="0"/>
            </a:endParaRPr>
          </a:p>
          <a:p>
            <a:pPr>
              <a:lnSpc>
                <a:spcPct val="100000"/>
              </a:lnSpc>
              <a:spcAft>
                <a:spcPts val="1800"/>
              </a:spcAft>
              <a:buClr>
                <a:schemeClr val="tx1"/>
              </a:buClr>
              <a:buFont typeface="Wingdings" panose="05000000000000000000" pitchFamily="2" charset="2"/>
              <a:buChar char="§"/>
            </a:pPr>
            <a:r>
              <a:rPr lang="cs-CZ" sz="2400" b="1" noProof="0" dirty="0">
                <a:latin typeface="+mj-lt"/>
              </a:rPr>
              <a:t>Nosný signál </a:t>
            </a:r>
            <a:r>
              <a:rPr lang="cs-CZ" sz="2400" noProof="0" dirty="0">
                <a:latin typeface="Bahnschrift Light" panose="020B0502040204020203" pitchFamily="34" charset="0"/>
              </a:rPr>
              <a:t>/ </a:t>
            </a:r>
            <a:r>
              <a:rPr lang="cs-CZ" sz="2400" b="1" noProof="0" dirty="0">
                <a:latin typeface="+mj-lt"/>
              </a:rPr>
              <a:t>Nosná vlna </a:t>
            </a:r>
            <a:r>
              <a:rPr lang="cs-CZ" sz="2400" dirty="0">
                <a:latin typeface="Bahnschrift Light" panose="020B0502040204020203" pitchFamily="34" charset="0"/>
              </a:rPr>
              <a:t>=</a:t>
            </a:r>
            <a:r>
              <a:rPr lang="cs-CZ" sz="2400" b="1" dirty="0">
                <a:latin typeface="Bahnschrift Light" panose="020B0502040204020203" pitchFamily="34" charset="0"/>
              </a:rPr>
              <a:t> </a:t>
            </a:r>
            <a:r>
              <a:rPr lang="cs-CZ" sz="2400" dirty="0">
                <a:latin typeface="Bahnschrift Light" panose="020B0502040204020203" pitchFamily="34" charset="0"/>
              </a:rPr>
              <a:t>signál generovaný oscilátorem, neobsahuje informace, během modulace jeden z parametrů vlny se změní</a:t>
            </a:r>
            <a:endParaRPr lang="cs-CZ" sz="2400" noProof="0" dirty="0">
              <a:latin typeface="+mj-lt"/>
            </a:endParaRPr>
          </a:p>
          <a:p>
            <a:pPr>
              <a:lnSpc>
                <a:spcPct val="100000"/>
              </a:lnSpc>
              <a:spcAft>
                <a:spcPts val="1800"/>
              </a:spcAft>
              <a:buClr>
                <a:schemeClr val="tx1"/>
              </a:buClr>
              <a:buFont typeface="Wingdings" panose="05000000000000000000" pitchFamily="2" charset="2"/>
              <a:buChar char="§"/>
            </a:pPr>
            <a:r>
              <a:rPr lang="cs-CZ" sz="2400" b="1" dirty="0">
                <a:latin typeface="+mj-lt"/>
              </a:rPr>
              <a:t>Modulovaný</a:t>
            </a:r>
            <a:r>
              <a:rPr lang="cs-CZ" sz="2400" b="1" noProof="0" dirty="0">
                <a:latin typeface="+mj-lt"/>
              </a:rPr>
              <a:t> signál </a:t>
            </a:r>
            <a:r>
              <a:rPr lang="cs-CZ" sz="2400" noProof="0" dirty="0">
                <a:latin typeface="Bahnschrift Light" panose="020B0502040204020203" pitchFamily="34" charset="0"/>
              </a:rPr>
              <a:t>= signál po modulací  obsahuje “zakódovaný“ nízkofrekvenční signál do vysokofrekvenční nosné vlny</a:t>
            </a:r>
          </a:p>
          <a:p>
            <a:pPr>
              <a:lnSpc>
                <a:spcPct val="100000"/>
              </a:lnSpc>
              <a:spcAft>
                <a:spcPts val="1800"/>
              </a:spcAft>
              <a:buClr>
                <a:schemeClr val="tx1"/>
              </a:buClr>
              <a:buFont typeface="Wingdings" panose="05000000000000000000" pitchFamily="2" charset="2"/>
              <a:buChar char="§"/>
            </a:pPr>
            <a:r>
              <a:rPr lang="cs-CZ" sz="2400" b="1" noProof="0" dirty="0">
                <a:latin typeface="+mj-lt"/>
              </a:rPr>
              <a:t>Modulátor</a:t>
            </a:r>
            <a:r>
              <a:rPr lang="cs-CZ" sz="2400" noProof="0" dirty="0">
                <a:latin typeface="Bahnschrift Light" panose="020B0502040204020203" pitchFamily="34" charset="0"/>
              </a:rPr>
              <a:t> = zařízení který provádí modulaci </a:t>
            </a:r>
          </a:p>
          <a:p>
            <a:pPr>
              <a:lnSpc>
                <a:spcPct val="100000"/>
              </a:lnSpc>
              <a:spcAft>
                <a:spcPts val="1800"/>
              </a:spcAft>
              <a:buClr>
                <a:schemeClr val="tx1"/>
              </a:buClr>
              <a:buFont typeface="Wingdings" panose="05000000000000000000" pitchFamily="2" charset="2"/>
              <a:buChar char="§"/>
            </a:pPr>
            <a:endParaRPr lang="cs-CZ" sz="2400" noProof="0" dirty="0">
              <a:latin typeface="+mj-lt"/>
            </a:endParaRPr>
          </a:p>
        </p:txBody>
      </p:sp>
      <p:sp>
        <p:nvSpPr>
          <p:cNvPr id="4" name="TextovéPole 3">
            <a:extLst>
              <a:ext uri="{FF2B5EF4-FFF2-40B4-BE49-F238E27FC236}">
                <a16:creationId xmlns:a16="http://schemas.microsoft.com/office/drawing/2014/main" id="{F3EDDA89-39B0-8943-619A-0C70CFAADB44}"/>
              </a:ext>
            </a:extLst>
          </p:cNvPr>
          <p:cNvSpPr txBox="1"/>
          <p:nvPr/>
        </p:nvSpPr>
        <p:spPr>
          <a:xfrm>
            <a:off x="11738114" y="82412"/>
            <a:ext cx="314510" cy="369332"/>
          </a:xfrm>
          <a:prstGeom prst="rect">
            <a:avLst/>
          </a:prstGeom>
          <a:noFill/>
        </p:spPr>
        <p:txBody>
          <a:bodyPr wrap="square" rtlCol="0">
            <a:spAutoFit/>
          </a:bodyPr>
          <a:lstStyle/>
          <a:p>
            <a:r>
              <a:rPr lang="cs-CZ" noProof="0" dirty="0">
                <a:latin typeface="Bahnschrift" panose="020B0502040204020203" pitchFamily="34" charset="0"/>
              </a:rPr>
              <a:t>1</a:t>
            </a:r>
          </a:p>
        </p:txBody>
      </p:sp>
    </p:spTree>
    <p:extLst>
      <p:ext uri="{BB962C8B-B14F-4D97-AF65-F5344CB8AC3E}">
        <p14:creationId xmlns:p14="http://schemas.microsoft.com/office/powerpoint/2010/main" val="2122687374"/>
      </p:ext>
    </p:extLst>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CF4AE-1291-056E-7B9E-DB6785040E1F}"/>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15C4ECFA-759C-9769-2677-D674FA04D2CE}"/>
              </a:ext>
            </a:extLst>
          </p:cNvPr>
          <p:cNvSpPr>
            <a:spLocks noGrp="1"/>
          </p:cNvSpPr>
          <p:nvPr>
            <p:ph type="title"/>
          </p:nvPr>
        </p:nvSpPr>
        <p:spPr>
          <a:xfrm>
            <a:off x="838200" y="365125"/>
            <a:ext cx="8091115" cy="918958"/>
          </a:xfrm>
        </p:spPr>
        <p:txBody>
          <a:bodyPr>
            <a:normAutofit/>
          </a:bodyPr>
          <a:lstStyle/>
          <a:p>
            <a:r>
              <a:rPr lang="cs-CZ" b="1" dirty="0">
                <a:latin typeface="Bahnschrift" panose="020B0502040204020203" pitchFamily="34" charset="0"/>
              </a:rPr>
              <a:t>JAK FUNGUJE MODULACE</a:t>
            </a:r>
            <a:endParaRPr lang="cs-CZ" b="1" noProof="0" dirty="0">
              <a:latin typeface="Bahnschrift" panose="020B0502040204020203" pitchFamily="34" charset="0"/>
            </a:endParaRPr>
          </a:p>
        </p:txBody>
      </p:sp>
      <p:sp>
        <p:nvSpPr>
          <p:cNvPr id="3" name="Zástupný obsah 2">
            <a:extLst>
              <a:ext uri="{FF2B5EF4-FFF2-40B4-BE49-F238E27FC236}">
                <a16:creationId xmlns:a16="http://schemas.microsoft.com/office/drawing/2014/main" id="{C3708CDB-68CF-757B-E97F-88851C6EE5B3}"/>
              </a:ext>
            </a:extLst>
          </p:cNvPr>
          <p:cNvSpPr>
            <a:spLocks noGrp="1"/>
          </p:cNvSpPr>
          <p:nvPr>
            <p:ph idx="1"/>
          </p:nvPr>
        </p:nvSpPr>
        <p:spPr>
          <a:xfrm>
            <a:off x="838200" y="1319811"/>
            <a:ext cx="10515600" cy="4351338"/>
          </a:xfrm>
        </p:spPr>
        <p:txBody>
          <a:bodyPr vert="horz" lIns="91440" tIns="45720" rIns="91440" bIns="45720" rtlCol="0" anchor="t">
            <a:normAutofit/>
          </a:bodyPr>
          <a:lstStyle/>
          <a:p>
            <a:pPr>
              <a:spcAft>
                <a:spcPts val="1800"/>
              </a:spcAft>
              <a:buFont typeface="Wingdings" panose="05000000000000000000" pitchFamily="2" charset="2"/>
              <a:buChar char="§"/>
            </a:pPr>
            <a:r>
              <a:rPr lang="cs-CZ" sz="2400" dirty="0">
                <a:latin typeface="Bahnschrift Light" panose="020B0502040204020203" pitchFamily="34" charset="0"/>
              </a:rPr>
              <a:t>Základní pásmo, nízkofrekvenční signál (informace kterou chceme poslat) “zakódujeme“ do vysokofrekvenční nosné vlny</a:t>
            </a:r>
          </a:p>
          <a:p>
            <a:pPr>
              <a:spcAft>
                <a:spcPts val="1800"/>
              </a:spcAft>
              <a:buFont typeface="Wingdings" panose="05000000000000000000" pitchFamily="2" charset="2"/>
              <a:buChar char="§"/>
            </a:pPr>
            <a:r>
              <a:rPr lang="cs-CZ" sz="2400" noProof="0" dirty="0">
                <a:latin typeface="Bahnschrift Light" panose="020B0502040204020203" pitchFamily="34" charset="0"/>
              </a:rPr>
              <a:t>Modulace změní jeden z parametrů nosné vlny tak, aby odpovídal informací v základním pásmu</a:t>
            </a:r>
          </a:p>
          <a:p>
            <a:pPr>
              <a:spcAft>
                <a:spcPts val="1800"/>
              </a:spcAft>
              <a:buFont typeface="Wingdings" panose="05000000000000000000" pitchFamily="2" charset="2"/>
              <a:buChar char="§"/>
            </a:pPr>
            <a:r>
              <a:rPr lang="cs-CZ" sz="2400" noProof="0" dirty="0">
                <a:latin typeface="Bahnschrift Light" panose="020B0502040204020203" pitchFamily="34" charset="0"/>
              </a:rPr>
              <a:t>Existují různé typy modulace: </a:t>
            </a:r>
            <a:r>
              <a:rPr lang="cs-CZ" sz="2400" b="1" noProof="0" dirty="0">
                <a:latin typeface="+mj-lt"/>
              </a:rPr>
              <a:t>digitální</a:t>
            </a:r>
            <a:r>
              <a:rPr lang="cs-CZ" sz="2400" noProof="0" dirty="0">
                <a:latin typeface="Bahnschrift Light" panose="020B0502040204020203" pitchFamily="34" charset="0"/>
              </a:rPr>
              <a:t>, </a:t>
            </a:r>
            <a:r>
              <a:rPr lang="cs-CZ" sz="2400" b="1" noProof="0" dirty="0">
                <a:latin typeface="+mj-lt"/>
              </a:rPr>
              <a:t>analogové</a:t>
            </a:r>
            <a:r>
              <a:rPr lang="cs-CZ" sz="2400" noProof="0" dirty="0">
                <a:latin typeface="Bahnschrift Light" panose="020B0502040204020203" pitchFamily="34" charset="0"/>
              </a:rPr>
              <a:t>, </a:t>
            </a:r>
            <a:r>
              <a:rPr lang="cs-CZ" sz="2400" b="1" noProof="0" dirty="0">
                <a:latin typeface="+mj-lt"/>
              </a:rPr>
              <a:t>pulzní</a:t>
            </a:r>
            <a:r>
              <a:rPr lang="cs-CZ" sz="2400" noProof="0" dirty="0">
                <a:latin typeface="Bahnschrift Light" panose="020B0502040204020203" pitchFamily="34" charset="0"/>
              </a:rPr>
              <a:t>, a další</a:t>
            </a:r>
            <a:endParaRPr lang="cs-CZ" sz="2400" b="1" noProof="0" dirty="0">
              <a:latin typeface="+mj-lt"/>
            </a:endParaRPr>
          </a:p>
        </p:txBody>
      </p:sp>
      <p:sp>
        <p:nvSpPr>
          <p:cNvPr id="4" name="TextovéPole 3">
            <a:extLst>
              <a:ext uri="{FF2B5EF4-FFF2-40B4-BE49-F238E27FC236}">
                <a16:creationId xmlns:a16="http://schemas.microsoft.com/office/drawing/2014/main" id="{A29DD095-3713-9E22-0490-4738BD243DBF}"/>
              </a:ext>
            </a:extLst>
          </p:cNvPr>
          <p:cNvSpPr txBox="1"/>
          <p:nvPr/>
        </p:nvSpPr>
        <p:spPr>
          <a:xfrm>
            <a:off x="11738114" y="82412"/>
            <a:ext cx="314510" cy="369332"/>
          </a:xfrm>
          <a:prstGeom prst="rect">
            <a:avLst/>
          </a:prstGeom>
          <a:noFill/>
        </p:spPr>
        <p:txBody>
          <a:bodyPr wrap="square" rtlCol="0">
            <a:spAutoFit/>
          </a:bodyPr>
          <a:lstStyle/>
          <a:p>
            <a:r>
              <a:rPr lang="cs-CZ" dirty="0">
                <a:latin typeface="Bahnschrift" panose="020B0502040204020203" pitchFamily="34" charset="0"/>
              </a:rPr>
              <a:t>2</a:t>
            </a:r>
            <a:endParaRPr lang="cs-CZ" noProof="0" dirty="0">
              <a:latin typeface="Bahnschrift" panose="020B0502040204020203" pitchFamily="34" charset="0"/>
            </a:endParaRPr>
          </a:p>
        </p:txBody>
      </p:sp>
      <p:pic>
        <p:nvPicPr>
          <p:cNvPr id="16" name="Picture 15" descr="Diagram of a diagram of a radio signal&#10;&#10;AI-generated content may be incorrect.">
            <a:extLst>
              <a:ext uri="{FF2B5EF4-FFF2-40B4-BE49-F238E27FC236}">
                <a16:creationId xmlns:a16="http://schemas.microsoft.com/office/drawing/2014/main" id="{B4ACA15A-6E56-76C2-57FC-185DCA275A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8647" y="4183342"/>
            <a:ext cx="4733345" cy="2142556"/>
          </a:xfrm>
          <a:prstGeom prst="rect">
            <a:avLst/>
          </a:prstGeom>
        </p:spPr>
      </p:pic>
    </p:spTree>
    <p:extLst>
      <p:ext uri="{BB962C8B-B14F-4D97-AF65-F5344CB8AC3E}">
        <p14:creationId xmlns:p14="http://schemas.microsoft.com/office/powerpoint/2010/main" val="568950540"/>
      </p:ext>
    </p:extLst>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22E0A-6EC1-650E-4017-080317AC6377}"/>
              </a:ext>
            </a:extLst>
          </p:cNvPr>
          <p:cNvSpPr>
            <a:spLocks noGrp="1"/>
          </p:cNvSpPr>
          <p:nvPr>
            <p:ph type="title"/>
          </p:nvPr>
        </p:nvSpPr>
        <p:spPr/>
        <p:txBody>
          <a:bodyPr/>
          <a:lstStyle/>
          <a:p>
            <a:r>
              <a:rPr lang="cs-CZ" b="1" noProof="0" dirty="0"/>
              <a:t>DŮVODY MODULACE</a:t>
            </a:r>
          </a:p>
        </p:txBody>
      </p:sp>
      <p:sp>
        <p:nvSpPr>
          <p:cNvPr id="3" name="Content Placeholder 2">
            <a:extLst>
              <a:ext uri="{FF2B5EF4-FFF2-40B4-BE49-F238E27FC236}">
                <a16:creationId xmlns:a16="http://schemas.microsoft.com/office/drawing/2014/main" id="{504AFA23-AE94-A0AB-E229-FBC1D541C726}"/>
              </a:ext>
            </a:extLst>
          </p:cNvPr>
          <p:cNvSpPr>
            <a:spLocks noGrp="1"/>
          </p:cNvSpPr>
          <p:nvPr>
            <p:ph idx="1"/>
          </p:nvPr>
        </p:nvSpPr>
        <p:spPr>
          <a:xfrm>
            <a:off x="838200" y="1507572"/>
            <a:ext cx="10515600" cy="4917082"/>
          </a:xfrm>
        </p:spPr>
        <p:txBody>
          <a:bodyPr>
            <a:normAutofit/>
          </a:bodyPr>
          <a:lstStyle/>
          <a:p>
            <a:pPr>
              <a:spcAft>
                <a:spcPts val="1800"/>
              </a:spcAft>
              <a:buFont typeface="Wingdings" panose="05000000000000000000" pitchFamily="2" charset="2"/>
              <a:buChar char="§"/>
            </a:pPr>
            <a:r>
              <a:rPr lang="cs-CZ" sz="2000" dirty="0">
                <a:latin typeface="Bahnschrift Light" panose="020B0502040204020203" pitchFamily="34" charset="0"/>
              </a:rPr>
              <a:t>Efektivní</a:t>
            </a:r>
            <a:r>
              <a:rPr lang="cs-CZ" sz="2000" noProof="0" dirty="0">
                <a:latin typeface="Bahnschrift Light" panose="020B0502040204020203" pitchFamily="34" charset="0"/>
              </a:rPr>
              <a:t> přenos informaci přes vetší vzdáleností</a:t>
            </a:r>
          </a:p>
          <a:p>
            <a:pPr>
              <a:spcAft>
                <a:spcPts val="1800"/>
              </a:spcAft>
              <a:buFont typeface="Wingdings" panose="05000000000000000000" pitchFamily="2" charset="2"/>
              <a:buChar char="§"/>
            </a:pPr>
            <a:r>
              <a:rPr lang="cs-CZ" sz="2000" noProof="0" dirty="0">
                <a:latin typeface="Bahnschrift Light" panose="020B0502040204020203" pitchFamily="34" charset="0"/>
              </a:rPr>
              <a:t>Přenos přes různá media, např. vzduch, vodiče, optika atd</a:t>
            </a:r>
          </a:p>
          <a:p>
            <a:pPr marL="0" indent="0">
              <a:spcAft>
                <a:spcPts val="1800"/>
              </a:spcAft>
              <a:buNone/>
            </a:pPr>
            <a:r>
              <a:rPr lang="cs-CZ" sz="2000" b="1" noProof="0" dirty="0">
                <a:latin typeface="+mj-lt"/>
              </a:rPr>
              <a:t>BEZ MODULACE:</a:t>
            </a:r>
          </a:p>
          <a:p>
            <a:pPr>
              <a:spcAft>
                <a:spcPts val="1800"/>
              </a:spcAft>
              <a:buFont typeface="Wingdings" panose="05000000000000000000" pitchFamily="2" charset="2"/>
              <a:buChar char="§"/>
            </a:pPr>
            <a:r>
              <a:rPr lang="cs-CZ" sz="2000" dirty="0">
                <a:latin typeface="Bahnschrift Light" panose="020B0502040204020203" pitchFamily="34" charset="0"/>
              </a:rPr>
              <a:t>Požadavky na velké antény, optimální rozměr pro monopolní </a:t>
            </a:r>
            <a:r>
              <a:rPr lang="cs-CZ" sz="2000" dirty="0" err="1">
                <a:latin typeface="Bahnschrift Light" panose="020B0502040204020203" pitchFamily="34" charset="0"/>
              </a:rPr>
              <a:t>anteny</a:t>
            </a:r>
            <a:r>
              <a:rPr lang="cs-CZ" sz="2000" dirty="0">
                <a:latin typeface="Bahnschrift Light" panose="020B0502040204020203" pitchFamily="34" charset="0"/>
              </a:rPr>
              <a:t>= ¼ vlnové dekly </a:t>
            </a:r>
            <a:br>
              <a:rPr lang="cs-CZ" sz="2000" dirty="0">
                <a:latin typeface="Bahnschrift Light" panose="020B0502040204020203" pitchFamily="34" charset="0"/>
              </a:rPr>
            </a:br>
            <a:r>
              <a:rPr lang="cs-CZ" sz="2000" dirty="0">
                <a:latin typeface="Bahnschrift Light" panose="020B0502040204020203" pitchFamily="34" charset="0"/>
              </a:rPr>
              <a:t>( </a:t>
            </a:r>
            <a:r>
              <a:rPr lang="el-GR" sz="2000" b="1" dirty="0">
                <a:latin typeface="+mj-lt"/>
              </a:rPr>
              <a:t>λ=</a:t>
            </a:r>
            <a:r>
              <a:rPr lang="cs-CZ" sz="2000" b="1" dirty="0">
                <a:latin typeface="+mj-lt"/>
              </a:rPr>
              <a:t>v/f </a:t>
            </a:r>
            <a:r>
              <a:rPr lang="cs-CZ" sz="2000" dirty="0">
                <a:latin typeface="Bahnschrift Light" panose="020B0502040204020203" pitchFamily="34" charset="0"/>
              </a:rPr>
              <a:t>)</a:t>
            </a:r>
            <a:endParaRPr lang="cs-CZ" sz="2000" b="1" dirty="0">
              <a:latin typeface="+mj-lt"/>
            </a:endParaRPr>
          </a:p>
          <a:p>
            <a:pPr>
              <a:spcAft>
                <a:spcPts val="1800"/>
              </a:spcAft>
              <a:buFont typeface="Wingdings" panose="05000000000000000000" pitchFamily="2" charset="2"/>
              <a:buChar char="§"/>
            </a:pPr>
            <a:r>
              <a:rPr lang="cs-CZ" sz="2000" noProof="0" dirty="0">
                <a:latin typeface="Bahnschrift Light" panose="020B0502040204020203" pitchFamily="34" charset="0"/>
              </a:rPr>
              <a:t>Nízké </a:t>
            </a:r>
            <a:r>
              <a:rPr lang="cs-CZ" sz="2000" dirty="0">
                <a:latin typeface="Bahnschrift Light" panose="020B0502040204020203" pitchFamily="34" charset="0"/>
              </a:rPr>
              <a:t>frekvence jsou náchylní na atmosférické rušení</a:t>
            </a:r>
          </a:p>
          <a:p>
            <a:pPr>
              <a:spcAft>
                <a:spcPts val="1800"/>
              </a:spcAft>
              <a:buFont typeface="Wingdings" panose="05000000000000000000" pitchFamily="2" charset="2"/>
              <a:buChar char="§"/>
            </a:pPr>
            <a:r>
              <a:rPr lang="cs-CZ" sz="2000" dirty="0">
                <a:latin typeface="Bahnschrift Light" panose="020B0502040204020203" pitchFamily="34" charset="0"/>
              </a:rPr>
              <a:t>Menší šířka pásma = menší datová kapacita</a:t>
            </a:r>
          </a:p>
          <a:p>
            <a:pPr>
              <a:spcAft>
                <a:spcPts val="1800"/>
              </a:spcAft>
              <a:buFont typeface="Wingdings" panose="05000000000000000000" pitchFamily="2" charset="2"/>
              <a:buChar char="§"/>
            </a:pPr>
            <a:r>
              <a:rPr lang="cs-CZ" sz="2000" noProof="0" dirty="0">
                <a:latin typeface="Bahnschrift Light" panose="020B0502040204020203" pitchFamily="34" charset="0"/>
              </a:rPr>
              <a:t>Frekvence pod 30MHz nejsou schopný penetrovat ionosféru země = vesmírní komunikace je neuskutečnitelná</a:t>
            </a:r>
          </a:p>
        </p:txBody>
      </p:sp>
      <p:sp>
        <p:nvSpPr>
          <p:cNvPr id="4" name="TextovéPole 3">
            <a:extLst>
              <a:ext uri="{FF2B5EF4-FFF2-40B4-BE49-F238E27FC236}">
                <a16:creationId xmlns:a16="http://schemas.microsoft.com/office/drawing/2014/main" id="{4280D391-4316-DEC3-05BC-CF82EE59BED5}"/>
              </a:ext>
            </a:extLst>
          </p:cNvPr>
          <p:cNvSpPr txBox="1"/>
          <p:nvPr/>
        </p:nvSpPr>
        <p:spPr>
          <a:xfrm>
            <a:off x="11738114" y="82412"/>
            <a:ext cx="314510" cy="369332"/>
          </a:xfrm>
          <a:prstGeom prst="rect">
            <a:avLst/>
          </a:prstGeom>
          <a:noFill/>
        </p:spPr>
        <p:txBody>
          <a:bodyPr wrap="square" rtlCol="0">
            <a:spAutoFit/>
          </a:bodyPr>
          <a:lstStyle/>
          <a:p>
            <a:r>
              <a:rPr lang="cs-CZ" dirty="0">
                <a:latin typeface="Bahnschrift" panose="020B0502040204020203" pitchFamily="34" charset="0"/>
              </a:rPr>
              <a:t>3</a:t>
            </a:r>
            <a:endParaRPr lang="cs-CZ" noProof="0" dirty="0">
              <a:latin typeface="Bahnschrift" panose="020B0502040204020203" pitchFamily="34" charset="0"/>
            </a:endParaRPr>
          </a:p>
        </p:txBody>
      </p:sp>
    </p:spTree>
    <p:extLst>
      <p:ext uri="{BB962C8B-B14F-4D97-AF65-F5344CB8AC3E}">
        <p14:creationId xmlns:p14="http://schemas.microsoft.com/office/powerpoint/2010/main" val="2447340170"/>
      </p:ext>
    </p:extLst>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D5C0E-A70C-DA85-8FD9-75CB86F35C15}"/>
              </a:ext>
            </a:extLst>
          </p:cNvPr>
          <p:cNvSpPr>
            <a:spLocks noGrp="1"/>
          </p:cNvSpPr>
          <p:nvPr>
            <p:ph type="title"/>
          </p:nvPr>
        </p:nvSpPr>
        <p:spPr>
          <a:xfrm>
            <a:off x="389615" y="365125"/>
            <a:ext cx="10515600" cy="1325563"/>
          </a:xfrm>
        </p:spPr>
        <p:txBody>
          <a:bodyPr/>
          <a:lstStyle/>
          <a:p>
            <a:r>
              <a:rPr lang="cs-CZ" b="1" dirty="0"/>
              <a:t>TYPY MODULACE - ANALOG</a:t>
            </a:r>
            <a:endParaRPr lang="cs-CZ" b="1" noProof="0" dirty="0"/>
          </a:p>
        </p:txBody>
      </p:sp>
      <p:sp>
        <p:nvSpPr>
          <p:cNvPr id="3" name="Content Placeholder 2">
            <a:extLst>
              <a:ext uri="{FF2B5EF4-FFF2-40B4-BE49-F238E27FC236}">
                <a16:creationId xmlns:a16="http://schemas.microsoft.com/office/drawing/2014/main" id="{CA680127-2B4F-BE5E-FFB7-CD0E6DE5EDC4}"/>
              </a:ext>
            </a:extLst>
          </p:cNvPr>
          <p:cNvSpPr>
            <a:spLocks noGrp="1"/>
          </p:cNvSpPr>
          <p:nvPr>
            <p:ph idx="1"/>
          </p:nvPr>
        </p:nvSpPr>
        <p:spPr>
          <a:xfrm>
            <a:off x="389615" y="1690688"/>
            <a:ext cx="11290851" cy="4351338"/>
          </a:xfrm>
        </p:spPr>
        <p:txBody>
          <a:bodyPr>
            <a:normAutofit/>
          </a:bodyPr>
          <a:lstStyle/>
          <a:p>
            <a:pPr>
              <a:lnSpc>
                <a:spcPct val="100000"/>
              </a:lnSpc>
              <a:spcAft>
                <a:spcPts val="1200"/>
              </a:spcAft>
              <a:buFont typeface="Wingdings" panose="05000000000000000000" pitchFamily="2" charset="2"/>
              <a:buChar char="§"/>
            </a:pPr>
            <a:r>
              <a:rPr lang="cs-CZ" sz="2400" b="1" noProof="0" dirty="0">
                <a:latin typeface="+mj-lt"/>
              </a:rPr>
              <a:t>AM</a:t>
            </a:r>
            <a:r>
              <a:rPr lang="cs-CZ" sz="2400" noProof="0" dirty="0">
                <a:latin typeface="Bahnschrift Light" panose="020B0502040204020203" pitchFamily="34" charset="0"/>
              </a:rPr>
              <a:t> (</a:t>
            </a:r>
            <a:r>
              <a:rPr lang="cs-CZ" sz="2400" b="1" noProof="0" dirty="0" err="1">
                <a:latin typeface="+mj-lt"/>
              </a:rPr>
              <a:t>Amplitude</a:t>
            </a:r>
            <a:r>
              <a:rPr lang="cs-CZ" sz="2400" b="1" noProof="0" dirty="0">
                <a:latin typeface="+mj-lt"/>
              </a:rPr>
              <a:t> modulation</a:t>
            </a:r>
            <a:r>
              <a:rPr lang="cs-CZ" sz="2400" noProof="0" dirty="0">
                <a:latin typeface="Bahnschrift Light" panose="020B0502040204020203" pitchFamily="34" charset="0"/>
              </a:rPr>
              <a:t>) - Amplituda nosné vlny se mění podle analogového signálu v základním pásmu</a:t>
            </a:r>
            <a:br>
              <a:rPr lang="cs-CZ" sz="2400" noProof="0" dirty="0">
                <a:latin typeface="Bahnschrift Light" panose="020B0502040204020203" pitchFamily="34" charset="0"/>
              </a:rPr>
            </a:br>
            <a:r>
              <a:rPr lang="cs-CZ" sz="2400" noProof="0" dirty="0">
                <a:latin typeface="Bahnschrift Light" panose="020B0502040204020203" pitchFamily="34" charset="0"/>
              </a:rPr>
              <a:t>V</a:t>
            </a:r>
            <a:r>
              <a:rPr lang="cs-CZ" sz="2400" dirty="0" err="1">
                <a:latin typeface="Bahnschrift Light" panose="020B0502040204020203" pitchFamily="34" charset="0"/>
              </a:rPr>
              <a:t>yužití</a:t>
            </a:r>
            <a:r>
              <a:rPr lang="cs-CZ" sz="2400" noProof="0" dirty="0">
                <a:latin typeface="Bahnschrift Light" panose="020B0502040204020203" pitchFamily="34" charset="0"/>
              </a:rPr>
              <a:t>: AM rádio vysílání, letecká komunikace</a:t>
            </a:r>
          </a:p>
          <a:p>
            <a:pPr>
              <a:lnSpc>
                <a:spcPct val="100000"/>
              </a:lnSpc>
              <a:spcAft>
                <a:spcPts val="1200"/>
              </a:spcAft>
              <a:buFont typeface="Wingdings" panose="05000000000000000000" pitchFamily="2" charset="2"/>
              <a:buChar char="§"/>
            </a:pPr>
            <a:r>
              <a:rPr lang="cs-CZ" sz="2400" b="1" dirty="0">
                <a:latin typeface="+mj-lt"/>
              </a:rPr>
              <a:t>FM</a:t>
            </a:r>
            <a:r>
              <a:rPr lang="cs-CZ" sz="2400" dirty="0">
                <a:latin typeface="Bahnschrift Light" panose="020B0502040204020203" pitchFamily="34" charset="0"/>
              </a:rPr>
              <a:t> (</a:t>
            </a:r>
            <a:r>
              <a:rPr lang="cs-CZ" sz="2400" b="1" dirty="0" err="1">
                <a:latin typeface="+mj-lt"/>
              </a:rPr>
              <a:t>Frequency</a:t>
            </a:r>
            <a:r>
              <a:rPr lang="cs-CZ" sz="2400" b="1" dirty="0">
                <a:latin typeface="+mj-lt"/>
              </a:rPr>
              <a:t> modulation</a:t>
            </a:r>
            <a:r>
              <a:rPr lang="cs-CZ" sz="2400" dirty="0">
                <a:latin typeface="Bahnschrift Light" panose="020B0502040204020203" pitchFamily="34" charset="0"/>
              </a:rPr>
              <a:t>) - Frekvence nosné vlny se mění podle analogového signálu v základním pásmu</a:t>
            </a:r>
            <a:br>
              <a:rPr lang="cs-CZ" sz="2400" dirty="0">
                <a:latin typeface="Bahnschrift Light" panose="020B0502040204020203" pitchFamily="34" charset="0"/>
              </a:rPr>
            </a:br>
            <a:r>
              <a:rPr lang="cs-CZ" sz="2400" dirty="0">
                <a:latin typeface="Bahnschrift Light" panose="020B0502040204020203" pitchFamily="34" charset="0"/>
              </a:rPr>
              <a:t>Využití: FM rádio vysílání, vysílačky</a:t>
            </a:r>
          </a:p>
          <a:p>
            <a:pPr>
              <a:lnSpc>
                <a:spcPct val="100000"/>
              </a:lnSpc>
              <a:spcAft>
                <a:spcPts val="1200"/>
              </a:spcAft>
              <a:buFont typeface="Wingdings" panose="05000000000000000000" pitchFamily="2" charset="2"/>
              <a:buChar char="§"/>
            </a:pPr>
            <a:r>
              <a:rPr lang="cs-CZ" sz="2400" dirty="0">
                <a:latin typeface="Bahnschrift Light" panose="020B0502040204020203" pitchFamily="34" charset="0"/>
              </a:rPr>
              <a:t> </a:t>
            </a:r>
            <a:r>
              <a:rPr lang="cs-CZ" sz="2400" b="1" dirty="0">
                <a:latin typeface="+mj-lt"/>
              </a:rPr>
              <a:t>PM</a:t>
            </a:r>
            <a:r>
              <a:rPr lang="cs-CZ" sz="2400" dirty="0">
                <a:latin typeface="Bahnschrift Light" panose="020B0502040204020203" pitchFamily="34" charset="0"/>
              </a:rPr>
              <a:t> (</a:t>
            </a:r>
            <a:r>
              <a:rPr lang="cs-CZ" sz="2400" b="1" dirty="0" err="1">
                <a:latin typeface="+mj-lt"/>
              </a:rPr>
              <a:t>Phase</a:t>
            </a:r>
            <a:r>
              <a:rPr lang="cs-CZ" sz="2400" b="1" dirty="0"/>
              <a:t> </a:t>
            </a:r>
            <a:r>
              <a:rPr lang="cs-CZ" sz="2400" b="1" dirty="0">
                <a:latin typeface="+mj-lt"/>
              </a:rPr>
              <a:t>modulation</a:t>
            </a:r>
            <a:r>
              <a:rPr lang="cs-CZ" sz="2400" dirty="0">
                <a:latin typeface="Bahnschrift Light" panose="020B0502040204020203" pitchFamily="34" charset="0"/>
              </a:rPr>
              <a:t>) - Fáze nosné vlny se mění podle analogového signálu v základním pásmu</a:t>
            </a:r>
            <a:br>
              <a:rPr lang="cs-CZ" sz="2400" dirty="0">
                <a:latin typeface="Bahnschrift Light" panose="020B0502040204020203" pitchFamily="34" charset="0"/>
              </a:rPr>
            </a:br>
            <a:r>
              <a:rPr lang="cs-CZ" sz="2400" dirty="0">
                <a:latin typeface="Bahnschrift Light" panose="020B0502040204020203" pitchFamily="34" charset="0"/>
              </a:rPr>
              <a:t>Využití: součást QAM, PSK, některé satelitní spoje</a:t>
            </a:r>
            <a:endParaRPr lang="cs-CZ" sz="2400" noProof="0" dirty="0">
              <a:latin typeface="Bahnschrift Light" panose="020B0502040204020203" pitchFamily="34" charset="0"/>
            </a:endParaRPr>
          </a:p>
          <a:p>
            <a:pPr>
              <a:spcAft>
                <a:spcPts val="1200"/>
              </a:spcAft>
              <a:buFont typeface="Wingdings" panose="05000000000000000000" pitchFamily="2" charset="2"/>
              <a:buChar char="§"/>
            </a:pPr>
            <a:endParaRPr lang="cs-CZ" noProof="0" dirty="0">
              <a:latin typeface="Bahnschrift Light" panose="020B0502040204020203" pitchFamily="34" charset="0"/>
            </a:endParaRPr>
          </a:p>
        </p:txBody>
      </p:sp>
      <p:sp>
        <p:nvSpPr>
          <p:cNvPr id="4" name="TextovéPole 3">
            <a:extLst>
              <a:ext uri="{FF2B5EF4-FFF2-40B4-BE49-F238E27FC236}">
                <a16:creationId xmlns:a16="http://schemas.microsoft.com/office/drawing/2014/main" id="{43B3F53F-9D68-1DE6-E5E5-4F83D14794A4}"/>
              </a:ext>
            </a:extLst>
          </p:cNvPr>
          <p:cNvSpPr txBox="1"/>
          <p:nvPr/>
        </p:nvSpPr>
        <p:spPr>
          <a:xfrm>
            <a:off x="11738114" y="82412"/>
            <a:ext cx="314510" cy="369332"/>
          </a:xfrm>
          <a:prstGeom prst="rect">
            <a:avLst/>
          </a:prstGeom>
          <a:noFill/>
        </p:spPr>
        <p:txBody>
          <a:bodyPr wrap="square" rtlCol="0">
            <a:spAutoFit/>
          </a:bodyPr>
          <a:lstStyle/>
          <a:p>
            <a:r>
              <a:rPr lang="cs-CZ" dirty="0">
                <a:latin typeface="Bahnschrift" panose="020B0502040204020203" pitchFamily="34" charset="0"/>
              </a:rPr>
              <a:t>4</a:t>
            </a:r>
            <a:endParaRPr lang="cs-CZ" noProof="0" dirty="0">
              <a:latin typeface="Bahnschrift" panose="020B0502040204020203" pitchFamily="34" charset="0"/>
            </a:endParaRPr>
          </a:p>
        </p:txBody>
      </p:sp>
    </p:spTree>
    <p:extLst>
      <p:ext uri="{BB962C8B-B14F-4D97-AF65-F5344CB8AC3E}">
        <p14:creationId xmlns:p14="http://schemas.microsoft.com/office/powerpoint/2010/main" val="3763556528"/>
      </p:ext>
    </p:extLst>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45ABA-E521-507B-D9DF-5504A4A06209}"/>
              </a:ext>
            </a:extLst>
          </p:cNvPr>
          <p:cNvSpPr>
            <a:spLocks noGrp="1"/>
          </p:cNvSpPr>
          <p:nvPr>
            <p:ph type="title"/>
          </p:nvPr>
        </p:nvSpPr>
        <p:spPr/>
        <p:txBody>
          <a:bodyPr/>
          <a:lstStyle/>
          <a:p>
            <a:r>
              <a:rPr lang="cs-CZ" b="1" noProof="0" dirty="0"/>
              <a:t>TYPY MODULACE – ANALOG</a:t>
            </a:r>
          </a:p>
        </p:txBody>
      </p:sp>
      <p:sp>
        <p:nvSpPr>
          <p:cNvPr id="4" name="TextovéPole 3">
            <a:extLst>
              <a:ext uri="{FF2B5EF4-FFF2-40B4-BE49-F238E27FC236}">
                <a16:creationId xmlns:a16="http://schemas.microsoft.com/office/drawing/2014/main" id="{EB0FF191-B821-2869-E7DB-88147559A789}"/>
              </a:ext>
            </a:extLst>
          </p:cNvPr>
          <p:cNvSpPr txBox="1"/>
          <p:nvPr/>
        </p:nvSpPr>
        <p:spPr>
          <a:xfrm>
            <a:off x="11738114" y="82412"/>
            <a:ext cx="314510" cy="369332"/>
          </a:xfrm>
          <a:prstGeom prst="rect">
            <a:avLst/>
          </a:prstGeom>
          <a:noFill/>
        </p:spPr>
        <p:txBody>
          <a:bodyPr wrap="square" rtlCol="0">
            <a:spAutoFit/>
          </a:bodyPr>
          <a:lstStyle/>
          <a:p>
            <a:r>
              <a:rPr lang="cs-CZ" noProof="0" dirty="0">
                <a:latin typeface="Bahnschrift" panose="020B0502040204020203" pitchFamily="34" charset="0"/>
              </a:rPr>
              <a:t>5</a:t>
            </a:r>
          </a:p>
        </p:txBody>
      </p:sp>
      <p:pic>
        <p:nvPicPr>
          <p:cNvPr id="9" name="Picture 8">
            <a:extLst>
              <a:ext uri="{FF2B5EF4-FFF2-40B4-BE49-F238E27FC236}">
                <a16:creationId xmlns:a16="http://schemas.microsoft.com/office/drawing/2014/main" id="{BC342127-DCC1-BECF-FB57-463C25F927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8030" y="1585851"/>
            <a:ext cx="7437664" cy="5070310"/>
          </a:xfrm>
          <a:prstGeom prst="rect">
            <a:avLst/>
          </a:prstGeom>
        </p:spPr>
      </p:pic>
      <p:sp>
        <p:nvSpPr>
          <p:cNvPr id="10" name="TextBox 9">
            <a:extLst>
              <a:ext uri="{FF2B5EF4-FFF2-40B4-BE49-F238E27FC236}">
                <a16:creationId xmlns:a16="http://schemas.microsoft.com/office/drawing/2014/main" id="{1738954D-545D-142D-F3C9-35B3145CAAD0}"/>
              </a:ext>
            </a:extLst>
          </p:cNvPr>
          <p:cNvSpPr txBox="1"/>
          <p:nvPr/>
        </p:nvSpPr>
        <p:spPr>
          <a:xfrm>
            <a:off x="1213958" y="2083833"/>
            <a:ext cx="2043486" cy="461665"/>
          </a:xfrm>
          <a:prstGeom prst="rect">
            <a:avLst/>
          </a:prstGeom>
          <a:noFill/>
        </p:spPr>
        <p:txBody>
          <a:bodyPr wrap="square" rtlCol="0">
            <a:spAutoFit/>
          </a:bodyPr>
          <a:lstStyle/>
          <a:p>
            <a:r>
              <a:rPr lang="cs-CZ" sz="2400" b="1" dirty="0">
                <a:latin typeface="+mj-lt"/>
              </a:rPr>
              <a:t>Nosná vlna -</a:t>
            </a:r>
          </a:p>
        </p:txBody>
      </p:sp>
      <p:sp>
        <p:nvSpPr>
          <p:cNvPr id="11" name="TextBox 10">
            <a:extLst>
              <a:ext uri="{FF2B5EF4-FFF2-40B4-BE49-F238E27FC236}">
                <a16:creationId xmlns:a16="http://schemas.microsoft.com/office/drawing/2014/main" id="{A4F7B6F5-B882-6CCC-8BCB-0B131BF98E93}"/>
              </a:ext>
            </a:extLst>
          </p:cNvPr>
          <p:cNvSpPr txBox="1"/>
          <p:nvPr/>
        </p:nvSpPr>
        <p:spPr>
          <a:xfrm>
            <a:off x="665319" y="3198167"/>
            <a:ext cx="2592125" cy="461665"/>
          </a:xfrm>
          <a:prstGeom prst="rect">
            <a:avLst/>
          </a:prstGeom>
          <a:noFill/>
        </p:spPr>
        <p:txBody>
          <a:bodyPr wrap="square" rtlCol="0">
            <a:spAutoFit/>
          </a:bodyPr>
          <a:lstStyle/>
          <a:p>
            <a:r>
              <a:rPr lang="cs-CZ" sz="2400" b="1" dirty="0">
                <a:latin typeface="+mj-lt"/>
              </a:rPr>
              <a:t>Základní pásmo-</a:t>
            </a:r>
          </a:p>
        </p:txBody>
      </p:sp>
      <p:sp>
        <p:nvSpPr>
          <p:cNvPr id="13" name="TextBox 12">
            <a:extLst>
              <a:ext uri="{FF2B5EF4-FFF2-40B4-BE49-F238E27FC236}">
                <a16:creationId xmlns:a16="http://schemas.microsoft.com/office/drawing/2014/main" id="{973F1D85-52F7-5375-B46F-0A8866C68369}"/>
              </a:ext>
            </a:extLst>
          </p:cNvPr>
          <p:cNvSpPr txBox="1"/>
          <p:nvPr/>
        </p:nvSpPr>
        <p:spPr>
          <a:xfrm>
            <a:off x="872053" y="4503506"/>
            <a:ext cx="2385392" cy="461665"/>
          </a:xfrm>
          <a:prstGeom prst="rect">
            <a:avLst/>
          </a:prstGeom>
          <a:noFill/>
        </p:spPr>
        <p:txBody>
          <a:bodyPr wrap="square" rtlCol="0">
            <a:spAutoFit/>
          </a:bodyPr>
          <a:lstStyle/>
          <a:p>
            <a:r>
              <a:rPr lang="cs-CZ" sz="2400" b="1" dirty="0">
                <a:latin typeface="+mj-lt"/>
              </a:rPr>
              <a:t>AM modulace -</a:t>
            </a:r>
          </a:p>
        </p:txBody>
      </p:sp>
      <p:sp>
        <p:nvSpPr>
          <p:cNvPr id="15" name="TextBox 14">
            <a:extLst>
              <a:ext uri="{FF2B5EF4-FFF2-40B4-BE49-F238E27FC236}">
                <a16:creationId xmlns:a16="http://schemas.microsoft.com/office/drawing/2014/main" id="{7101FA79-CE02-A8B3-FA7C-B5CBBA368EB4}"/>
              </a:ext>
            </a:extLst>
          </p:cNvPr>
          <p:cNvSpPr txBox="1"/>
          <p:nvPr/>
        </p:nvSpPr>
        <p:spPr>
          <a:xfrm>
            <a:off x="905905" y="5808845"/>
            <a:ext cx="2351539" cy="461665"/>
          </a:xfrm>
          <a:prstGeom prst="rect">
            <a:avLst/>
          </a:prstGeom>
          <a:noFill/>
        </p:spPr>
        <p:txBody>
          <a:bodyPr wrap="square" rtlCol="0">
            <a:spAutoFit/>
          </a:bodyPr>
          <a:lstStyle/>
          <a:p>
            <a:r>
              <a:rPr lang="cs-CZ" sz="2400" b="1" dirty="0">
                <a:latin typeface="+mj-lt"/>
              </a:rPr>
              <a:t>FM modulace -</a:t>
            </a:r>
          </a:p>
        </p:txBody>
      </p:sp>
    </p:spTree>
    <p:extLst>
      <p:ext uri="{BB962C8B-B14F-4D97-AF65-F5344CB8AC3E}">
        <p14:creationId xmlns:p14="http://schemas.microsoft.com/office/powerpoint/2010/main" val="663384148"/>
      </p:ext>
    </p:extLst>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2CD74-D95A-D1C4-0B4E-A1C3579A6D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28A7B9-7B0A-D8AF-C4FB-7CC3FC9960AC}"/>
              </a:ext>
            </a:extLst>
          </p:cNvPr>
          <p:cNvSpPr>
            <a:spLocks noGrp="1"/>
          </p:cNvSpPr>
          <p:nvPr>
            <p:ph type="title"/>
          </p:nvPr>
        </p:nvSpPr>
        <p:spPr>
          <a:xfrm>
            <a:off x="389615" y="365125"/>
            <a:ext cx="10515600" cy="1325563"/>
          </a:xfrm>
        </p:spPr>
        <p:txBody>
          <a:bodyPr/>
          <a:lstStyle/>
          <a:p>
            <a:r>
              <a:rPr lang="cs-CZ" b="1" dirty="0"/>
              <a:t>TYPY MODULACE - DIGITAL</a:t>
            </a:r>
            <a:endParaRPr lang="cs-CZ" b="1" noProof="0" dirty="0"/>
          </a:p>
        </p:txBody>
      </p:sp>
      <p:sp>
        <p:nvSpPr>
          <p:cNvPr id="3" name="Content Placeholder 2">
            <a:extLst>
              <a:ext uri="{FF2B5EF4-FFF2-40B4-BE49-F238E27FC236}">
                <a16:creationId xmlns:a16="http://schemas.microsoft.com/office/drawing/2014/main" id="{CB4979C0-61F7-8701-A174-26B61B11B80D}"/>
              </a:ext>
            </a:extLst>
          </p:cNvPr>
          <p:cNvSpPr>
            <a:spLocks noGrp="1"/>
          </p:cNvSpPr>
          <p:nvPr>
            <p:ph idx="1"/>
          </p:nvPr>
        </p:nvSpPr>
        <p:spPr>
          <a:xfrm>
            <a:off x="312751" y="1690688"/>
            <a:ext cx="11489634" cy="4802187"/>
          </a:xfrm>
        </p:spPr>
        <p:txBody>
          <a:bodyPr>
            <a:normAutofit/>
          </a:bodyPr>
          <a:lstStyle/>
          <a:p>
            <a:pPr>
              <a:lnSpc>
                <a:spcPct val="110000"/>
              </a:lnSpc>
              <a:spcAft>
                <a:spcPts val="1200"/>
              </a:spcAft>
              <a:buFont typeface="Wingdings" panose="05000000000000000000" pitchFamily="2" charset="2"/>
              <a:buChar char="§"/>
            </a:pPr>
            <a:r>
              <a:rPr lang="cs-CZ" sz="2000" b="1" noProof="0" dirty="0">
                <a:latin typeface="+mj-lt"/>
              </a:rPr>
              <a:t>ASK</a:t>
            </a:r>
            <a:r>
              <a:rPr lang="cs-CZ" sz="2000" noProof="0" dirty="0">
                <a:latin typeface="Bahnschrift Light" panose="020B0502040204020203" pitchFamily="34" charset="0"/>
              </a:rPr>
              <a:t> (</a:t>
            </a:r>
            <a:r>
              <a:rPr lang="cs-CZ" sz="2000" b="1" noProof="0" dirty="0" err="1">
                <a:latin typeface="+mj-lt"/>
              </a:rPr>
              <a:t>Amplitude</a:t>
            </a:r>
            <a:r>
              <a:rPr lang="cs-CZ" sz="2000" noProof="0" dirty="0">
                <a:latin typeface="Bahnschrift Light" panose="020B0502040204020203" pitchFamily="34" charset="0"/>
              </a:rPr>
              <a:t> </a:t>
            </a:r>
            <a:r>
              <a:rPr lang="cs-CZ" sz="2000" b="1" noProof="0" dirty="0">
                <a:latin typeface="+mj-lt"/>
              </a:rPr>
              <a:t>Shift</a:t>
            </a:r>
            <a:r>
              <a:rPr lang="cs-CZ" sz="2000" noProof="0" dirty="0">
                <a:latin typeface="Bahnschrift Light" panose="020B0502040204020203" pitchFamily="34" charset="0"/>
              </a:rPr>
              <a:t> </a:t>
            </a:r>
            <a:r>
              <a:rPr lang="cs-CZ" sz="2000" b="1" noProof="0" dirty="0" err="1">
                <a:latin typeface="+mj-lt"/>
              </a:rPr>
              <a:t>Keying</a:t>
            </a:r>
            <a:r>
              <a:rPr lang="cs-CZ" sz="2000" noProof="0" dirty="0">
                <a:latin typeface="Bahnschrift Light" panose="020B0502040204020203" pitchFamily="34" charset="0"/>
              </a:rPr>
              <a:t>): Digitální data jsou reprezentována změnou amplitudy nosné vlny. </a:t>
            </a:r>
            <a:br>
              <a:rPr lang="cs-CZ" sz="2000" noProof="0" dirty="0">
                <a:latin typeface="Bahnschrift Light" panose="020B0502040204020203" pitchFamily="34" charset="0"/>
              </a:rPr>
            </a:br>
            <a:r>
              <a:rPr lang="cs-CZ" sz="2000" noProof="0" dirty="0">
                <a:latin typeface="Bahnschrift Light" panose="020B0502040204020203" pitchFamily="34" charset="0"/>
              </a:rPr>
              <a:t>Využití: OOK (forma ASK) se široce používá v optických vláknech, RFID a Jednoduché digitální RF spojení</a:t>
            </a:r>
          </a:p>
          <a:p>
            <a:pPr>
              <a:lnSpc>
                <a:spcPct val="110000"/>
              </a:lnSpc>
              <a:spcAft>
                <a:spcPts val="1200"/>
              </a:spcAft>
              <a:buFont typeface="Wingdings" panose="05000000000000000000" pitchFamily="2" charset="2"/>
              <a:buChar char="§"/>
            </a:pPr>
            <a:r>
              <a:rPr lang="cs-CZ" sz="2000" b="1" dirty="0">
                <a:latin typeface="+mj-lt"/>
              </a:rPr>
              <a:t>FSK</a:t>
            </a:r>
            <a:r>
              <a:rPr lang="cs-CZ" sz="2000" dirty="0">
                <a:latin typeface="Bahnschrift Light" panose="020B0502040204020203" pitchFamily="34" charset="0"/>
              </a:rPr>
              <a:t> (</a:t>
            </a:r>
            <a:r>
              <a:rPr lang="cs-CZ" sz="2000" b="1" dirty="0" err="1">
                <a:latin typeface="+mj-lt"/>
              </a:rPr>
              <a:t>Frequency</a:t>
            </a:r>
            <a:r>
              <a:rPr lang="cs-CZ" sz="2000" b="1" dirty="0"/>
              <a:t> Shift</a:t>
            </a:r>
            <a:r>
              <a:rPr lang="cs-CZ" sz="2000" dirty="0">
                <a:latin typeface="Bahnschrift Light" panose="020B0502040204020203" pitchFamily="34" charset="0"/>
              </a:rPr>
              <a:t> </a:t>
            </a:r>
            <a:r>
              <a:rPr lang="cs-CZ" sz="2000" b="1" dirty="0" err="1"/>
              <a:t>Keying</a:t>
            </a:r>
            <a:r>
              <a:rPr lang="cs-CZ" sz="2000" dirty="0">
                <a:latin typeface="Bahnschrift Light" panose="020B0502040204020203" pitchFamily="34" charset="0"/>
              </a:rPr>
              <a:t>) - Digitální data jsou reprezentována změnou frekvence nosné vlny Využití: Modemy, bezdrátové senzory, Bluetooth </a:t>
            </a:r>
            <a:r>
              <a:rPr lang="cs-CZ" sz="2000" dirty="0" err="1">
                <a:latin typeface="Bahnschrift Light" panose="020B0502040204020203" pitchFamily="34" charset="0"/>
              </a:rPr>
              <a:t>Low</a:t>
            </a:r>
            <a:r>
              <a:rPr lang="cs-CZ" sz="2000" dirty="0">
                <a:latin typeface="Bahnschrift Light" panose="020B0502040204020203" pitchFamily="34" charset="0"/>
              </a:rPr>
              <a:t> </a:t>
            </a:r>
            <a:r>
              <a:rPr lang="cs-CZ" sz="2000" dirty="0" err="1">
                <a:latin typeface="Bahnschrift Light" panose="020B0502040204020203" pitchFamily="34" charset="0"/>
              </a:rPr>
              <a:t>Energy</a:t>
            </a:r>
            <a:endParaRPr lang="cs-CZ" sz="2000" dirty="0">
              <a:latin typeface="Bahnschrift Light" panose="020B0502040204020203" pitchFamily="34" charset="0"/>
            </a:endParaRPr>
          </a:p>
          <a:p>
            <a:pPr>
              <a:lnSpc>
                <a:spcPct val="110000"/>
              </a:lnSpc>
              <a:spcAft>
                <a:spcPts val="1200"/>
              </a:spcAft>
              <a:buFont typeface="Wingdings" panose="05000000000000000000" pitchFamily="2" charset="2"/>
              <a:buChar char="§"/>
            </a:pPr>
            <a:r>
              <a:rPr lang="cs-CZ" sz="2000" b="1" dirty="0">
                <a:latin typeface="+mj-lt"/>
              </a:rPr>
              <a:t>PSK</a:t>
            </a:r>
            <a:r>
              <a:rPr lang="cs-CZ" sz="2000" dirty="0">
                <a:latin typeface="Bahnschrift Light" panose="020B0502040204020203" pitchFamily="34" charset="0"/>
              </a:rPr>
              <a:t> (</a:t>
            </a:r>
            <a:r>
              <a:rPr lang="cs-CZ" sz="2000" b="1" dirty="0" err="1">
                <a:latin typeface="+mj-lt"/>
              </a:rPr>
              <a:t>Phase</a:t>
            </a:r>
            <a:r>
              <a:rPr lang="cs-CZ" sz="2000" b="1" dirty="0"/>
              <a:t> Shift</a:t>
            </a:r>
            <a:r>
              <a:rPr lang="cs-CZ" sz="2000" dirty="0">
                <a:latin typeface="Bahnschrift Light" panose="020B0502040204020203" pitchFamily="34" charset="0"/>
              </a:rPr>
              <a:t> </a:t>
            </a:r>
            <a:r>
              <a:rPr lang="cs-CZ" sz="2000" b="1" dirty="0" err="1"/>
              <a:t>Keying</a:t>
            </a:r>
            <a:r>
              <a:rPr lang="cs-CZ" sz="2000" dirty="0">
                <a:latin typeface="Bahnschrift Light" panose="020B0502040204020203" pitchFamily="34" charset="0"/>
              </a:rPr>
              <a:t>) - Digitální data jsou reprezentována změnou fáze nosné vlny.</a:t>
            </a:r>
            <a:br>
              <a:rPr lang="cs-CZ" sz="2000" dirty="0">
                <a:latin typeface="Bahnschrift Light" panose="020B0502040204020203" pitchFamily="34" charset="0"/>
              </a:rPr>
            </a:br>
            <a:r>
              <a:rPr lang="cs-CZ" sz="2000" dirty="0">
                <a:latin typeface="Bahnschrift Light" panose="020B0502040204020203" pitchFamily="34" charset="0"/>
              </a:rPr>
              <a:t>Využití: Wi-Fi, satelitní komunikace, některé mobilní sítě</a:t>
            </a:r>
          </a:p>
          <a:p>
            <a:pPr>
              <a:lnSpc>
                <a:spcPct val="110000"/>
              </a:lnSpc>
              <a:spcAft>
                <a:spcPts val="1200"/>
              </a:spcAft>
              <a:buFont typeface="Wingdings" panose="05000000000000000000" pitchFamily="2" charset="2"/>
              <a:buChar char="§"/>
            </a:pPr>
            <a:r>
              <a:rPr lang="cs-CZ" sz="2000" b="1" dirty="0">
                <a:latin typeface="+mj-lt"/>
              </a:rPr>
              <a:t>QAM</a:t>
            </a:r>
            <a:r>
              <a:rPr lang="cs-CZ" sz="2000" dirty="0">
                <a:latin typeface="Bahnschrift Light" panose="020B0502040204020203" pitchFamily="34" charset="0"/>
              </a:rPr>
              <a:t> (</a:t>
            </a:r>
            <a:r>
              <a:rPr lang="cs-CZ" sz="2000" b="1" dirty="0" err="1">
                <a:latin typeface="+mj-lt"/>
              </a:rPr>
              <a:t>Quadrature</a:t>
            </a:r>
            <a:r>
              <a:rPr lang="cs-CZ" sz="2000" b="1" dirty="0">
                <a:latin typeface="+mj-lt"/>
              </a:rPr>
              <a:t> </a:t>
            </a:r>
            <a:r>
              <a:rPr lang="cs-CZ" sz="2000" b="1" dirty="0" err="1">
                <a:latin typeface="+mj-lt"/>
              </a:rPr>
              <a:t>Amplitude</a:t>
            </a:r>
            <a:r>
              <a:rPr lang="cs-CZ" sz="2000" b="1" dirty="0">
                <a:latin typeface="+mj-lt"/>
              </a:rPr>
              <a:t> Modulation</a:t>
            </a:r>
            <a:r>
              <a:rPr lang="cs-CZ" sz="2000" dirty="0">
                <a:latin typeface="Bahnschrift Light" panose="020B0502040204020203" pitchFamily="34" charset="0"/>
              </a:rPr>
              <a:t>) - Digitální data jsou přenášena změnou amplitudy i fáze, často za použití dvou nosných vln v kvadratuře. Kabelové modemy, DSL, Wi-Fi, LTE Nejpoužívanější v moderní době</a:t>
            </a:r>
            <a:endParaRPr lang="cs-CZ" sz="2000" noProof="0" dirty="0">
              <a:latin typeface="Bahnschrift Light" panose="020B0502040204020203" pitchFamily="34" charset="0"/>
            </a:endParaRPr>
          </a:p>
          <a:p>
            <a:pPr>
              <a:lnSpc>
                <a:spcPct val="110000"/>
              </a:lnSpc>
              <a:spcAft>
                <a:spcPts val="1200"/>
              </a:spcAft>
              <a:buFont typeface="Wingdings" panose="05000000000000000000" pitchFamily="2" charset="2"/>
              <a:buChar char="§"/>
            </a:pPr>
            <a:endParaRPr lang="cs-CZ" sz="2400" noProof="0" dirty="0">
              <a:latin typeface="Bahnschrift Light" panose="020B0502040204020203" pitchFamily="34" charset="0"/>
            </a:endParaRPr>
          </a:p>
        </p:txBody>
      </p:sp>
      <p:sp>
        <p:nvSpPr>
          <p:cNvPr id="4" name="TextovéPole 3">
            <a:extLst>
              <a:ext uri="{FF2B5EF4-FFF2-40B4-BE49-F238E27FC236}">
                <a16:creationId xmlns:a16="http://schemas.microsoft.com/office/drawing/2014/main" id="{0EEB5B96-9B1E-7146-FAF5-AD2A05619603}"/>
              </a:ext>
            </a:extLst>
          </p:cNvPr>
          <p:cNvSpPr txBox="1"/>
          <p:nvPr/>
        </p:nvSpPr>
        <p:spPr>
          <a:xfrm>
            <a:off x="11738114" y="82412"/>
            <a:ext cx="314510" cy="369332"/>
          </a:xfrm>
          <a:prstGeom prst="rect">
            <a:avLst/>
          </a:prstGeom>
          <a:noFill/>
        </p:spPr>
        <p:txBody>
          <a:bodyPr wrap="square" rtlCol="0">
            <a:spAutoFit/>
          </a:bodyPr>
          <a:lstStyle/>
          <a:p>
            <a:r>
              <a:rPr lang="cs-CZ" noProof="0" dirty="0">
                <a:latin typeface="Bahnschrift" panose="020B0502040204020203" pitchFamily="34" charset="0"/>
              </a:rPr>
              <a:t>6</a:t>
            </a:r>
          </a:p>
        </p:txBody>
      </p:sp>
    </p:spTree>
    <p:extLst>
      <p:ext uri="{BB962C8B-B14F-4D97-AF65-F5344CB8AC3E}">
        <p14:creationId xmlns:p14="http://schemas.microsoft.com/office/powerpoint/2010/main" val="1612299176"/>
      </p:ext>
    </p:extLst>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667CD-FFEA-7720-1B65-4B5C147A3C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E3F336-C97F-3D7A-0542-9B794BF95585}"/>
              </a:ext>
            </a:extLst>
          </p:cNvPr>
          <p:cNvSpPr>
            <a:spLocks noGrp="1"/>
          </p:cNvSpPr>
          <p:nvPr>
            <p:ph type="title"/>
          </p:nvPr>
        </p:nvSpPr>
        <p:spPr>
          <a:xfrm>
            <a:off x="389615" y="365125"/>
            <a:ext cx="10515600" cy="1325563"/>
          </a:xfrm>
        </p:spPr>
        <p:txBody>
          <a:bodyPr/>
          <a:lstStyle/>
          <a:p>
            <a:r>
              <a:rPr lang="cs-CZ" b="1" dirty="0"/>
              <a:t>TYPY MODULACE - DIGITAL</a:t>
            </a:r>
            <a:endParaRPr lang="cs-CZ" b="1" noProof="0" dirty="0"/>
          </a:p>
        </p:txBody>
      </p:sp>
      <p:pic>
        <p:nvPicPr>
          <p:cNvPr id="6" name="Content Placeholder 5" descr="A diagram of a diagram&#10;&#10;AI-generated content may be incorrect.">
            <a:extLst>
              <a:ext uri="{FF2B5EF4-FFF2-40B4-BE49-F238E27FC236}">
                <a16:creationId xmlns:a16="http://schemas.microsoft.com/office/drawing/2014/main" id="{43CC2C0C-466F-A2CE-0292-F1F290A563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98094" y="3510241"/>
            <a:ext cx="3997275" cy="2660687"/>
          </a:xfrm>
          <a:prstGeom prst="rect">
            <a:avLst/>
          </a:prstGeom>
          <a:ln>
            <a:noFill/>
          </a:ln>
          <a:effectLst>
            <a:outerShdw blurRad="190500" algn="tl" rotWithShape="0">
              <a:srgbClr val="000000">
                <a:alpha val="70000"/>
              </a:srgbClr>
            </a:outerShdw>
          </a:effectLst>
        </p:spPr>
      </p:pic>
      <p:sp>
        <p:nvSpPr>
          <p:cNvPr id="4" name="TextovéPole 3">
            <a:extLst>
              <a:ext uri="{FF2B5EF4-FFF2-40B4-BE49-F238E27FC236}">
                <a16:creationId xmlns:a16="http://schemas.microsoft.com/office/drawing/2014/main" id="{5AD1A852-EF9B-B148-97D7-305A822A17CC}"/>
              </a:ext>
            </a:extLst>
          </p:cNvPr>
          <p:cNvSpPr txBox="1"/>
          <p:nvPr/>
        </p:nvSpPr>
        <p:spPr>
          <a:xfrm>
            <a:off x="11738114" y="82412"/>
            <a:ext cx="314510" cy="369332"/>
          </a:xfrm>
          <a:prstGeom prst="rect">
            <a:avLst/>
          </a:prstGeom>
          <a:noFill/>
        </p:spPr>
        <p:txBody>
          <a:bodyPr wrap="square" rtlCol="0">
            <a:spAutoFit/>
          </a:bodyPr>
          <a:lstStyle/>
          <a:p>
            <a:r>
              <a:rPr lang="cs-CZ" dirty="0">
                <a:latin typeface="Bahnschrift" panose="020B0502040204020203" pitchFamily="34" charset="0"/>
              </a:rPr>
              <a:t>7</a:t>
            </a:r>
            <a:endParaRPr lang="cs-CZ" noProof="0" dirty="0">
              <a:latin typeface="Bahnschrift" panose="020B0502040204020203" pitchFamily="34" charset="0"/>
            </a:endParaRPr>
          </a:p>
        </p:txBody>
      </p:sp>
      <p:pic>
        <p:nvPicPr>
          <p:cNvPr id="7" name="Content Placeholder 5" descr="A diagram of a diagram of a signal&#10;&#10;AI-generated content may be incorrect.">
            <a:extLst>
              <a:ext uri="{FF2B5EF4-FFF2-40B4-BE49-F238E27FC236}">
                <a16:creationId xmlns:a16="http://schemas.microsoft.com/office/drawing/2014/main" id="{5299EA2D-7687-EA14-BCAA-16F0B95517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901" y="2242268"/>
            <a:ext cx="5791992" cy="4079735"/>
          </a:xfrm>
          <a:prstGeom prst="rect">
            <a:avLst/>
          </a:prstGeom>
        </p:spPr>
      </p:pic>
      <p:sp>
        <p:nvSpPr>
          <p:cNvPr id="8" name="TextBox 7">
            <a:extLst>
              <a:ext uri="{FF2B5EF4-FFF2-40B4-BE49-F238E27FC236}">
                <a16:creationId xmlns:a16="http://schemas.microsoft.com/office/drawing/2014/main" id="{1BB62AA4-A2E3-542F-791A-E6F923A1A5E7}"/>
              </a:ext>
            </a:extLst>
          </p:cNvPr>
          <p:cNvSpPr txBox="1"/>
          <p:nvPr/>
        </p:nvSpPr>
        <p:spPr>
          <a:xfrm>
            <a:off x="9378600" y="3048576"/>
            <a:ext cx="1036261" cy="461665"/>
          </a:xfrm>
          <a:prstGeom prst="rect">
            <a:avLst/>
          </a:prstGeom>
          <a:noFill/>
        </p:spPr>
        <p:txBody>
          <a:bodyPr wrap="square" rtlCol="0">
            <a:spAutoFit/>
          </a:bodyPr>
          <a:lstStyle/>
          <a:p>
            <a:r>
              <a:rPr lang="cs-CZ" sz="2400" b="1" dirty="0">
                <a:latin typeface="+mj-lt"/>
              </a:rPr>
              <a:t>QAM</a:t>
            </a:r>
          </a:p>
        </p:txBody>
      </p:sp>
      <p:sp>
        <p:nvSpPr>
          <p:cNvPr id="9" name="TextBox 8">
            <a:extLst>
              <a:ext uri="{FF2B5EF4-FFF2-40B4-BE49-F238E27FC236}">
                <a16:creationId xmlns:a16="http://schemas.microsoft.com/office/drawing/2014/main" id="{839E543F-74E2-473E-C502-A08E6E63C1A8}"/>
              </a:ext>
            </a:extLst>
          </p:cNvPr>
          <p:cNvSpPr txBox="1"/>
          <p:nvPr/>
        </p:nvSpPr>
        <p:spPr>
          <a:xfrm>
            <a:off x="6297853" y="2681505"/>
            <a:ext cx="1036261" cy="461665"/>
          </a:xfrm>
          <a:prstGeom prst="rect">
            <a:avLst/>
          </a:prstGeom>
          <a:noFill/>
        </p:spPr>
        <p:txBody>
          <a:bodyPr wrap="square" rtlCol="0">
            <a:spAutoFit/>
          </a:bodyPr>
          <a:lstStyle/>
          <a:p>
            <a:r>
              <a:rPr lang="cs-CZ" sz="2400" b="1" dirty="0">
                <a:latin typeface="+mj-lt"/>
              </a:rPr>
              <a:t>ASK</a:t>
            </a:r>
          </a:p>
        </p:txBody>
      </p:sp>
      <p:sp>
        <p:nvSpPr>
          <p:cNvPr id="10" name="TextBox 9">
            <a:extLst>
              <a:ext uri="{FF2B5EF4-FFF2-40B4-BE49-F238E27FC236}">
                <a16:creationId xmlns:a16="http://schemas.microsoft.com/office/drawing/2014/main" id="{6E3D1A5E-01DA-B58E-CACF-E93FE6E2D7FC}"/>
              </a:ext>
            </a:extLst>
          </p:cNvPr>
          <p:cNvSpPr txBox="1"/>
          <p:nvPr/>
        </p:nvSpPr>
        <p:spPr>
          <a:xfrm>
            <a:off x="6297854" y="4032137"/>
            <a:ext cx="1036261" cy="461665"/>
          </a:xfrm>
          <a:prstGeom prst="rect">
            <a:avLst/>
          </a:prstGeom>
          <a:noFill/>
        </p:spPr>
        <p:txBody>
          <a:bodyPr wrap="square" rtlCol="0">
            <a:spAutoFit/>
          </a:bodyPr>
          <a:lstStyle/>
          <a:p>
            <a:r>
              <a:rPr lang="cs-CZ" sz="2400" b="1" dirty="0">
                <a:latin typeface="+mj-lt"/>
              </a:rPr>
              <a:t>FSK</a:t>
            </a:r>
          </a:p>
        </p:txBody>
      </p:sp>
      <p:sp>
        <p:nvSpPr>
          <p:cNvPr id="11" name="TextBox 10">
            <a:extLst>
              <a:ext uri="{FF2B5EF4-FFF2-40B4-BE49-F238E27FC236}">
                <a16:creationId xmlns:a16="http://schemas.microsoft.com/office/drawing/2014/main" id="{51817EE2-9CAE-A3D9-60B2-7797DCBFAA8A}"/>
              </a:ext>
            </a:extLst>
          </p:cNvPr>
          <p:cNvSpPr txBox="1"/>
          <p:nvPr/>
        </p:nvSpPr>
        <p:spPr>
          <a:xfrm>
            <a:off x="6297854" y="5382769"/>
            <a:ext cx="1036261" cy="461665"/>
          </a:xfrm>
          <a:prstGeom prst="rect">
            <a:avLst/>
          </a:prstGeom>
          <a:noFill/>
        </p:spPr>
        <p:txBody>
          <a:bodyPr wrap="square" rtlCol="0">
            <a:spAutoFit/>
          </a:bodyPr>
          <a:lstStyle/>
          <a:p>
            <a:r>
              <a:rPr lang="cs-CZ" sz="2400" b="1" dirty="0">
                <a:latin typeface="+mj-lt"/>
              </a:rPr>
              <a:t>PSK</a:t>
            </a:r>
          </a:p>
        </p:txBody>
      </p:sp>
    </p:spTree>
    <p:extLst>
      <p:ext uri="{BB962C8B-B14F-4D97-AF65-F5344CB8AC3E}">
        <p14:creationId xmlns:p14="http://schemas.microsoft.com/office/powerpoint/2010/main" val="2446246179"/>
      </p:ext>
    </p:extLst>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528DF-0BD4-38AC-C216-6718496A33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5A93E3-972B-4F10-B97C-EDD24D5C043D}"/>
              </a:ext>
            </a:extLst>
          </p:cNvPr>
          <p:cNvSpPr>
            <a:spLocks noGrp="1"/>
          </p:cNvSpPr>
          <p:nvPr>
            <p:ph type="title"/>
          </p:nvPr>
        </p:nvSpPr>
        <p:spPr>
          <a:xfrm>
            <a:off x="312751" y="365125"/>
            <a:ext cx="10515600" cy="1325563"/>
          </a:xfrm>
        </p:spPr>
        <p:txBody>
          <a:bodyPr/>
          <a:lstStyle/>
          <a:p>
            <a:r>
              <a:rPr lang="cs-CZ" b="1" dirty="0"/>
              <a:t>TYPY MODULACE - PULZNÍ</a:t>
            </a:r>
            <a:endParaRPr lang="cs-CZ" b="1" noProof="0" dirty="0"/>
          </a:p>
        </p:txBody>
      </p:sp>
      <p:sp>
        <p:nvSpPr>
          <p:cNvPr id="3" name="Content Placeholder 2">
            <a:extLst>
              <a:ext uri="{FF2B5EF4-FFF2-40B4-BE49-F238E27FC236}">
                <a16:creationId xmlns:a16="http://schemas.microsoft.com/office/drawing/2014/main" id="{5E98791F-60BE-F0C7-67E4-5361B51AAE75}"/>
              </a:ext>
            </a:extLst>
          </p:cNvPr>
          <p:cNvSpPr>
            <a:spLocks noGrp="1"/>
          </p:cNvSpPr>
          <p:nvPr>
            <p:ph idx="1"/>
          </p:nvPr>
        </p:nvSpPr>
        <p:spPr>
          <a:xfrm>
            <a:off x="312751" y="1690688"/>
            <a:ext cx="11558546" cy="4802187"/>
          </a:xfrm>
        </p:spPr>
        <p:txBody>
          <a:bodyPr>
            <a:normAutofit/>
          </a:bodyPr>
          <a:lstStyle/>
          <a:p>
            <a:pPr>
              <a:lnSpc>
                <a:spcPct val="110000"/>
              </a:lnSpc>
              <a:spcAft>
                <a:spcPts val="1200"/>
              </a:spcAft>
              <a:buFont typeface="Wingdings" panose="05000000000000000000" pitchFamily="2" charset="2"/>
              <a:buChar char="§"/>
            </a:pPr>
            <a:r>
              <a:rPr lang="cs-CZ" sz="2000" b="1" noProof="0" dirty="0">
                <a:latin typeface="+mj-lt"/>
              </a:rPr>
              <a:t>PWM</a:t>
            </a:r>
            <a:r>
              <a:rPr lang="cs-CZ" sz="2000" noProof="0" dirty="0">
                <a:latin typeface="Bahnschrift Light" panose="020B0502040204020203" pitchFamily="34" charset="0"/>
              </a:rPr>
              <a:t> (</a:t>
            </a:r>
            <a:r>
              <a:rPr lang="cs-CZ" sz="2000" b="1" noProof="0" dirty="0">
                <a:latin typeface="+mj-lt"/>
              </a:rPr>
              <a:t>Pulse </a:t>
            </a:r>
            <a:r>
              <a:rPr lang="cs-CZ" sz="2000" b="1" noProof="0" dirty="0" err="1">
                <a:latin typeface="+mj-lt"/>
              </a:rPr>
              <a:t>Width</a:t>
            </a:r>
            <a:r>
              <a:rPr lang="cs-CZ" sz="2000" b="1" noProof="0" dirty="0">
                <a:latin typeface="+mj-lt"/>
              </a:rPr>
              <a:t> Modulation</a:t>
            </a:r>
            <a:r>
              <a:rPr lang="cs-CZ" sz="2000" noProof="0" dirty="0">
                <a:latin typeface="Bahnschrift Light" panose="020B0502040204020203" pitchFamily="34" charset="0"/>
              </a:rPr>
              <a:t>): Kóduje informace změnou šířky (trvání) impulsů při zachování konstantní amplitudy a frekvence</a:t>
            </a:r>
            <a:br>
              <a:rPr lang="cs-CZ" sz="2000" noProof="0" dirty="0">
                <a:latin typeface="Bahnschrift Light" panose="020B0502040204020203" pitchFamily="34" charset="0"/>
              </a:rPr>
            </a:br>
            <a:r>
              <a:rPr lang="cs-CZ" sz="2000" noProof="0" dirty="0">
                <a:latin typeface="Bahnschrift Light" panose="020B0502040204020203" pitchFamily="34" charset="0"/>
              </a:rPr>
              <a:t>Využití</a:t>
            </a:r>
            <a:r>
              <a:rPr lang="cs-CZ" sz="2000" dirty="0">
                <a:latin typeface="Bahnschrift Light" panose="020B0502040204020203" pitchFamily="34" charset="0"/>
              </a:rPr>
              <a:t>: regulace</a:t>
            </a:r>
            <a:r>
              <a:rPr lang="cs-CZ" sz="2000" noProof="0" dirty="0">
                <a:latin typeface="Bahnschrift Light" panose="020B0502040204020203" pitchFamily="34" charset="0"/>
              </a:rPr>
              <a:t> otáček motoru, LED </a:t>
            </a:r>
            <a:r>
              <a:rPr lang="cs-CZ" sz="2000" noProof="0" dirty="0" err="1">
                <a:latin typeface="Bahnschrift Light" panose="020B0502040204020203" pitchFamily="34" charset="0"/>
              </a:rPr>
              <a:t>dimming</a:t>
            </a:r>
            <a:r>
              <a:rPr lang="cs-CZ" sz="2000" noProof="0" dirty="0">
                <a:latin typeface="Bahnschrift Light" panose="020B0502040204020203" pitchFamily="34" charset="0"/>
              </a:rPr>
              <a:t>, embedded systémy</a:t>
            </a:r>
          </a:p>
          <a:p>
            <a:pPr>
              <a:lnSpc>
                <a:spcPct val="110000"/>
              </a:lnSpc>
              <a:spcAft>
                <a:spcPts val="1200"/>
              </a:spcAft>
              <a:buFont typeface="Wingdings" panose="05000000000000000000" pitchFamily="2" charset="2"/>
              <a:buChar char="§"/>
            </a:pPr>
            <a:r>
              <a:rPr lang="cs-CZ" sz="2000" b="1" dirty="0"/>
              <a:t>PCM</a:t>
            </a:r>
            <a:r>
              <a:rPr lang="cs-CZ" sz="2000" dirty="0">
                <a:latin typeface="Bahnschrift Light" panose="020B0502040204020203" pitchFamily="34" charset="0"/>
              </a:rPr>
              <a:t> (</a:t>
            </a:r>
            <a:r>
              <a:rPr lang="cs-CZ" sz="2000" b="1" dirty="0"/>
              <a:t>Pulse </a:t>
            </a:r>
            <a:r>
              <a:rPr lang="cs-CZ" sz="2000" b="1" dirty="0" err="1"/>
              <a:t>Code</a:t>
            </a:r>
            <a:r>
              <a:rPr lang="cs-CZ" sz="2000" b="1" dirty="0"/>
              <a:t> Modulation</a:t>
            </a:r>
            <a:r>
              <a:rPr lang="cs-CZ" sz="2000" dirty="0">
                <a:latin typeface="Bahnschrift Light" panose="020B0502040204020203" pitchFamily="34" charset="0"/>
              </a:rPr>
              <a:t>): Převádí analogový signál na digitální vzorkováním a </a:t>
            </a:r>
            <a:r>
              <a:rPr lang="cs-CZ" sz="2000" dirty="0" err="1">
                <a:latin typeface="Bahnschrift Light" panose="020B0502040204020203" pitchFamily="34" charset="0"/>
              </a:rPr>
              <a:t>kvantizací</a:t>
            </a:r>
            <a:r>
              <a:rPr lang="cs-CZ" sz="2000" dirty="0">
                <a:latin typeface="Bahnschrift Light" panose="020B0502040204020203" pitchFamily="34" charset="0"/>
              </a:rPr>
              <a:t> jeho amplitudy na diskrétní hodnoty. </a:t>
            </a:r>
            <a:br>
              <a:rPr lang="cs-CZ" sz="2000" dirty="0">
                <a:latin typeface="Bahnschrift Light" panose="020B0502040204020203" pitchFamily="34" charset="0"/>
              </a:rPr>
            </a:br>
            <a:r>
              <a:rPr lang="cs-CZ" sz="2000" dirty="0">
                <a:latin typeface="Bahnschrift Light" panose="020B0502040204020203" pitchFamily="34" charset="0"/>
              </a:rPr>
              <a:t>Využití: digitální audio, CD, studiové audio, telefonie, přenos dat.</a:t>
            </a:r>
          </a:p>
          <a:p>
            <a:pPr>
              <a:lnSpc>
                <a:spcPct val="110000"/>
              </a:lnSpc>
              <a:spcAft>
                <a:spcPts val="1200"/>
              </a:spcAft>
              <a:buFont typeface="Wingdings" panose="05000000000000000000" pitchFamily="2" charset="2"/>
              <a:buChar char="§"/>
            </a:pPr>
            <a:r>
              <a:rPr lang="cs-CZ" sz="2000" b="1" dirty="0"/>
              <a:t>PAM</a:t>
            </a:r>
            <a:r>
              <a:rPr lang="cs-CZ" sz="2000" dirty="0">
                <a:latin typeface="Bahnschrift Light" panose="020B0502040204020203" pitchFamily="34" charset="0"/>
              </a:rPr>
              <a:t> (</a:t>
            </a:r>
            <a:r>
              <a:rPr lang="cs-CZ" sz="2000" b="1" dirty="0"/>
              <a:t>Pulse </a:t>
            </a:r>
            <a:r>
              <a:rPr lang="cs-CZ" sz="2000" b="1" dirty="0" err="1"/>
              <a:t>Amplitude</a:t>
            </a:r>
            <a:r>
              <a:rPr lang="cs-CZ" sz="2000" b="1" dirty="0"/>
              <a:t> Modulation</a:t>
            </a:r>
            <a:r>
              <a:rPr lang="cs-CZ" sz="2000" dirty="0">
                <a:latin typeface="Bahnschrift Light" panose="020B0502040204020203" pitchFamily="34" charset="0"/>
              </a:rPr>
              <a:t>): Kóduje analogový signál změnou amplitudy rovnoměrných pulzů podle úrovně signálu. </a:t>
            </a:r>
            <a:br>
              <a:rPr lang="cs-CZ" sz="2000" dirty="0">
                <a:latin typeface="Bahnschrift Light" panose="020B0502040204020203" pitchFamily="34" charset="0"/>
              </a:rPr>
            </a:br>
            <a:r>
              <a:rPr lang="cs-CZ" sz="2000" dirty="0">
                <a:latin typeface="Bahnschrift Light" panose="020B0502040204020203" pitchFamily="34" charset="0"/>
              </a:rPr>
              <a:t>Využití: raná digitální komunikace, některé vysokorychlostní ethernetové PHY, optická komunikace.</a:t>
            </a:r>
          </a:p>
          <a:p>
            <a:pPr marL="0" indent="0">
              <a:lnSpc>
                <a:spcPct val="110000"/>
              </a:lnSpc>
              <a:spcAft>
                <a:spcPts val="1200"/>
              </a:spcAft>
              <a:buNone/>
            </a:pPr>
            <a:endParaRPr lang="cs-CZ" sz="2000" dirty="0">
              <a:latin typeface="Bahnschrift Light" panose="020B0502040204020203" pitchFamily="34" charset="0"/>
            </a:endParaRPr>
          </a:p>
          <a:p>
            <a:pPr>
              <a:lnSpc>
                <a:spcPct val="110000"/>
              </a:lnSpc>
              <a:spcAft>
                <a:spcPts val="1200"/>
              </a:spcAft>
              <a:buFont typeface="Wingdings" panose="05000000000000000000" pitchFamily="2" charset="2"/>
              <a:buChar char="§"/>
            </a:pPr>
            <a:endParaRPr lang="cs-CZ" sz="2000" dirty="0">
              <a:latin typeface="Bahnschrift Light" panose="020B0502040204020203" pitchFamily="34" charset="0"/>
            </a:endParaRPr>
          </a:p>
          <a:p>
            <a:pPr>
              <a:lnSpc>
                <a:spcPct val="110000"/>
              </a:lnSpc>
              <a:spcAft>
                <a:spcPts val="1200"/>
              </a:spcAft>
              <a:buFont typeface="Wingdings" panose="05000000000000000000" pitchFamily="2" charset="2"/>
              <a:buChar char="§"/>
            </a:pPr>
            <a:endParaRPr lang="cs-CZ" sz="2000" noProof="0" dirty="0">
              <a:latin typeface="Bahnschrift Light" panose="020B0502040204020203" pitchFamily="34" charset="0"/>
            </a:endParaRPr>
          </a:p>
        </p:txBody>
      </p:sp>
      <p:sp>
        <p:nvSpPr>
          <p:cNvPr id="4" name="TextovéPole 3">
            <a:extLst>
              <a:ext uri="{FF2B5EF4-FFF2-40B4-BE49-F238E27FC236}">
                <a16:creationId xmlns:a16="http://schemas.microsoft.com/office/drawing/2014/main" id="{063987D6-D5C5-F6D2-52E2-1C04497A0EB9}"/>
              </a:ext>
            </a:extLst>
          </p:cNvPr>
          <p:cNvSpPr txBox="1"/>
          <p:nvPr/>
        </p:nvSpPr>
        <p:spPr>
          <a:xfrm>
            <a:off x="11738114" y="82412"/>
            <a:ext cx="314510" cy="369332"/>
          </a:xfrm>
          <a:prstGeom prst="rect">
            <a:avLst/>
          </a:prstGeom>
          <a:noFill/>
        </p:spPr>
        <p:txBody>
          <a:bodyPr wrap="square" rtlCol="0">
            <a:spAutoFit/>
          </a:bodyPr>
          <a:lstStyle/>
          <a:p>
            <a:r>
              <a:rPr lang="cs-CZ" dirty="0">
                <a:latin typeface="Bahnschrift" panose="020B0502040204020203" pitchFamily="34" charset="0"/>
              </a:rPr>
              <a:t>8</a:t>
            </a:r>
            <a:endParaRPr lang="cs-CZ" noProof="0" dirty="0">
              <a:latin typeface="Bahnschrift" panose="020B0502040204020203" pitchFamily="34" charset="0"/>
            </a:endParaRPr>
          </a:p>
        </p:txBody>
      </p:sp>
    </p:spTree>
    <p:extLst>
      <p:ext uri="{BB962C8B-B14F-4D97-AF65-F5344CB8AC3E}">
        <p14:creationId xmlns:p14="http://schemas.microsoft.com/office/powerpoint/2010/main" val="2515184374"/>
      </p:ext>
    </p:extLst>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E05F1-9610-9CB6-CC92-0A78A8B98AAD}"/>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FF1DA320-E3E1-0F28-F1AA-A61279A59E26}"/>
              </a:ext>
            </a:extLst>
          </p:cNvPr>
          <p:cNvSpPr>
            <a:spLocks noGrp="1"/>
          </p:cNvSpPr>
          <p:nvPr>
            <p:ph type="title"/>
          </p:nvPr>
        </p:nvSpPr>
        <p:spPr>
          <a:xfrm>
            <a:off x="346110" y="267078"/>
            <a:ext cx="7479082" cy="1325563"/>
          </a:xfrm>
        </p:spPr>
        <p:txBody>
          <a:bodyPr/>
          <a:lstStyle/>
          <a:p>
            <a:r>
              <a:rPr lang="cs-CZ" b="1" dirty="0"/>
              <a:t>TYPY MODULACE - PULZNÍ</a:t>
            </a:r>
            <a:endParaRPr lang="cs-CZ" b="1" noProof="0" dirty="0">
              <a:latin typeface="Bahnschrift" panose="020B0502040204020203" pitchFamily="34" charset="0"/>
            </a:endParaRPr>
          </a:p>
        </p:txBody>
      </p:sp>
      <p:sp>
        <p:nvSpPr>
          <p:cNvPr id="4" name="TextovéPole 3">
            <a:extLst>
              <a:ext uri="{FF2B5EF4-FFF2-40B4-BE49-F238E27FC236}">
                <a16:creationId xmlns:a16="http://schemas.microsoft.com/office/drawing/2014/main" id="{D00A3556-F086-018A-4B7A-D72433E0311F}"/>
              </a:ext>
            </a:extLst>
          </p:cNvPr>
          <p:cNvSpPr txBox="1"/>
          <p:nvPr/>
        </p:nvSpPr>
        <p:spPr>
          <a:xfrm>
            <a:off x="11738114" y="82412"/>
            <a:ext cx="314510" cy="369332"/>
          </a:xfrm>
          <a:prstGeom prst="rect">
            <a:avLst/>
          </a:prstGeom>
          <a:noFill/>
        </p:spPr>
        <p:txBody>
          <a:bodyPr wrap="square" rtlCol="0">
            <a:spAutoFit/>
          </a:bodyPr>
          <a:lstStyle/>
          <a:p>
            <a:r>
              <a:rPr lang="cs-CZ" dirty="0">
                <a:latin typeface="Bahnschrift" panose="020B0502040204020203" pitchFamily="34" charset="0"/>
              </a:rPr>
              <a:t>9</a:t>
            </a:r>
            <a:endParaRPr lang="cs-CZ" noProof="0" dirty="0">
              <a:latin typeface="Bahnschrift" panose="020B0502040204020203" pitchFamily="34" charset="0"/>
            </a:endParaRPr>
          </a:p>
        </p:txBody>
      </p:sp>
      <p:pic>
        <p:nvPicPr>
          <p:cNvPr id="7" name="Obrázek 2" descr="pulse-time modulation - meddic">
            <a:extLst>
              <a:ext uri="{FF2B5EF4-FFF2-40B4-BE49-F238E27FC236}">
                <a16:creationId xmlns:a16="http://schemas.microsoft.com/office/drawing/2014/main" id="{8BC028BA-3F55-F617-1E5F-6E7E8DD1DB0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58517" y="1493651"/>
            <a:ext cx="6791285" cy="4943565"/>
          </a:xfrm>
          <a:prstGeom prst="rect">
            <a:avLst/>
          </a:prstGeom>
          <a:noFill/>
          <a:ln>
            <a:noFill/>
          </a:ln>
        </p:spPr>
      </p:pic>
      <p:sp>
        <p:nvSpPr>
          <p:cNvPr id="8" name="TextBox 7">
            <a:extLst>
              <a:ext uri="{FF2B5EF4-FFF2-40B4-BE49-F238E27FC236}">
                <a16:creationId xmlns:a16="http://schemas.microsoft.com/office/drawing/2014/main" id="{D12EAB43-3E7C-B142-4DBD-7F6B58C1B008}"/>
              </a:ext>
            </a:extLst>
          </p:cNvPr>
          <p:cNvSpPr txBox="1"/>
          <p:nvPr/>
        </p:nvSpPr>
        <p:spPr>
          <a:xfrm>
            <a:off x="1540386" y="1822764"/>
            <a:ext cx="1036261" cy="461665"/>
          </a:xfrm>
          <a:prstGeom prst="rect">
            <a:avLst/>
          </a:prstGeom>
          <a:noFill/>
        </p:spPr>
        <p:txBody>
          <a:bodyPr wrap="square" rtlCol="0">
            <a:spAutoFit/>
          </a:bodyPr>
          <a:lstStyle/>
          <a:p>
            <a:r>
              <a:rPr lang="cs-CZ" sz="2400" b="1" dirty="0">
                <a:latin typeface="+mj-lt"/>
              </a:rPr>
              <a:t>PAM</a:t>
            </a:r>
          </a:p>
        </p:txBody>
      </p:sp>
      <p:sp>
        <p:nvSpPr>
          <p:cNvPr id="9" name="TextBox 8">
            <a:extLst>
              <a:ext uri="{FF2B5EF4-FFF2-40B4-BE49-F238E27FC236}">
                <a16:creationId xmlns:a16="http://schemas.microsoft.com/office/drawing/2014/main" id="{137C53F0-322E-7D8E-2423-68325F966572}"/>
              </a:ext>
            </a:extLst>
          </p:cNvPr>
          <p:cNvSpPr txBox="1"/>
          <p:nvPr/>
        </p:nvSpPr>
        <p:spPr>
          <a:xfrm>
            <a:off x="1540385" y="2819214"/>
            <a:ext cx="1036261" cy="461665"/>
          </a:xfrm>
          <a:prstGeom prst="rect">
            <a:avLst/>
          </a:prstGeom>
          <a:noFill/>
        </p:spPr>
        <p:txBody>
          <a:bodyPr wrap="square" rtlCol="0">
            <a:spAutoFit/>
          </a:bodyPr>
          <a:lstStyle/>
          <a:p>
            <a:r>
              <a:rPr lang="cs-CZ" sz="2400" b="1" dirty="0">
                <a:latin typeface="+mj-lt"/>
              </a:rPr>
              <a:t>PWM</a:t>
            </a:r>
          </a:p>
        </p:txBody>
      </p:sp>
      <p:sp>
        <p:nvSpPr>
          <p:cNvPr id="10" name="TextBox 9">
            <a:extLst>
              <a:ext uri="{FF2B5EF4-FFF2-40B4-BE49-F238E27FC236}">
                <a16:creationId xmlns:a16="http://schemas.microsoft.com/office/drawing/2014/main" id="{B0338929-763C-705E-244F-C4B4CD18F461}"/>
              </a:ext>
            </a:extLst>
          </p:cNvPr>
          <p:cNvSpPr txBox="1"/>
          <p:nvPr/>
        </p:nvSpPr>
        <p:spPr>
          <a:xfrm>
            <a:off x="1540384" y="5595544"/>
            <a:ext cx="1036261" cy="461665"/>
          </a:xfrm>
          <a:prstGeom prst="rect">
            <a:avLst/>
          </a:prstGeom>
          <a:noFill/>
        </p:spPr>
        <p:txBody>
          <a:bodyPr wrap="square" rtlCol="0">
            <a:spAutoFit/>
          </a:bodyPr>
          <a:lstStyle/>
          <a:p>
            <a:r>
              <a:rPr lang="cs-CZ" sz="2400" b="1" dirty="0">
                <a:latin typeface="+mj-lt"/>
              </a:rPr>
              <a:t>PCM</a:t>
            </a:r>
          </a:p>
        </p:txBody>
      </p:sp>
    </p:spTree>
    <p:extLst>
      <p:ext uri="{BB962C8B-B14F-4D97-AF65-F5344CB8AC3E}">
        <p14:creationId xmlns:p14="http://schemas.microsoft.com/office/powerpoint/2010/main" val="3194482498"/>
      </p:ext>
    </p:extLst>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AC0D2-5E45-468A-332C-B4C7462E358A}"/>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5561978A-917F-57FF-A9B9-AE43F7984D4A}"/>
              </a:ext>
            </a:extLst>
          </p:cNvPr>
          <p:cNvSpPr>
            <a:spLocks noGrp="1"/>
          </p:cNvSpPr>
          <p:nvPr>
            <p:ph type="title"/>
          </p:nvPr>
        </p:nvSpPr>
        <p:spPr>
          <a:xfrm>
            <a:off x="838200" y="365125"/>
            <a:ext cx="8091115" cy="918958"/>
          </a:xfrm>
        </p:spPr>
        <p:txBody>
          <a:bodyPr>
            <a:normAutofit/>
          </a:bodyPr>
          <a:lstStyle/>
          <a:p>
            <a:r>
              <a:rPr lang="cs-CZ" b="1" dirty="0">
                <a:latin typeface="Bahnschrift" panose="020B0502040204020203" pitchFamily="34" charset="0"/>
              </a:rPr>
              <a:t>DEMODULACE</a:t>
            </a:r>
            <a:endParaRPr lang="cs-CZ" b="1" noProof="0" dirty="0">
              <a:latin typeface="Bahnschrift" panose="020B0502040204020203" pitchFamily="34" charset="0"/>
            </a:endParaRPr>
          </a:p>
        </p:txBody>
      </p:sp>
      <p:sp>
        <p:nvSpPr>
          <p:cNvPr id="3" name="Zástupný obsah 2">
            <a:extLst>
              <a:ext uri="{FF2B5EF4-FFF2-40B4-BE49-F238E27FC236}">
                <a16:creationId xmlns:a16="http://schemas.microsoft.com/office/drawing/2014/main" id="{5E5D6D20-6F50-0ADD-DE3E-E3218EB27DB4}"/>
              </a:ext>
            </a:extLst>
          </p:cNvPr>
          <p:cNvSpPr>
            <a:spLocks noGrp="1"/>
          </p:cNvSpPr>
          <p:nvPr>
            <p:ph idx="1"/>
          </p:nvPr>
        </p:nvSpPr>
        <p:spPr>
          <a:xfrm>
            <a:off x="838200" y="1319811"/>
            <a:ext cx="10515600" cy="4351338"/>
          </a:xfrm>
        </p:spPr>
        <p:txBody>
          <a:bodyPr vert="horz" lIns="91440" tIns="45720" rIns="91440" bIns="45720" rtlCol="0" anchor="t">
            <a:normAutofit/>
          </a:bodyPr>
          <a:lstStyle/>
          <a:p>
            <a:pPr>
              <a:spcAft>
                <a:spcPts val="1800"/>
              </a:spcAft>
              <a:buFont typeface="Wingdings" panose="05000000000000000000" pitchFamily="2" charset="2"/>
              <a:buChar char="§"/>
            </a:pPr>
            <a:r>
              <a:rPr lang="cs-CZ" sz="2400" dirty="0">
                <a:latin typeface="Bahnschrift Light" panose="020B0502040204020203" pitchFamily="34" charset="0"/>
              </a:rPr>
              <a:t>Demodulace je proces extrakce původních informací z modulované nosné vlny. </a:t>
            </a:r>
          </a:p>
          <a:p>
            <a:pPr>
              <a:spcAft>
                <a:spcPts val="1800"/>
              </a:spcAft>
              <a:buFont typeface="Wingdings" panose="05000000000000000000" pitchFamily="2" charset="2"/>
              <a:buChar char="§"/>
            </a:pPr>
            <a:r>
              <a:rPr lang="cs-CZ" sz="2400" noProof="0" dirty="0">
                <a:latin typeface="Bahnschrift Light" panose="020B0502040204020203" pitchFamily="34" charset="0"/>
              </a:rPr>
              <a:t>Jedná se o funkci, která umožňuje získaní přenesených dat na straně přijímače. </a:t>
            </a:r>
          </a:p>
          <a:p>
            <a:pPr>
              <a:spcAft>
                <a:spcPts val="1800"/>
              </a:spcAft>
              <a:buFont typeface="Wingdings" panose="05000000000000000000" pitchFamily="2" charset="2"/>
              <a:buChar char="§"/>
            </a:pPr>
            <a:r>
              <a:rPr lang="cs-CZ" sz="2400" b="1" noProof="0" dirty="0">
                <a:latin typeface="+mj-lt"/>
              </a:rPr>
              <a:t>Demodulátor</a:t>
            </a:r>
            <a:r>
              <a:rPr lang="cs-CZ" sz="2400" noProof="0" dirty="0">
                <a:latin typeface="Bahnschrift Light" panose="020B0502040204020203" pitchFamily="34" charset="0"/>
              </a:rPr>
              <a:t> je zařízení / obvod, který provádí demodulace</a:t>
            </a:r>
          </a:p>
        </p:txBody>
      </p:sp>
      <p:sp>
        <p:nvSpPr>
          <p:cNvPr id="4" name="TextovéPole 3">
            <a:extLst>
              <a:ext uri="{FF2B5EF4-FFF2-40B4-BE49-F238E27FC236}">
                <a16:creationId xmlns:a16="http://schemas.microsoft.com/office/drawing/2014/main" id="{DCB3326F-BC40-BFFF-6B45-DA20270C1E0A}"/>
              </a:ext>
            </a:extLst>
          </p:cNvPr>
          <p:cNvSpPr txBox="1"/>
          <p:nvPr/>
        </p:nvSpPr>
        <p:spPr>
          <a:xfrm>
            <a:off x="11738114" y="82412"/>
            <a:ext cx="453886" cy="369332"/>
          </a:xfrm>
          <a:prstGeom prst="rect">
            <a:avLst/>
          </a:prstGeom>
          <a:noFill/>
        </p:spPr>
        <p:txBody>
          <a:bodyPr wrap="square" rtlCol="0">
            <a:spAutoFit/>
          </a:bodyPr>
          <a:lstStyle/>
          <a:p>
            <a:r>
              <a:rPr lang="cs-CZ" noProof="0" dirty="0">
                <a:latin typeface="Bahnschrift" panose="020B0502040204020203" pitchFamily="34" charset="0"/>
              </a:rPr>
              <a:t>10</a:t>
            </a:r>
          </a:p>
        </p:txBody>
      </p:sp>
      <p:pic>
        <p:nvPicPr>
          <p:cNvPr id="6" name="Picture 5" descr="A diagram of a signal&#10;&#10;AI-generated content may be incorrect.">
            <a:extLst>
              <a:ext uri="{FF2B5EF4-FFF2-40B4-BE49-F238E27FC236}">
                <a16:creationId xmlns:a16="http://schemas.microsoft.com/office/drawing/2014/main" id="{1D54B07F-3059-42DE-915B-D0E7C534DB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9954" y="3982434"/>
            <a:ext cx="5959503" cy="2510441"/>
          </a:xfrm>
          <a:prstGeom prst="rect">
            <a:avLst/>
          </a:prstGeom>
        </p:spPr>
      </p:pic>
    </p:spTree>
    <p:extLst>
      <p:ext uri="{BB962C8B-B14F-4D97-AF65-F5344CB8AC3E}">
        <p14:creationId xmlns:p14="http://schemas.microsoft.com/office/powerpoint/2010/main" val="3611551821"/>
      </p:ext>
    </p:extLst>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C57FC-2EAC-7357-954B-662503793D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9F112A-307D-7890-53B4-AECB21C34987}"/>
              </a:ext>
            </a:extLst>
          </p:cNvPr>
          <p:cNvSpPr>
            <a:spLocks noGrp="1"/>
          </p:cNvSpPr>
          <p:nvPr>
            <p:ph type="title"/>
          </p:nvPr>
        </p:nvSpPr>
        <p:spPr>
          <a:xfrm>
            <a:off x="312751" y="82412"/>
            <a:ext cx="10515600" cy="1325563"/>
          </a:xfrm>
        </p:spPr>
        <p:txBody>
          <a:bodyPr/>
          <a:lstStyle/>
          <a:p>
            <a:r>
              <a:rPr lang="cs-CZ" b="1" dirty="0"/>
              <a:t>TYPY DEMODULACE</a:t>
            </a:r>
            <a:endParaRPr lang="cs-CZ" b="1" noProof="0" dirty="0"/>
          </a:p>
        </p:txBody>
      </p:sp>
      <p:sp>
        <p:nvSpPr>
          <p:cNvPr id="3" name="Content Placeholder 2">
            <a:extLst>
              <a:ext uri="{FF2B5EF4-FFF2-40B4-BE49-F238E27FC236}">
                <a16:creationId xmlns:a16="http://schemas.microsoft.com/office/drawing/2014/main" id="{ACFA9D6B-6B1E-5DF7-08DB-BA848AF309EA}"/>
              </a:ext>
            </a:extLst>
          </p:cNvPr>
          <p:cNvSpPr>
            <a:spLocks noGrp="1"/>
          </p:cNvSpPr>
          <p:nvPr>
            <p:ph idx="1"/>
          </p:nvPr>
        </p:nvSpPr>
        <p:spPr>
          <a:xfrm>
            <a:off x="312751" y="1407975"/>
            <a:ext cx="11558546" cy="4802187"/>
          </a:xfrm>
        </p:spPr>
        <p:txBody>
          <a:bodyPr>
            <a:normAutofit/>
          </a:bodyPr>
          <a:lstStyle/>
          <a:p>
            <a:pPr>
              <a:lnSpc>
                <a:spcPct val="110000"/>
              </a:lnSpc>
              <a:spcAft>
                <a:spcPts val="1200"/>
              </a:spcAft>
              <a:buFont typeface="Wingdings" panose="05000000000000000000" pitchFamily="2" charset="2"/>
              <a:buChar char="§"/>
            </a:pPr>
            <a:r>
              <a:rPr lang="cs-CZ" sz="1800" b="1" noProof="0" dirty="0">
                <a:latin typeface="+mj-lt"/>
              </a:rPr>
              <a:t>Detektor obálky</a:t>
            </a:r>
            <a:r>
              <a:rPr lang="cs-CZ" sz="1800" noProof="0" dirty="0">
                <a:latin typeface="Bahnschrift Light" panose="020B0502040204020203" pitchFamily="34" charset="0"/>
              </a:rPr>
              <a:t>– používá se k demodulaci amplitudově modulovaného signálu,</a:t>
            </a:r>
            <a:r>
              <a:rPr lang="cs-CZ" sz="1800" dirty="0">
                <a:latin typeface="Bahnschrift Light" panose="020B0502040204020203" pitchFamily="34" charset="0"/>
              </a:rPr>
              <a:t> nejjednodušší forma demodulátorů.</a:t>
            </a:r>
          </a:p>
          <a:p>
            <a:pPr>
              <a:lnSpc>
                <a:spcPct val="110000"/>
              </a:lnSpc>
              <a:spcAft>
                <a:spcPts val="1200"/>
              </a:spcAft>
              <a:buFont typeface="Wingdings" panose="05000000000000000000" pitchFamily="2" charset="2"/>
              <a:buChar char="§"/>
            </a:pPr>
            <a:endParaRPr lang="cs-CZ" sz="1800" dirty="0">
              <a:latin typeface="Bahnschrift Light" panose="020B0502040204020203" pitchFamily="34" charset="0"/>
            </a:endParaRPr>
          </a:p>
          <a:p>
            <a:pPr marL="0" indent="0">
              <a:lnSpc>
                <a:spcPct val="110000"/>
              </a:lnSpc>
              <a:spcAft>
                <a:spcPts val="1200"/>
              </a:spcAft>
              <a:buNone/>
            </a:pPr>
            <a:endParaRPr lang="cs-CZ" sz="1800" dirty="0">
              <a:latin typeface="Bahnschrift Light" panose="020B0502040204020203" pitchFamily="34" charset="0"/>
            </a:endParaRPr>
          </a:p>
          <a:p>
            <a:pPr>
              <a:lnSpc>
                <a:spcPct val="110000"/>
              </a:lnSpc>
              <a:spcAft>
                <a:spcPts val="1200"/>
              </a:spcAft>
              <a:buFont typeface="Wingdings" panose="05000000000000000000" pitchFamily="2" charset="2"/>
              <a:buChar char="§"/>
            </a:pPr>
            <a:r>
              <a:rPr lang="cs-CZ" sz="1800" b="1" dirty="0"/>
              <a:t>Synchronní Demodulátor </a:t>
            </a:r>
            <a:r>
              <a:rPr lang="cs-CZ" sz="1800" dirty="0">
                <a:latin typeface="Bahnschrift Light" panose="020B0502040204020203" pitchFamily="34" charset="0"/>
              </a:rPr>
              <a:t>– používá se k demodulaci AM, PSK a QAM, obsahuje oscilátor, který generuje lokální oscilovaný signál. ten se násobí příchozím modulovaným signálem, výsledný signál prochází dolní propustí, která odstraní vysokofrekvenční složky. </a:t>
            </a:r>
            <a:endParaRPr lang="cs-CZ" sz="1800" noProof="0" dirty="0">
              <a:latin typeface="Bahnschrift Light" panose="020B0502040204020203" pitchFamily="34" charset="0"/>
            </a:endParaRPr>
          </a:p>
        </p:txBody>
      </p:sp>
      <p:sp>
        <p:nvSpPr>
          <p:cNvPr id="4" name="TextovéPole 3">
            <a:extLst>
              <a:ext uri="{FF2B5EF4-FFF2-40B4-BE49-F238E27FC236}">
                <a16:creationId xmlns:a16="http://schemas.microsoft.com/office/drawing/2014/main" id="{EAC8686E-5ABC-CA27-549F-0C3B3DF58F2C}"/>
              </a:ext>
            </a:extLst>
          </p:cNvPr>
          <p:cNvSpPr txBox="1"/>
          <p:nvPr/>
        </p:nvSpPr>
        <p:spPr>
          <a:xfrm>
            <a:off x="11738113" y="82412"/>
            <a:ext cx="453887" cy="369332"/>
          </a:xfrm>
          <a:prstGeom prst="rect">
            <a:avLst/>
          </a:prstGeom>
          <a:noFill/>
        </p:spPr>
        <p:txBody>
          <a:bodyPr wrap="square" rtlCol="0">
            <a:spAutoFit/>
          </a:bodyPr>
          <a:lstStyle/>
          <a:p>
            <a:r>
              <a:rPr lang="cs-CZ" dirty="0">
                <a:latin typeface="Bahnschrift" panose="020B0502040204020203" pitchFamily="34" charset="0"/>
              </a:rPr>
              <a:t>11</a:t>
            </a:r>
            <a:endParaRPr lang="cs-CZ" noProof="0" dirty="0">
              <a:latin typeface="Bahnschrift" panose="020B0502040204020203" pitchFamily="34" charset="0"/>
            </a:endParaRPr>
          </a:p>
        </p:txBody>
      </p:sp>
      <p:pic>
        <p:nvPicPr>
          <p:cNvPr id="6" name="Picture 5" descr="A graph showing a red line&#10;&#10;AI-generated content may be incorrect.">
            <a:extLst>
              <a:ext uri="{FF2B5EF4-FFF2-40B4-BE49-F238E27FC236}">
                <a16:creationId xmlns:a16="http://schemas.microsoft.com/office/drawing/2014/main" id="{723C4CA0-B816-5F17-EBDD-4B26671793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2024" y="2019568"/>
            <a:ext cx="2441052" cy="1254700"/>
          </a:xfrm>
          <a:prstGeom prst="rect">
            <a:avLst/>
          </a:prstGeom>
        </p:spPr>
      </p:pic>
      <p:pic>
        <p:nvPicPr>
          <p:cNvPr id="8" name="Picture 7" descr="A black background with a black square&#10;&#10;AI-generated content may be incorrect.">
            <a:extLst>
              <a:ext uri="{FF2B5EF4-FFF2-40B4-BE49-F238E27FC236}">
                <a16:creationId xmlns:a16="http://schemas.microsoft.com/office/drawing/2014/main" id="{6B7C1ED4-1279-14BF-FB47-3747D7A140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8271" y="2052548"/>
            <a:ext cx="2441051" cy="1188741"/>
          </a:xfrm>
          <a:prstGeom prst="rect">
            <a:avLst/>
          </a:prstGeom>
        </p:spPr>
      </p:pic>
      <p:pic>
        <p:nvPicPr>
          <p:cNvPr id="11" name="Picture 10" descr="4">
            <a:extLst>
              <a:ext uri="{FF2B5EF4-FFF2-40B4-BE49-F238E27FC236}">
                <a16:creationId xmlns:a16="http://schemas.microsoft.com/office/drawing/2014/main" id="{B5DE7AC9-9305-11FA-21EC-B7209E3786D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61523" y="4701351"/>
            <a:ext cx="4456323" cy="1786913"/>
          </a:xfrm>
          <a:prstGeom prst="rect">
            <a:avLst/>
          </a:prstGeom>
          <a:noFill/>
          <a:ln>
            <a:noFill/>
          </a:ln>
        </p:spPr>
      </p:pic>
    </p:spTree>
    <p:extLst>
      <p:ext uri="{BB962C8B-B14F-4D97-AF65-F5344CB8AC3E}">
        <p14:creationId xmlns:p14="http://schemas.microsoft.com/office/powerpoint/2010/main" val="1511808144"/>
      </p:ext>
    </p:extLst>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241F8-6180-0A4E-5D7E-14548E77D0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190E5-B438-9780-EBA6-F1A2D68559DB}"/>
              </a:ext>
            </a:extLst>
          </p:cNvPr>
          <p:cNvSpPr>
            <a:spLocks noGrp="1"/>
          </p:cNvSpPr>
          <p:nvPr>
            <p:ph type="title"/>
          </p:nvPr>
        </p:nvSpPr>
        <p:spPr>
          <a:xfrm>
            <a:off x="312751" y="82412"/>
            <a:ext cx="10515600" cy="1325563"/>
          </a:xfrm>
        </p:spPr>
        <p:txBody>
          <a:bodyPr/>
          <a:lstStyle/>
          <a:p>
            <a:r>
              <a:rPr lang="cs-CZ" b="1" dirty="0"/>
              <a:t>TYPY DEMODULACE</a:t>
            </a:r>
            <a:endParaRPr lang="cs-CZ" b="1" noProof="0" dirty="0"/>
          </a:p>
        </p:txBody>
      </p:sp>
      <p:sp>
        <p:nvSpPr>
          <p:cNvPr id="3" name="Content Placeholder 2">
            <a:extLst>
              <a:ext uri="{FF2B5EF4-FFF2-40B4-BE49-F238E27FC236}">
                <a16:creationId xmlns:a16="http://schemas.microsoft.com/office/drawing/2014/main" id="{69AF1679-65A2-5BC8-4B0E-F14A0F0EBA1A}"/>
              </a:ext>
            </a:extLst>
          </p:cNvPr>
          <p:cNvSpPr>
            <a:spLocks noGrp="1"/>
          </p:cNvSpPr>
          <p:nvPr>
            <p:ph idx="1"/>
          </p:nvPr>
        </p:nvSpPr>
        <p:spPr>
          <a:xfrm>
            <a:off x="312751" y="1407975"/>
            <a:ext cx="11558546" cy="4802187"/>
          </a:xfrm>
        </p:spPr>
        <p:txBody>
          <a:bodyPr>
            <a:normAutofit/>
          </a:bodyPr>
          <a:lstStyle/>
          <a:p>
            <a:pPr>
              <a:lnSpc>
                <a:spcPct val="110000"/>
              </a:lnSpc>
              <a:spcAft>
                <a:spcPts val="1200"/>
              </a:spcAft>
              <a:buFont typeface="Wingdings" panose="05000000000000000000" pitchFamily="2" charset="2"/>
              <a:buChar char="§"/>
            </a:pPr>
            <a:r>
              <a:rPr lang="cs-CZ" sz="1800" b="1" noProof="0" dirty="0">
                <a:latin typeface="+mj-lt"/>
              </a:rPr>
              <a:t>Demodulátor PLL </a:t>
            </a:r>
            <a:r>
              <a:rPr lang="cs-CZ" sz="1800" noProof="0" dirty="0">
                <a:latin typeface="Bahnschrift Light" panose="020B0502040204020203" pitchFamily="34" charset="0"/>
              </a:rPr>
              <a:t>– používá fázově uzamčenou smyčku pro získaní modulačního signálu. Používá se pro FM, PM a FSK. PLL uzamkne svůj vnitřní oscilátor na okamžitou frekvenci příchozího signálu. Když se nosná frekvence změní (kvůli modulaci), řídicí napětí PLL se upraví tak, aby smyčka zůstala uzamčena. Toto řídicí napětí je demodulovaným výstupem, protože přímo sleduje frekvenční variace původního základního pásma.</a:t>
            </a:r>
            <a:endParaRPr lang="cs-CZ" sz="1800" dirty="0">
              <a:latin typeface="Bahnschrift Light" panose="020B0502040204020203" pitchFamily="34" charset="0"/>
            </a:endParaRPr>
          </a:p>
        </p:txBody>
      </p:sp>
      <p:sp>
        <p:nvSpPr>
          <p:cNvPr id="4" name="TextovéPole 3">
            <a:extLst>
              <a:ext uri="{FF2B5EF4-FFF2-40B4-BE49-F238E27FC236}">
                <a16:creationId xmlns:a16="http://schemas.microsoft.com/office/drawing/2014/main" id="{1CEA813D-005D-6DD5-363C-CA1D983F5920}"/>
              </a:ext>
            </a:extLst>
          </p:cNvPr>
          <p:cNvSpPr txBox="1"/>
          <p:nvPr/>
        </p:nvSpPr>
        <p:spPr>
          <a:xfrm>
            <a:off x="11738114" y="82412"/>
            <a:ext cx="453886" cy="369332"/>
          </a:xfrm>
          <a:prstGeom prst="rect">
            <a:avLst/>
          </a:prstGeom>
          <a:noFill/>
        </p:spPr>
        <p:txBody>
          <a:bodyPr wrap="square" rtlCol="0">
            <a:spAutoFit/>
          </a:bodyPr>
          <a:lstStyle/>
          <a:p>
            <a:r>
              <a:rPr lang="cs-CZ" dirty="0">
                <a:latin typeface="Bahnschrift" panose="020B0502040204020203" pitchFamily="34" charset="0"/>
              </a:rPr>
              <a:t>12</a:t>
            </a:r>
            <a:endParaRPr lang="cs-CZ" noProof="0" dirty="0">
              <a:latin typeface="Bahnschrift" panose="020B0502040204020203" pitchFamily="34" charset="0"/>
            </a:endParaRPr>
          </a:p>
        </p:txBody>
      </p:sp>
      <p:pic>
        <p:nvPicPr>
          <p:cNvPr id="5" name="Obrázek 3" descr="PLL FM demodulator circuit using XR2212 . Design, working priciple, theory">
            <a:extLst>
              <a:ext uri="{FF2B5EF4-FFF2-40B4-BE49-F238E27FC236}">
                <a16:creationId xmlns:a16="http://schemas.microsoft.com/office/drawing/2014/main" id="{1B1FA914-0095-CA5C-9E55-D61B46817B5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43795" y="2733538"/>
            <a:ext cx="6053511" cy="3521254"/>
          </a:xfrm>
          <a:prstGeom prst="rect">
            <a:avLst/>
          </a:prstGeom>
          <a:noFill/>
          <a:ln>
            <a:noFill/>
          </a:ln>
        </p:spPr>
      </p:pic>
    </p:spTree>
    <p:extLst>
      <p:ext uri="{BB962C8B-B14F-4D97-AF65-F5344CB8AC3E}">
        <p14:creationId xmlns:p14="http://schemas.microsoft.com/office/powerpoint/2010/main" val="3866951739"/>
      </p:ext>
    </p:extLst>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3AD55-10AA-FC3B-2E36-0693812C1567}"/>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38C75AC1-A24A-C188-257A-174D7E5E5E25}"/>
              </a:ext>
            </a:extLst>
          </p:cNvPr>
          <p:cNvSpPr>
            <a:spLocks noGrp="1"/>
          </p:cNvSpPr>
          <p:nvPr>
            <p:ph type="title"/>
          </p:nvPr>
        </p:nvSpPr>
        <p:spPr>
          <a:xfrm>
            <a:off x="838200" y="365125"/>
            <a:ext cx="8091115" cy="918958"/>
          </a:xfrm>
        </p:spPr>
        <p:txBody>
          <a:bodyPr>
            <a:normAutofit/>
          </a:bodyPr>
          <a:lstStyle/>
          <a:p>
            <a:r>
              <a:rPr lang="cs-CZ" b="1" noProof="0" dirty="0">
                <a:latin typeface="Bahnschrift" panose="020B0502040204020203" pitchFamily="34" charset="0"/>
              </a:rPr>
              <a:t>OSCILÁTORY</a:t>
            </a:r>
          </a:p>
        </p:txBody>
      </p:sp>
      <p:sp>
        <p:nvSpPr>
          <p:cNvPr id="3" name="Zástupný obsah 2">
            <a:extLst>
              <a:ext uri="{FF2B5EF4-FFF2-40B4-BE49-F238E27FC236}">
                <a16:creationId xmlns:a16="http://schemas.microsoft.com/office/drawing/2014/main" id="{828B626C-4043-FC98-468B-C1375AAF9BDF}"/>
              </a:ext>
            </a:extLst>
          </p:cNvPr>
          <p:cNvSpPr>
            <a:spLocks noGrp="1"/>
          </p:cNvSpPr>
          <p:nvPr>
            <p:ph idx="1"/>
          </p:nvPr>
        </p:nvSpPr>
        <p:spPr>
          <a:xfrm>
            <a:off x="838200" y="1319811"/>
            <a:ext cx="10603728" cy="4351338"/>
          </a:xfrm>
        </p:spPr>
        <p:txBody>
          <a:bodyPr vert="horz" lIns="91440" tIns="45720" rIns="91440" bIns="45720" rtlCol="0" anchor="t">
            <a:normAutofit/>
          </a:bodyPr>
          <a:lstStyle/>
          <a:p>
            <a:pPr>
              <a:lnSpc>
                <a:spcPct val="100000"/>
              </a:lnSpc>
              <a:spcAft>
                <a:spcPts val="1800"/>
              </a:spcAft>
              <a:buFont typeface="Wingdings" panose="05000000000000000000" pitchFamily="2" charset="2"/>
              <a:buChar char="§"/>
            </a:pPr>
            <a:r>
              <a:rPr lang="cs-CZ" sz="2000" b="1" noProof="0" dirty="0">
                <a:latin typeface="+mj-lt"/>
              </a:rPr>
              <a:t>Oscilátor</a:t>
            </a:r>
            <a:r>
              <a:rPr lang="cs-CZ" sz="2000" noProof="0" dirty="0">
                <a:latin typeface="Bahnschrift Light" panose="020B0502040204020203" pitchFamily="34" charset="0"/>
              </a:rPr>
              <a:t> je obvod, který vytváří stabilní střídavý průběh ze stejnosměrného zdroje napětí bez vnějšího vstupu</a:t>
            </a:r>
          </a:p>
          <a:p>
            <a:pPr>
              <a:lnSpc>
                <a:spcPct val="100000"/>
              </a:lnSpc>
              <a:spcAft>
                <a:spcPts val="1800"/>
              </a:spcAft>
              <a:buFont typeface="Wingdings" panose="05000000000000000000" pitchFamily="2" charset="2"/>
              <a:buChar char="§"/>
            </a:pPr>
            <a:r>
              <a:rPr lang="cs-CZ" sz="2000" noProof="0" dirty="0">
                <a:latin typeface="Bahnschrift Light" panose="020B0502040204020203" pitchFamily="34" charset="0"/>
              </a:rPr>
              <a:t>Převádí jednosměrný proud na střídavý průběh s určitou frekvencí</a:t>
            </a:r>
          </a:p>
          <a:p>
            <a:pPr>
              <a:lnSpc>
                <a:spcPct val="100000"/>
              </a:lnSpc>
              <a:spcAft>
                <a:spcPts val="1800"/>
              </a:spcAft>
              <a:buFont typeface="Wingdings" panose="05000000000000000000" pitchFamily="2" charset="2"/>
              <a:buChar char="§"/>
            </a:pPr>
            <a:r>
              <a:rPr lang="cs-CZ" sz="2000" noProof="0" dirty="0">
                <a:latin typeface="Bahnschrift Light" panose="020B0502040204020203" pitchFamily="34" charset="0"/>
              </a:rPr>
              <a:t>Oscilátory dělíme na harmonické (lineární) a relaxační (nelineární)</a:t>
            </a:r>
            <a:br>
              <a:rPr lang="cs-CZ" sz="2000" noProof="0" dirty="0">
                <a:latin typeface="Bahnschrift Light" panose="020B0502040204020203" pitchFamily="34" charset="0"/>
              </a:rPr>
            </a:br>
            <a:r>
              <a:rPr lang="cs-CZ" sz="2000" noProof="0" dirty="0">
                <a:latin typeface="Bahnschrift Light" panose="020B0502040204020203" pitchFamily="34" charset="0"/>
              </a:rPr>
              <a:t>Harmonické vytvářejí sinusový průběh, kde relaxační vytvářejí nesinusový (obdélník, pila)</a:t>
            </a:r>
          </a:p>
        </p:txBody>
      </p:sp>
      <p:sp>
        <p:nvSpPr>
          <p:cNvPr id="4" name="TextovéPole 3">
            <a:extLst>
              <a:ext uri="{FF2B5EF4-FFF2-40B4-BE49-F238E27FC236}">
                <a16:creationId xmlns:a16="http://schemas.microsoft.com/office/drawing/2014/main" id="{DCE838AB-0F78-4BDD-89A5-1FD5AF4B3AAF}"/>
              </a:ext>
            </a:extLst>
          </p:cNvPr>
          <p:cNvSpPr txBox="1"/>
          <p:nvPr/>
        </p:nvSpPr>
        <p:spPr>
          <a:xfrm>
            <a:off x="11738113" y="82412"/>
            <a:ext cx="565465" cy="369332"/>
          </a:xfrm>
          <a:prstGeom prst="rect">
            <a:avLst/>
          </a:prstGeom>
          <a:noFill/>
        </p:spPr>
        <p:txBody>
          <a:bodyPr wrap="square" rtlCol="0">
            <a:spAutoFit/>
          </a:bodyPr>
          <a:lstStyle/>
          <a:p>
            <a:r>
              <a:rPr lang="cs-CZ" noProof="0" dirty="0">
                <a:latin typeface="Bahnschrift" panose="020B0502040204020203" pitchFamily="34" charset="0"/>
              </a:rPr>
              <a:t>13</a:t>
            </a:r>
          </a:p>
        </p:txBody>
      </p:sp>
      <p:pic>
        <p:nvPicPr>
          <p:cNvPr id="7" name="Picture 6" descr="A diagram of a structure&#10;&#10;AI-generated content may be incorrect.">
            <a:extLst>
              <a:ext uri="{FF2B5EF4-FFF2-40B4-BE49-F238E27FC236}">
                <a16:creationId xmlns:a16="http://schemas.microsoft.com/office/drawing/2014/main" id="{DEF0B1BD-F7D8-EA28-06C4-ACCC8F1271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3448" y="3859866"/>
            <a:ext cx="6653089" cy="2378565"/>
          </a:xfrm>
          <a:prstGeom prst="rect">
            <a:avLst/>
          </a:prstGeom>
        </p:spPr>
      </p:pic>
    </p:spTree>
    <p:extLst>
      <p:ext uri="{BB962C8B-B14F-4D97-AF65-F5344CB8AC3E}">
        <p14:creationId xmlns:p14="http://schemas.microsoft.com/office/powerpoint/2010/main" val="83415742"/>
      </p:ext>
    </p:extLst>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D60C1-D268-5F1B-BA08-0BCCC0D2923A}"/>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CFB8C640-B431-6971-E882-390EB2B4D1AC}"/>
              </a:ext>
            </a:extLst>
          </p:cNvPr>
          <p:cNvSpPr>
            <a:spLocks noGrp="1"/>
          </p:cNvSpPr>
          <p:nvPr>
            <p:ph type="title"/>
          </p:nvPr>
        </p:nvSpPr>
        <p:spPr>
          <a:xfrm>
            <a:off x="838200" y="365125"/>
            <a:ext cx="8091115" cy="918958"/>
          </a:xfrm>
        </p:spPr>
        <p:txBody>
          <a:bodyPr>
            <a:normAutofit fontScale="90000"/>
          </a:bodyPr>
          <a:lstStyle/>
          <a:p>
            <a:r>
              <a:rPr lang="cs-CZ" b="1" noProof="0" dirty="0">
                <a:latin typeface="Bahnschrift" panose="020B0502040204020203" pitchFamily="34" charset="0"/>
              </a:rPr>
              <a:t>TYPY OSCILÁTORŮ - HARMONICKÉ</a:t>
            </a:r>
          </a:p>
        </p:txBody>
      </p:sp>
      <p:sp>
        <p:nvSpPr>
          <p:cNvPr id="3" name="Zástupný obsah 2">
            <a:extLst>
              <a:ext uri="{FF2B5EF4-FFF2-40B4-BE49-F238E27FC236}">
                <a16:creationId xmlns:a16="http://schemas.microsoft.com/office/drawing/2014/main" id="{4578FAD0-A36D-B4CA-BB5D-6B7EA55E714F}"/>
              </a:ext>
            </a:extLst>
          </p:cNvPr>
          <p:cNvSpPr>
            <a:spLocks noGrp="1"/>
          </p:cNvSpPr>
          <p:nvPr>
            <p:ph idx="1"/>
          </p:nvPr>
        </p:nvSpPr>
        <p:spPr>
          <a:xfrm>
            <a:off x="838200" y="1319811"/>
            <a:ext cx="10603728" cy="4351338"/>
          </a:xfrm>
        </p:spPr>
        <p:txBody>
          <a:bodyPr vert="horz" lIns="91440" tIns="45720" rIns="91440" bIns="45720" rtlCol="0" anchor="t">
            <a:normAutofit/>
          </a:bodyPr>
          <a:lstStyle/>
          <a:p>
            <a:pPr>
              <a:lnSpc>
                <a:spcPct val="100000"/>
              </a:lnSpc>
              <a:spcAft>
                <a:spcPts val="1800"/>
              </a:spcAft>
              <a:buFont typeface="Wingdings" panose="05000000000000000000" pitchFamily="2" charset="2"/>
              <a:buChar char="§"/>
            </a:pPr>
            <a:r>
              <a:rPr lang="cs-CZ" sz="2000" b="1" noProof="0" dirty="0">
                <a:latin typeface="+mj-lt"/>
              </a:rPr>
              <a:t>RC Oscilátory</a:t>
            </a:r>
            <a:r>
              <a:rPr lang="cs-CZ" sz="2000" noProof="0" dirty="0">
                <a:latin typeface="Bahnschrift Light" panose="020B0502040204020203" pitchFamily="34" charset="0"/>
              </a:rPr>
              <a:t>: Oscilátory využívající kombinaci rezistorů a kondenzátorů k vytvoření fázového posunu nebo časové konstanty, která určuje výslednou frekvenci. </a:t>
            </a:r>
            <a:br>
              <a:rPr lang="cs-CZ" sz="2000" noProof="0" dirty="0">
                <a:latin typeface="Bahnschrift Light" panose="020B0502040204020203" pitchFamily="34" charset="0"/>
              </a:rPr>
            </a:br>
            <a:r>
              <a:rPr lang="cs-CZ" sz="2000" noProof="0" dirty="0">
                <a:latin typeface="Bahnschrift Light" panose="020B0502040204020203" pitchFamily="34" charset="0"/>
              </a:rPr>
              <a:t>(</a:t>
            </a:r>
            <a:r>
              <a:rPr lang="cs-CZ" sz="2000" b="1" noProof="0" dirty="0" err="1">
                <a:latin typeface="+mj-lt"/>
              </a:rPr>
              <a:t>Wienův</a:t>
            </a:r>
            <a:r>
              <a:rPr lang="cs-CZ" sz="2000" b="1" noProof="0" dirty="0">
                <a:latin typeface="+mj-lt"/>
              </a:rPr>
              <a:t> článek</a:t>
            </a:r>
            <a:r>
              <a:rPr lang="cs-CZ" sz="2000" noProof="0" dirty="0">
                <a:latin typeface="Bahnschrift Light" panose="020B0502040204020203" pitchFamily="34" charset="0"/>
              </a:rPr>
              <a:t>, </a:t>
            </a:r>
            <a:r>
              <a:rPr lang="cs-CZ" sz="2000" b="1" noProof="0" dirty="0" err="1">
                <a:latin typeface="+mj-lt"/>
              </a:rPr>
              <a:t>Fázovy</a:t>
            </a:r>
            <a:r>
              <a:rPr lang="cs-CZ" sz="2000" b="1" noProof="0" dirty="0">
                <a:latin typeface="+mj-lt"/>
              </a:rPr>
              <a:t> posun s 3 RC články</a:t>
            </a:r>
            <a:r>
              <a:rPr lang="cs-CZ" sz="2000" noProof="0" dirty="0">
                <a:latin typeface="Bahnschrift Light" panose="020B0502040204020203" pitchFamily="34" charset="0"/>
              </a:rPr>
              <a:t>)</a:t>
            </a:r>
          </a:p>
        </p:txBody>
      </p:sp>
      <p:sp>
        <p:nvSpPr>
          <p:cNvPr id="4" name="TextovéPole 3">
            <a:extLst>
              <a:ext uri="{FF2B5EF4-FFF2-40B4-BE49-F238E27FC236}">
                <a16:creationId xmlns:a16="http://schemas.microsoft.com/office/drawing/2014/main" id="{927050FE-0A47-7901-D697-8AD74D7097C6}"/>
              </a:ext>
            </a:extLst>
          </p:cNvPr>
          <p:cNvSpPr txBox="1"/>
          <p:nvPr/>
        </p:nvSpPr>
        <p:spPr>
          <a:xfrm>
            <a:off x="11738114" y="82412"/>
            <a:ext cx="453886" cy="369332"/>
          </a:xfrm>
          <a:prstGeom prst="rect">
            <a:avLst/>
          </a:prstGeom>
          <a:noFill/>
        </p:spPr>
        <p:txBody>
          <a:bodyPr wrap="square" rtlCol="0">
            <a:spAutoFit/>
          </a:bodyPr>
          <a:lstStyle/>
          <a:p>
            <a:r>
              <a:rPr lang="cs-CZ" noProof="0" dirty="0">
                <a:latin typeface="Bahnschrift" panose="020B0502040204020203" pitchFamily="34" charset="0"/>
              </a:rPr>
              <a:t>14</a:t>
            </a:r>
          </a:p>
        </p:txBody>
      </p:sp>
      <p:pic>
        <p:nvPicPr>
          <p:cNvPr id="6" name="Picture 5" descr="A diagram of a circuit&#10;&#10;AI-generated content may be incorrect.">
            <a:extLst>
              <a:ext uri="{FF2B5EF4-FFF2-40B4-BE49-F238E27FC236}">
                <a16:creationId xmlns:a16="http://schemas.microsoft.com/office/drawing/2014/main" id="{749281AA-E756-5FBC-07D7-2A197588FE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5159" y="2569535"/>
            <a:ext cx="3327305" cy="2461527"/>
          </a:xfrm>
          <a:prstGeom prst="rect">
            <a:avLst/>
          </a:prstGeom>
        </p:spPr>
      </p:pic>
      <p:pic>
        <p:nvPicPr>
          <p:cNvPr id="9" name="Picture 8" descr="A diagram of electrical circuits&#10;&#10;AI-generated content may be incorrect.">
            <a:extLst>
              <a:ext uri="{FF2B5EF4-FFF2-40B4-BE49-F238E27FC236}">
                <a16:creationId xmlns:a16="http://schemas.microsoft.com/office/drawing/2014/main" id="{F8D63A7A-5924-9813-6DEE-DB10B19DE1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8688" y="2815612"/>
            <a:ext cx="4526233" cy="2293699"/>
          </a:xfrm>
          <a:prstGeom prst="rect">
            <a:avLst/>
          </a:prstGeom>
        </p:spPr>
      </p:pic>
      <p:sp>
        <p:nvSpPr>
          <p:cNvPr id="10" name="TextBox 9">
            <a:extLst>
              <a:ext uri="{FF2B5EF4-FFF2-40B4-BE49-F238E27FC236}">
                <a16:creationId xmlns:a16="http://schemas.microsoft.com/office/drawing/2014/main" id="{51B1E21C-D7DE-05FA-E13C-67C3E5B56FD4}"/>
              </a:ext>
            </a:extLst>
          </p:cNvPr>
          <p:cNvSpPr txBox="1"/>
          <p:nvPr/>
        </p:nvSpPr>
        <p:spPr>
          <a:xfrm>
            <a:off x="1927078" y="5076524"/>
            <a:ext cx="2342771" cy="461665"/>
          </a:xfrm>
          <a:prstGeom prst="rect">
            <a:avLst/>
          </a:prstGeom>
          <a:noFill/>
        </p:spPr>
        <p:txBody>
          <a:bodyPr wrap="square" rtlCol="0">
            <a:spAutoFit/>
          </a:bodyPr>
          <a:lstStyle/>
          <a:p>
            <a:r>
              <a:rPr lang="cs-CZ" sz="2400" b="1" dirty="0" err="1"/>
              <a:t>Wienův</a:t>
            </a:r>
            <a:r>
              <a:rPr lang="cs-CZ" sz="2400" b="1" dirty="0"/>
              <a:t> článek</a:t>
            </a:r>
            <a:endParaRPr lang="cs-CZ" sz="2400" b="1" dirty="0">
              <a:latin typeface="+mj-lt"/>
            </a:endParaRPr>
          </a:p>
        </p:txBody>
      </p:sp>
      <p:sp>
        <p:nvSpPr>
          <p:cNvPr id="11" name="TextBox 10">
            <a:extLst>
              <a:ext uri="{FF2B5EF4-FFF2-40B4-BE49-F238E27FC236}">
                <a16:creationId xmlns:a16="http://schemas.microsoft.com/office/drawing/2014/main" id="{07DA2498-3EB1-BFB6-05A0-FD54587BE98D}"/>
              </a:ext>
            </a:extLst>
          </p:cNvPr>
          <p:cNvSpPr txBox="1"/>
          <p:nvPr/>
        </p:nvSpPr>
        <p:spPr>
          <a:xfrm>
            <a:off x="6858213" y="5109311"/>
            <a:ext cx="2754915" cy="461665"/>
          </a:xfrm>
          <a:prstGeom prst="rect">
            <a:avLst/>
          </a:prstGeom>
          <a:noFill/>
        </p:spPr>
        <p:txBody>
          <a:bodyPr wrap="square" rtlCol="0">
            <a:spAutoFit/>
          </a:bodyPr>
          <a:lstStyle/>
          <a:p>
            <a:r>
              <a:rPr lang="cs-CZ" sz="2400" b="1" dirty="0" err="1">
                <a:latin typeface="+mj-lt"/>
              </a:rPr>
              <a:t>Fázovy</a:t>
            </a:r>
            <a:r>
              <a:rPr lang="cs-CZ" sz="2400" b="1" dirty="0">
                <a:latin typeface="+mj-lt"/>
              </a:rPr>
              <a:t> posun RC</a:t>
            </a:r>
          </a:p>
        </p:txBody>
      </p:sp>
    </p:spTree>
    <p:extLst>
      <p:ext uri="{BB962C8B-B14F-4D97-AF65-F5344CB8AC3E}">
        <p14:creationId xmlns:p14="http://schemas.microsoft.com/office/powerpoint/2010/main" val="2453342359"/>
      </p:ext>
    </p:extLst>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CE74B-4FB1-3CC1-2E12-80956651E10B}"/>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0AF2DCC2-F10C-44BB-8159-DF03C0372E02}"/>
              </a:ext>
            </a:extLst>
          </p:cNvPr>
          <p:cNvSpPr>
            <a:spLocks noGrp="1"/>
          </p:cNvSpPr>
          <p:nvPr>
            <p:ph type="title"/>
          </p:nvPr>
        </p:nvSpPr>
        <p:spPr>
          <a:xfrm>
            <a:off x="838200" y="365125"/>
            <a:ext cx="8091115" cy="918958"/>
          </a:xfrm>
        </p:spPr>
        <p:txBody>
          <a:bodyPr>
            <a:normAutofit fontScale="90000"/>
          </a:bodyPr>
          <a:lstStyle/>
          <a:p>
            <a:r>
              <a:rPr lang="cs-CZ" b="1" noProof="0" dirty="0">
                <a:latin typeface="Bahnschrift" panose="020B0502040204020203" pitchFamily="34" charset="0"/>
              </a:rPr>
              <a:t>TYPY OSCILÁTORŮ - HARMONICKÉ</a:t>
            </a:r>
          </a:p>
        </p:txBody>
      </p:sp>
      <p:sp>
        <p:nvSpPr>
          <p:cNvPr id="3" name="Zástupný obsah 2">
            <a:extLst>
              <a:ext uri="{FF2B5EF4-FFF2-40B4-BE49-F238E27FC236}">
                <a16:creationId xmlns:a16="http://schemas.microsoft.com/office/drawing/2014/main" id="{75B3EAC0-A81D-1EBF-A3CE-B0212ED1D5C9}"/>
              </a:ext>
            </a:extLst>
          </p:cNvPr>
          <p:cNvSpPr>
            <a:spLocks noGrp="1"/>
          </p:cNvSpPr>
          <p:nvPr>
            <p:ph idx="1"/>
          </p:nvPr>
        </p:nvSpPr>
        <p:spPr>
          <a:xfrm>
            <a:off x="838200" y="1319811"/>
            <a:ext cx="10603728" cy="4351338"/>
          </a:xfrm>
        </p:spPr>
        <p:txBody>
          <a:bodyPr vert="horz" lIns="91440" tIns="45720" rIns="91440" bIns="45720" rtlCol="0" anchor="t">
            <a:normAutofit/>
          </a:bodyPr>
          <a:lstStyle/>
          <a:p>
            <a:pPr>
              <a:lnSpc>
                <a:spcPct val="100000"/>
              </a:lnSpc>
              <a:spcAft>
                <a:spcPts val="1800"/>
              </a:spcAft>
              <a:buFont typeface="Wingdings" panose="05000000000000000000" pitchFamily="2" charset="2"/>
              <a:buChar char="§"/>
            </a:pPr>
            <a:r>
              <a:rPr lang="cs-CZ" sz="2000" b="1" noProof="0" dirty="0">
                <a:latin typeface="+mj-lt"/>
              </a:rPr>
              <a:t>LC Oscilátory</a:t>
            </a:r>
            <a:r>
              <a:rPr lang="cs-CZ" sz="2000" noProof="0" dirty="0">
                <a:latin typeface="Bahnschrift Light" panose="020B0502040204020203" pitchFamily="34" charset="0"/>
              </a:rPr>
              <a:t>: Oscilátory založený na rezonančním obvodu tvořeném indukčností a kapacitou. Kombinace L a C vytváří přirozenou rezonanční frekvenci. </a:t>
            </a:r>
            <a:br>
              <a:rPr lang="cs-CZ" sz="2000" noProof="0" dirty="0">
                <a:latin typeface="Bahnschrift Light" panose="020B0502040204020203" pitchFamily="34" charset="0"/>
              </a:rPr>
            </a:br>
            <a:r>
              <a:rPr lang="cs-CZ" sz="2000" noProof="0" dirty="0">
                <a:latin typeface="Bahnschrift Light" panose="020B0502040204020203" pitchFamily="34" charset="0"/>
              </a:rPr>
              <a:t>(</a:t>
            </a:r>
            <a:r>
              <a:rPr lang="cs-CZ" sz="2000" b="1" noProof="0" dirty="0" err="1">
                <a:latin typeface="+mj-lt"/>
              </a:rPr>
              <a:t>Colpitts</a:t>
            </a:r>
            <a:r>
              <a:rPr lang="cs-CZ" sz="2000" noProof="0" dirty="0">
                <a:latin typeface="Bahnschrift Light" panose="020B0502040204020203" pitchFamily="34" charset="0"/>
              </a:rPr>
              <a:t>, </a:t>
            </a:r>
            <a:r>
              <a:rPr lang="cs-CZ" sz="2000" b="1" noProof="0" dirty="0" err="1">
                <a:latin typeface="+mj-lt"/>
              </a:rPr>
              <a:t>Hartley</a:t>
            </a:r>
            <a:r>
              <a:rPr lang="cs-CZ" sz="2000" noProof="0" dirty="0">
                <a:latin typeface="Bahnschrift Light" panose="020B0502040204020203" pitchFamily="34" charset="0"/>
              </a:rPr>
              <a:t>, </a:t>
            </a:r>
            <a:r>
              <a:rPr lang="cs-CZ" sz="2000" b="1" noProof="0" dirty="0" err="1">
                <a:latin typeface="+mj-lt"/>
              </a:rPr>
              <a:t>Clapp</a:t>
            </a:r>
            <a:r>
              <a:rPr lang="cs-CZ" sz="2000" noProof="0" dirty="0">
                <a:latin typeface="Bahnschrift Light" panose="020B0502040204020203" pitchFamily="34" charset="0"/>
              </a:rPr>
              <a:t>) </a:t>
            </a:r>
          </a:p>
        </p:txBody>
      </p:sp>
      <p:sp>
        <p:nvSpPr>
          <p:cNvPr id="4" name="TextovéPole 3">
            <a:extLst>
              <a:ext uri="{FF2B5EF4-FFF2-40B4-BE49-F238E27FC236}">
                <a16:creationId xmlns:a16="http://schemas.microsoft.com/office/drawing/2014/main" id="{5F88D9A6-3D9A-8766-39C5-C489BC08F4EC}"/>
              </a:ext>
            </a:extLst>
          </p:cNvPr>
          <p:cNvSpPr txBox="1"/>
          <p:nvPr/>
        </p:nvSpPr>
        <p:spPr>
          <a:xfrm>
            <a:off x="11738114" y="82412"/>
            <a:ext cx="453886" cy="369332"/>
          </a:xfrm>
          <a:prstGeom prst="rect">
            <a:avLst/>
          </a:prstGeom>
          <a:noFill/>
        </p:spPr>
        <p:txBody>
          <a:bodyPr wrap="square" rtlCol="0">
            <a:spAutoFit/>
          </a:bodyPr>
          <a:lstStyle/>
          <a:p>
            <a:r>
              <a:rPr lang="cs-CZ" noProof="0" dirty="0">
                <a:latin typeface="Bahnschrift" panose="020B0502040204020203" pitchFamily="34" charset="0"/>
              </a:rPr>
              <a:t>15</a:t>
            </a:r>
          </a:p>
        </p:txBody>
      </p:sp>
      <p:sp>
        <p:nvSpPr>
          <p:cNvPr id="10" name="TextBox 9">
            <a:extLst>
              <a:ext uri="{FF2B5EF4-FFF2-40B4-BE49-F238E27FC236}">
                <a16:creationId xmlns:a16="http://schemas.microsoft.com/office/drawing/2014/main" id="{C4FECFBC-3158-E884-FFF2-BD939F5C2B94}"/>
              </a:ext>
            </a:extLst>
          </p:cNvPr>
          <p:cNvSpPr txBox="1"/>
          <p:nvPr/>
        </p:nvSpPr>
        <p:spPr>
          <a:xfrm>
            <a:off x="1912237" y="5440316"/>
            <a:ext cx="1338636" cy="461665"/>
          </a:xfrm>
          <a:prstGeom prst="rect">
            <a:avLst/>
          </a:prstGeom>
          <a:noFill/>
        </p:spPr>
        <p:txBody>
          <a:bodyPr wrap="square" rtlCol="0">
            <a:spAutoFit/>
          </a:bodyPr>
          <a:lstStyle/>
          <a:p>
            <a:r>
              <a:rPr lang="cs-CZ" sz="2400" b="1" dirty="0" err="1"/>
              <a:t>Colpitts</a:t>
            </a:r>
            <a:endParaRPr lang="cs-CZ" sz="2400" b="1" dirty="0">
              <a:latin typeface="+mj-lt"/>
            </a:endParaRPr>
          </a:p>
        </p:txBody>
      </p:sp>
      <p:pic>
        <p:nvPicPr>
          <p:cNvPr id="7" name="Picture 6" descr="A diagram of a circuit&#10;&#10;AI-generated content may be incorrect.">
            <a:extLst>
              <a:ext uri="{FF2B5EF4-FFF2-40B4-BE49-F238E27FC236}">
                <a16:creationId xmlns:a16="http://schemas.microsoft.com/office/drawing/2014/main" id="{3C41C8B2-2481-D101-DB8B-29E7932024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832" y="2773891"/>
            <a:ext cx="3213446" cy="2630697"/>
          </a:xfrm>
          <a:prstGeom prst="rect">
            <a:avLst/>
          </a:prstGeom>
        </p:spPr>
      </p:pic>
      <p:pic>
        <p:nvPicPr>
          <p:cNvPr id="12" name="Picture 11" descr="A diagram of a circuit&#10;&#10;AI-generated content may be incorrect.">
            <a:extLst>
              <a:ext uri="{FF2B5EF4-FFF2-40B4-BE49-F238E27FC236}">
                <a16:creationId xmlns:a16="http://schemas.microsoft.com/office/drawing/2014/main" id="{3B6D0E80-04E4-6816-A9BA-79E349777E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95935" y="2562173"/>
            <a:ext cx="3282600" cy="2773670"/>
          </a:xfrm>
          <a:prstGeom prst="rect">
            <a:avLst/>
          </a:prstGeom>
        </p:spPr>
      </p:pic>
      <p:sp>
        <p:nvSpPr>
          <p:cNvPr id="15" name="TextBox 14">
            <a:extLst>
              <a:ext uri="{FF2B5EF4-FFF2-40B4-BE49-F238E27FC236}">
                <a16:creationId xmlns:a16="http://schemas.microsoft.com/office/drawing/2014/main" id="{0847E43E-D6BB-15EF-6609-E33695B9F5E8}"/>
              </a:ext>
            </a:extLst>
          </p:cNvPr>
          <p:cNvSpPr txBox="1"/>
          <p:nvPr/>
        </p:nvSpPr>
        <p:spPr>
          <a:xfrm>
            <a:off x="5426682" y="5476044"/>
            <a:ext cx="1338636" cy="461665"/>
          </a:xfrm>
          <a:prstGeom prst="rect">
            <a:avLst/>
          </a:prstGeom>
          <a:noFill/>
        </p:spPr>
        <p:txBody>
          <a:bodyPr wrap="square" rtlCol="0">
            <a:spAutoFit/>
          </a:bodyPr>
          <a:lstStyle/>
          <a:p>
            <a:r>
              <a:rPr lang="cs-CZ" sz="2400" b="1" dirty="0" err="1"/>
              <a:t>Hartley</a:t>
            </a:r>
            <a:endParaRPr lang="cs-CZ" sz="2400" b="1" dirty="0">
              <a:latin typeface="+mj-lt"/>
            </a:endParaRPr>
          </a:p>
        </p:txBody>
      </p:sp>
      <p:pic>
        <p:nvPicPr>
          <p:cNvPr id="17" name="Picture 16" descr="A diagram of a circuit&#10;&#10;AI-generated content may be incorrect.">
            <a:extLst>
              <a:ext uri="{FF2B5EF4-FFF2-40B4-BE49-F238E27FC236}">
                <a16:creationId xmlns:a16="http://schemas.microsoft.com/office/drawing/2014/main" id="{D39A30CC-23C5-2DF5-7B9F-1F29ED61D2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39003" y="2562173"/>
            <a:ext cx="2814797" cy="2794975"/>
          </a:xfrm>
          <a:prstGeom prst="rect">
            <a:avLst/>
          </a:prstGeom>
        </p:spPr>
      </p:pic>
      <p:sp>
        <p:nvSpPr>
          <p:cNvPr id="18" name="TextBox 17">
            <a:extLst>
              <a:ext uri="{FF2B5EF4-FFF2-40B4-BE49-F238E27FC236}">
                <a16:creationId xmlns:a16="http://schemas.microsoft.com/office/drawing/2014/main" id="{8ED7EFB5-83C6-0E7C-EC69-2FF7BCD33411}"/>
              </a:ext>
            </a:extLst>
          </p:cNvPr>
          <p:cNvSpPr txBox="1"/>
          <p:nvPr/>
        </p:nvSpPr>
        <p:spPr>
          <a:xfrm>
            <a:off x="9391383" y="5467711"/>
            <a:ext cx="1338636" cy="461665"/>
          </a:xfrm>
          <a:prstGeom prst="rect">
            <a:avLst/>
          </a:prstGeom>
          <a:noFill/>
        </p:spPr>
        <p:txBody>
          <a:bodyPr wrap="square" rtlCol="0">
            <a:spAutoFit/>
          </a:bodyPr>
          <a:lstStyle/>
          <a:p>
            <a:r>
              <a:rPr lang="cs-CZ" sz="2400" b="1" dirty="0" err="1">
                <a:latin typeface="+mj-lt"/>
              </a:rPr>
              <a:t>Clapp</a:t>
            </a:r>
            <a:endParaRPr lang="cs-CZ" sz="2400" b="1" dirty="0">
              <a:latin typeface="+mj-lt"/>
            </a:endParaRPr>
          </a:p>
        </p:txBody>
      </p:sp>
    </p:spTree>
    <p:extLst>
      <p:ext uri="{BB962C8B-B14F-4D97-AF65-F5344CB8AC3E}">
        <p14:creationId xmlns:p14="http://schemas.microsoft.com/office/powerpoint/2010/main" val="4033873807"/>
      </p:ext>
    </p:extLst>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62E13-504E-FC52-C17B-7E0C843F9638}"/>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64F2E34B-F31A-4F67-55D2-F817B6F21E6C}"/>
              </a:ext>
            </a:extLst>
          </p:cNvPr>
          <p:cNvSpPr>
            <a:spLocks noGrp="1"/>
          </p:cNvSpPr>
          <p:nvPr>
            <p:ph type="title"/>
          </p:nvPr>
        </p:nvSpPr>
        <p:spPr>
          <a:xfrm>
            <a:off x="838200" y="365125"/>
            <a:ext cx="8091115" cy="918958"/>
          </a:xfrm>
        </p:spPr>
        <p:txBody>
          <a:bodyPr>
            <a:normAutofit fontScale="90000"/>
          </a:bodyPr>
          <a:lstStyle/>
          <a:p>
            <a:r>
              <a:rPr lang="cs-CZ" b="1" noProof="0" dirty="0">
                <a:latin typeface="Bahnschrift" panose="020B0502040204020203" pitchFamily="34" charset="0"/>
              </a:rPr>
              <a:t>TYPY OSCILÁTORŮ - HARMONICKÉ</a:t>
            </a:r>
          </a:p>
        </p:txBody>
      </p:sp>
      <p:sp>
        <p:nvSpPr>
          <p:cNvPr id="3" name="Zástupný obsah 2">
            <a:extLst>
              <a:ext uri="{FF2B5EF4-FFF2-40B4-BE49-F238E27FC236}">
                <a16:creationId xmlns:a16="http://schemas.microsoft.com/office/drawing/2014/main" id="{1DF38347-5D4F-658A-C51F-4019CA5C29C5}"/>
              </a:ext>
            </a:extLst>
          </p:cNvPr>
          <p:cNvSpPr>
            <a:spLocks noGrp="1"/>
          </p:cNvSpPr>
          <p:nvPr>
            <p:ph idx="1"/>
          </p:nvPr>
        </p:nvSpPr>
        <p:spPr>
          <a:xfrm>
            <a:off x="838200" y="1319811"/>
            <a:ext cx="10603728" cy="4351338"/>
          </a:xfrm>
        </p:spPr>
        <p:txBody>
          <a:bodyPr vert="horz" lIns="91440" tIns="45720" rIns="91440" bIns="45720" rtlCol="0" anchor="t">
            <a:normAutofit/>
          </a:bodyPr>
          <a:lstStyle/>
          <a:p>
            <a:pPr>
              <a:lnSpc>
                <a:spcPct val="100000"/>
              </a:lnSpc>
              <a:spcAft>
                <a:spcPts val="1800"/>
              </a:spcAft>
              <a:buFont typeface="Wingdings" panose="05000000000000000000" pitchFamily="2" charset="2"/>
              <a:buChar char="§"/>
            </a:pPr>
            <a:r>
              <a:rPr lang="cs-CZ" sz="2000" b="1" noProof="0" dirty="0">
                <a:latin typeface="+mj-lt"/>
              </a:rPr>
              <a:t>Krystalové oscilátory</a:t>
            </a:r>
            <a:r>
              <a:rPr lang="cs-CZ" sz="2000" noProof="0" dirty="0">
                <a:latin typeface="Bahnschrift Light" panose="020B0502040204020203" pitchFamily="34" charset="0"/>
              </a:rPr>
              <a:t>: Krystalové oscilátory používají jako rezonanční prvek křemenný krystal. Když je na krystal přivedeno napětí, krystal mechanicky vibruje což vytváří odpovídající elektrické oscilace.</a:t>
            </a:r>
            <a:br>
              <a:rPr lang="cs-CZ" sz="2000" dirty="0">
                <a:latin typeface="Bahnschrift Light" panose="020B0502040204020203" pitchFamily="34" charset="0"/>
              </a:rPr>
            </a:br>
            <a:endParaRPr lang="cs-CZ" sz="2000" noProof="0" dirty="0">
              <a:latin typeface="Bahnschrift Light" panose="020B0502040204020203" pitchFamily="34" charset="0"/>
            </a:endParaRPr>
          </a:p>
        </p:txBody>
      </p:sp>
      <p:sp>
        <p:nvSpPr>
          <p:cNvPr id="4" name="TextovéPole 3">
            <a:extLst>
              <a:ext uri="{FF2B5EF4-FFF2-40B4-BE49-F238E27FC236}">
                <a16:creationId xmlns:a16="http://schemas.microsoft.com/office/drawing/2014/main" id="{A60C393A-6132-6F06-50C1-37B609E92428}"/>
              </a:ext>
            </a:extLst>
          </p:cNvPr>
          <p:cNvSpPr txBox="1"/>
          <p:nvPr/>
        </p:nvSpPr>
        <p:spPr>
          <a:xfrm>
            <a:off x="11738113" y="82412"/>
            <a:ext cx="589957" cy="369332"/>
          </a:xfrm>
          <a:prstGeom prst="rect">
            <a:avLst/>
          </a:prstGeom>
          <a:noFill/>
        </p:spPr>
        <p:txBody>
          <a:bodyPr wrap="square" rtlCol="0">
            <a:spAutoFit/>
          </a:bodyPr>
          <a:lstStyle/>
          <a:p>
            <a:r>
              <a:rPr lang="cs-CZ" noProof="0" dirty="0">
                <a:latin typeface="Bahnschrift" panose="020B0502040204020203" pitchFamily="34" charset="0"/>
              </a:rPr>
              <a:t>16</a:t>
            </a:r>
          </a:p>
        </p:txBody>
      </p:sp>
      <p:sp>
        <p:nvSpPr>
          <p:cNvPr id="10" name="TextBox 9">
            <a:extLst>
              <a:ext uri="{FF2B5EF4-FFF2-40B4-BE49-F238E27FC236}">
                <a16:creationId xmlns:a16="http://schemas.microsoft.com/office/drawing/2014/main" id="{857315E8-2CD6-D2A4-1684-3A8DDEF310DB}"/>
              </a:ext>
            </a:extLst>
          </p:cNvPr>
          <p:cNvSpPr txBox="1"/>
          <p:nvPr/>
        </p:nvSpPr>
        <p:spPr>
          <a:xfrm>
            <a:off x="8819226" y="4141363"/>
            <a:ext cx="3076143" cy="338554"/>
          </a:xfrm>
          <a:prstGeom prst="rect">
            <a:avLst/>
          </a:prstGeom>
          <a:noFill/>
        </p:spPr>
        <p:txBody>
          <a:bodyPr wrap="square" rtlCol="0">
            <a:spAutoFit/>
          </a:bodyPr>
          <a:lstStyle/>
          <a:p>
            <a:r>
              <a:rPr lang="cs-CZ" sz="1600" dirty="0">
                <a:latin typeface="Bahnschrift Light" panose="020B0502040204020203" pitchFamily="34" charset="0"/>
              </a:rPr>
              <a:t>16MHz oscilátor v THT pouzdře</a:t>
            </a:r>
          </a:p>
        </p:txBody>
      </p:sp>
      <p:sp>
        <p:nvSpPr>
          <p:cNvPr id="15" name="TextBox 14">
            <a:extLst>
              <a:ext uri="{FF2B5EF4-FFF2-40B4-BE49-F238E27FC236}">
                <a16:creationId xmlns:a16="http://schemas.microsoft.com/office/drawing/2014/main" id="{96E11D26-3DDF-9543-6955-DC2850143182}"/>
              </a:ext>
            </a:extLst>
          </p:cNvPr>
          <p:cNvSpPr txBox="1"/>
          <p:nvPr/>
        </p:nvSpPr>
        <p:spPr>
          <a:xfrm>
            <a:off x="1816052" y="4994072"/>
            <a:ext cx="3031518" cy="369332"/>
          </a:xfrm>
          <a:prstGeom prst="rect">
            <a:avLst/>
          </a:prstGeom>
          <a:noFill/>
        </p:spPr>
        <p:txBody>
          <a:bodyPr wrap="square" rtlCol="0">
            <a:spAutoFit/>
          </a:bodyPr>
          <a:lstStyle/>
          <a:p>
            <a:r>
              <a:rPr lang="cs-CZ" dirty="0">
                <a:latin typeface="Bahnschrift Light" panose="020B0502040204020203" pitchFamily="34" charset="0"/>
              </a:rPr>
              <a:t>Vnitřní struktura oscilátoru</a:t>
            </a:r>
          </a:p>
        </p:txBody>
      </p:sp>
      <p:pic>
        <p:nvPicPr>
          <p:cNvPr id="6" name="Picture 5" descr="A close-up of a transistor&#10;&#10;AI-generated content may be incorrect.">
            <a:extLst>
              <a:ext uri="{FF2B5EF4-FFF2-40B4-BE49-F238E27FC236}">
                <a16:creationId xmlns:a16="http://schemas.microsoft.com/office/drawing/2014/main" id="{D13E470E-24FC-696A-4F0F-8510DC5692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9018" y="2884359"/>
            <a:ext cx="1833363" cy="1222242"/>
          </a:xfrm>
          <a:prstGeom prst="rect">
            <a:avLst/>
          </a:prstGeom>
        </p:spPr>
      </p:pic>
      <p:pic>
        <p:nvPicPr>
          <p:cNvPr id="9" name="Picture 8" descr="Diagram of a diagram of a crystal oscillator&#10;&#10;AI-generated content may be incorrect.">
            <a:extLst>
              <a:ext uri="{FF2B5EF4-FFF2-40B4-BE49-F238E27FC236}">
                <a16:creationId xmlns:a16="http://schemas.microsoft.com/office/drawing/2014/main" id="{D882ED88-D5F1-695F-8117-3B5AD7D967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6410" y="2677725"/>
            <a:ext cx="7582320" cy="2280619"/>
          </a:xfrm>
          <a:prstGeom prst="rect">
            <a:avLst/>
          </a:prstGeom>
        </p:spPr>
      </p:pic>
      <p:sp>
        <p:nvSpPr>
          <p:cNvPr id="11" name="TextBox 10">
            <a:extLst>
              <a:ext uri="{FF2B5EF4-FFF2-40B4-BE49-F238E27FC236}">
                <a16:creationId xmlns:a16="http://schemas.microsoft.com/office/drawing/2014/main" id="{155D7D50-53E7-3706-C630-73430293B110}"/>
              </a:ext>
            </a:extLst>
          </p:cNvPr>
          <p:cNvSpPr txBox="1"/>
          <p:nvPr/>
        </p:nvSpPr>
        <p:spPr>
          <a:xfrm>
            <a:off x="5583464" y="4994072"/>
            <a:ext cx="4056790" cy="369332"/>
          </a:xfrm>
          <a:prstGeom prst="rect">
            <a:avLst/>
          </a:prstGeom>
          <a:noFill/>
        </p:spPr>
        <p:txBody>
          <a:bodyPr wrap="square" rtlCol="0">
            <a:spAutoFit/>
          </a:bodyPr>
          <a:lstStyle/>
          <a:p>
            <a:r>
              <a:rPr lang="cs-CZ" dirty="0">
                <a:latin typeface="Bahnschrift Light" panose="020B0502040204020203" pitchFamily="34" charset="0"/>
              </a:rPr>
              <a:t>Ekvivalentní zapojení oscilátoru</a:t>
            </a:r>
          </a:p>
        </p:txBody>
      </p:sp>
    </p:spTree>
    <p:extLst>
      <p:ext uri="{BB962C8B-B14F-4D97-AF65-F5344CB8AC3E}">
        <p14:creationId xmlns:p14="http://schemas.microsoft.com/office/powerpoint/2010/main" val="1141283429"/>
      </p:ext>
    </p:extLst>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2045B-4279-E9C3-A577-01C100960713}"/>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C9532607-6CF8-918E-0E81-24C26A8A6960}"/>
              </a:ext>
            </a:extLst>
          </p:cNvPr>
          <p:cNvSpPr>
            <a:spLocks noGrp="1"/>
          </p:cNvSpPr>
          <p:nvPr>
            <p:ph type="title"/>
          </p:nvPr>
        </p:nvSpPr>
        <p:spPr>
          <a:xfrm>
            <a:off x="838200" y="365125"/>
            <a:ext cx="8091115" cy="918958"/>
          </a:xfrm>
        </p:spPr>
        <p:txBody>
          <a:bodyPr>
            <a:normAutofit fontScale="90000"/>
          </a:bodyPr>
          <a:lstStyle/>
          <a:p>
            <a:r>
              <a:rPr lang="cs-CZ" b="1" noProof="0" dirty="0">
                <a:latin typeface="Bahnschrift" panose="020B0502040204020203" pitchFamily="34" charset="0"/>
              </a:rPr>
              <a:t>TYPY OSCILÁTORŮ - RELAXAČNÍ</a:t>
            </a:r>
          </a:p>
        </p:txBody>
      </p:sp>
      <p:sp>
        <p:nvSpPr>
          <p:cNvPr id="3" name="Zástupný obsah 2">
            <a:extLst>
              <a:ext uri="{FF2B5EF4-FFF2-40B4-BE49-F238E27FC236}">
                <a16:creationId xmlns:a16="http://schemas.microsoft.com/office/drawing/2014/main" id="{20CFA226-C6CC-C50F-3ED5-2906F13A8989}"/>
              </a:ext>
            </a:extLst>
          </p:cNvPr>
          <p:cNvSpPr>
            <a:spLocks noGrp="1"/>
          </p:cNvSpPr>
          <p:nvPr>
            <p:ph idx="1"/>
          </p:nvPr>
        </p:nvSpPr>
        <p:spPr>
          <a:xfrm>
            <a:off x="838200" y="1319811"/>
            <a:ext cx="10603728" cy="4351338"/>
          </a:xfrm>
        </p:spPr>
        <p:txBody>
          <a:bodyPr vert="horz" lIns="91440" tIns="45720" rIns="91440" bIns="45720" rtlCol="0" anchor="t">
            <a:normAutofit/>
          </a:bodyPr>
          <a:lstStyle/>
          <a:p>
            <a:pPr>
              <a:lnSpc>
                <a:spcPct val="100000"/>
              </a:lnSpc>
              <a:spcAft>
                <a:spcPts val="1800"/>
              </a:spcAft>
              <a:buFont typeface="Wingdings" panose="05000000000000000000" pitchFamily="2" charset="2"/>
              <a:buChar char="§"/>
            </a:pPr>
            <a:r>
              <a:rPr lang="cs-CZ" sz="2000" b="1" dirty="0">
                <a:latin typeface="+mj-lt"/>
              </a:rPr>
              <a:t>Astabilní multivibrátor</a:t>
            </a:r>
            <a:r>
              <a:rPr lang="cs-CZ" sz="2000" dirty="0">
                <a:latin typeface="Bahnschrift Light" panose="020B0502040204020203" pitchFamily="34" charset="0"/>
              </a:rPr>
              <a:t>: (NE555, tranzistory), generuje obdélník, jednoduchý časovač.</a:t>
            </a:r>
          </a:p>
          <a:p>
            <a:pPr>
              <a:lnSpc>
                <a:spcPct val="100000"/>
              </a:lnSpc>
              <a:spcAft>
                <a:spcPts val="1800"/>
              </a:spcAft>
              <a:buFont typeface="Wingdings" panose="05000000000000000000" pitchFamily="2" charset="2"/>
              <a:buChar char="§"/>
            </a:pPr>
            <a:r>
              <a:rPr lang="cs-CZ" sz="2000" b="1" dirty="0" err="1">
                <a:latin typeface="+mj-lt"/>
              </a:rPr>
              <a:t>Schmitt</a:t>
            </a:r>
            <a:r>
              <a:rPr lang="cs-CZ" sz="2000" b="1" dirty="0">
                <a:latin typeface="+mj-lt"/>
              </a:rPr>
              <a:t> </a:t>
            </a:r>
            <a:r>
              <a:rPr lang="cs-CZ" sz="2000" b="1" dirty="0" err="1">
                <a:latin typeface="+mj-lt"/>
              </a:rPr>
              <a:t>Trigger</a:t>
            </a:r>
            <a:r>
              <a:rPr lang="cs-CZ" sz="2000" b="1" dirty="0">
                <a:latin typeface="+mj-lt"/>
              </a:rPr>
              <a:t> + RC</a:t>
            </a:r>
            <a:r>
              <a:rPr lang="cs-CZ" sz="2000" dirty="0">
                <a:latin typeface="+mj-lt"/>
              </a:rPr>
              <a:t>:</a:t>
            </a:r>
            <a:r>
              <a:rPr lang="cs-CZ" sz="2000" b="1" dirty="0">
                <a:latin typeface="+mj-lt"/>
              </a:rPr>
              <a:t> </a:t>
            </a:r>
            <a:r>
              <a:rPr lang="cs-CZ" sz="2000" dirty="0">
                <a:latin typeface="Bahnschrift Light" panose="020B0502040204020203" pitchFamily="34" charset="0"/>
              </a:rPr>
              <a:t>generuje obdélníkový nebo trojúhelníkový signál pomocí hystereze.</a:t>
            </a:r>
          </a:p>
          <a:p>
            <a:pPr>
              <a:lnSpc>
                <a:spcPct val="100000"/>
              </a:lnSpc>
              <a:spcAft>
                <a:spcPts val="1800"/>
              </a:spcAft>
              <a:buFont typeface="Wingdings" panose="05000000000000000000" pitchFamily="2" charset="2"/>
              <a:buChar char="§"/>
            </a:pPr>
            <a:endParaRPr lang="cs-CZ" sz="2000" noProof="0" dirty="0">
              <a:latin typeface="Bahnschrift Light" panose="020B0502040204020203" pitchFamily="34" charset="0"/>
            </a:endParaRPr>
          </a:p>
        </p:txBody>
      </p:sp>
      <p:sp>
        <p:nvSpPr>
          <p:cNvPr id="4" name="TextovéPole 3">
            <a:extLst>
              <a:ext uri="{FF2B5EF4-FFF2-40B4-BE49-F238E27FC236}">
                <a16:creationId xmlns:a16="http://schemas.microsoft.com/office/drawing/2014/main" id="{16D16BCC-DC0B-C013-CD5F-FC776CED8B42}"/>
              </a:ext>
            </a:extLst>
          </p:cNvPr>
          <p:cNvSpPr txBox="1"/>
          <p:nvPr/>
        </p:nvSpPr>
        <p:spPr>
          <a:xfrm>
            <a:off x="11738114" y="82412"/>
            <a:ext cx="453886" cy="369332"/>
          </a:xfrm>
          <a:prstGeom prst="rect">
            <a:avLst/>
          </a:prstGeom>
          <a:noFill/>
        </p:spPr>
        <p:txBody>
          <a:bodyPr wrap="square" rtlCol="0">
            <a:spAutoFit/>
          </a:bodyPr>
          <a:lstStyle/>
          <a:p>
            <a:r>
              <a:rPr lang="cs-CZ" noProof="0" dirty="0">
                <a:latin typeface="Bahnschrift" panose="020B0502040204020203" pitchFamily="34" charset="0"/>
              </a:rPr>
              <a:t>17</a:t>
            </a:r>
          </a:p>
        </p:txBody>
      </p:sp>
      <p:sp>
        <p:nvSpPr>
          <p:cNvPr id="15" name="TextBox 14">
            <a:extLst>
              <a:ext uri="{FF2B5EF4-FFF2-40B4-BE49-F238E27FC236}">
                <a16:creationId xmlns:a16="http://schemas.microsoft.com/office/drawing/2014/main" id="{8094DED8-789D-F661-2F77-BB31AF9223C9}"/>
              </a:ext>
            </a:extLst>
          </p:cNvPr>
          <p:cNvSpPr txBox="1"/>
          <p:nvPr/>
        </p:nvSpPr>
        <p:spPr>
          <a:xfrm>
            <a:off x="1654346" y="5734173"/>
            <a:ext cx="3031518" cy="369332"/>
          </a:xfrm>
          <a:prstGeom prst="rect">
            <a:avLst/>
          </a:prstGeom>
          <a:noFill/>
        </p:spPr>
        <p:txBody>
          <a:bodyPr wrap="square" rtlCol="0">
            <a:spAutoFit/>
          </a:bodyPr>
          <a:lstStyle/>
          <a:p>
            <a:r>
              <a:rPr lang="cs-CZ" dirty="0">
                <a:latin typeface="Bahnschrift Light" panose="020B0502040204020203" pitchFamily="34" charset="0"/>
              </a:rPr>
              <a:t>Vnitřní struktura NE555</a:t>
            </a:r>
          </a:p>
        </p:txBody>
      </p:sp>
      <p:sp>
        <p:nvSpPr>
          <p:cNvPr id="11" name="TextBox 10">
            <a:extLst>
              <a:ext uri="{FF2B5EF4-FFF2-40B4-BE49-F238E27FC236}">
                <a16:creationId xmlns:a16="http://schemas.microsoft.com/office/drawing/2014/main" id="{CCFA2464-4B9D-B210-FC4F-94426D9318C2}"/>
              </a:ext>
            </a:extLst>
          </p:cNvPr>
          <p:cNvSpPr txBox="1"/>
          <p:nvPr/>
        </p:nvSpPr>
        <p:spPr>
          <a:xfrm>
            <a:off x="7077529" y="4865115"/>
            <a:ext cx="2327729" cy="369332"/>
          </a:xfrm>
          <a:prstGeom prst="rect">
            <a:avLst/>
          </a:prstGeom>
          <a:noFill/>
        </p:spPr>
        <p:txBody>
          <a:bodyPr wrap="square" rtlCol="0">
            <a:spAutoFit/>
          </a:bodyPr>
          <a:lstStyle/>
          <a:p>
            <a:r>
              <a:rPr lang="cs-CZ" dirty="0" err="1">
                <a:latin typeface="Bahnschrift Light" panose="020B0502040204020203" pitchFamily="34" charset="0"/>
              </a:rPr>
              <a:t>Schmitt</a:t>
            </a:r>
            <a:r>
              <a:rPr lang="cs-CZ" dirty="0">
                <a:latin typeface="Bahnschrift Light" panose="020B0502040204020203" pitchFamily="34" charset="0"/>
              </a:rPr>
              <a:t> </a:t>
            </a:r>
            <a:r>
              <a:rPr lang="cs-CZ" dirty="0" err="1">
                <a:latin typeface="Bahnschrift Light" panose="020B0502040204020203" pitchFamily="34" charset="0"/>
              </a:rPr>
              <a:t>Trigger</a:t>
            </a:r>
            <a:r>
              <a:rPr lang="cs-CZ" dirty="0">
                <a:latin typeface="Bahnschrift Light" panose="020B0502040204020203" pitchFamily="34" charset="0"/>
              </a:rPr>
              <a:t> + RC</a:t>
            </a:r>
          </a:p>
        </p:txBody>
      </p:sp>
      <p:pic>
        <p:nvPicPr>
          <p:cNvPr id="7" name="Picture 6" descr="A diagram of a device&#10;&#10;AI-generated content may be incorrect.">
            <a:extLst>
              <a:ext uri="{FF2B5EF4-FFF2-40B4-BE49-F238E27FC236}">
                <a16:creationId xmlns:a16="http://schemas.microsoft.com/office/drawing/2014/main" id="{7C34FAA7-2A02-F52F-7F4F-EDFFB3094E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6453" y="2922915"/>
            <a:ext cx="3427303" cy="2748234"/>
          </a:xfrm>
          <a:prstGeom prst="rect">
            <a:avLst/>
          </a:prstGeom>
        </p:spPr>
      </p:pic>
      <p:pic>
        <p:nvPicPr>
          <p:cNvPr id="12" name="Picture 11" descr="A diagram of a circuit&#10;&#10;AI-generated content may be incorrect.">
            <a:extLst>
              <a:ext uri="{FF2B5EF4-FFF2-40B4-BE49-F238E27FC236}">
                <a16:creationId xmlns:a16="http://schemas.microsoft.com/office/drawing/2014/main" id="{87F92DE0-2CC5-B8B2-353B-556C5F5A3D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3358685"/>
            <a:ext cx="3586749" cy="1439061"/>
          </a:xfrm>
          <a:prstGeom prst="rect">
            <a:avLst/>
          </a:prstGeom>
        </p:spPr>
      </p:pic>
    </p:spTree>
    <p:extLst>
      <p:ext uri="{BB962C8B-B14F-4D97-AF65-F5344CB8AC3E}">
        <p14:creationId xmlns:p14="http://schemas.microsoft.com/office/powerpoint/2010/main" val="3024428574"/>
      </p:ext>
    </p:extLst>
  </p:cSld>
  <p:clrMapOvr>
    <a:masterClrMapping/>
  </p:clrMapOvr>
  <mc:AlternateContent xmlns:mc="http://schemas.openxmlformats.org/markup-compatibility/2006">
    <mc:Choice xmlns:p14="http://schemas.microsoft.com/office/powerpoint/2010/main" Requires="p14">
      <p:transition spd="slow" p14:dur="1300">
        <p14:pan/>
      </p:transition>
    </mc:Choice>
    <mc:Fallback>
      <p:transition spd="slow">
        <p:fade/>
      </p:transition>
    </mc:Fallback>
  </mc:AlternateContent>
</p:sld>
</file>

<file path=ppt/theme/theme1.xml><?xml version="1.0" encoding="utf-8"?>
<a:theme xmlns:a="http://schemas.openxmlformats.org/drawingml/2006/main" name="Moti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avvas #1">
      <a:majorFont>
        <a:latin typeface="Bahnschrif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oti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Moti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0a7c0b2-3957-4ee6-848f-03628eecaa2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A76C6F4E2F935740B0FBB8A41883C973" ma:contentTypeVersion="12" ma:contentTypeDescription="Vytvoří nový dokument" ma:contentTypeScope="" ma:versionID="888996ad8978cf62e8e46d9887be6a3d">
  <xsd:schema xmlns:xsd="http://www.w3.org/2001/XMLSchema" xmlns:xs="http://www.w3.org/2001/XMLSchema" xmlns:p="http://schemas.microsoft.com/office/2006/metadata/properties" xmlns:ns3="30a7c0b2-3957-4ee6-848f-03628eecaa28" targetNamespace="http://schemas.microsoft.com/office/2006/metadata/properties" ma:root="true" ma:fieldsID="38c968d1977a914dc95045218291605b" ns3:_="">
    <xsd:import namespace="30a7c0b2-3957-4ee6-848f-03628eecaa28"/>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LengthInSeconds" minOccurs="0"/>
                <xsd:element ref="ns3:MediaServiceDateTaken" minOccurs="0"/>
                <xsd:element ref="ns3:MediaServiceObjectDetectorVersions" minOccurs="0"/>
                <xsd:element ref="ns3:MediaServiceSystemTags"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a7c0b2-3957-4ee6-848f-03628eecaa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_activity" ma:index="19"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B19B209-3B7C-4562-890E-C2B0F0505A6D}">
  <ds:schemaRefs>
    <ds:schemaRef ds:uri="http://purl.org/dc/terms/"/>
    <ds:schemaRef ds:uri="http://purl.org/dc/elements/1.1/"/>
    <ds:schemaRef ds:uri="http://schemas.microsoft.com/office/infopath/2007/PartnerControls"/>
    <ds:schemaRef ds:uri="http://schemas.microsoft.com/office/2006/metadata/properties"/>
    <ds:schemaRef ds:uri="http://purl.org/dc/dcmitype/"/>
    <ds:schemaRef ds:uri="http://schemas.microsoft.com/office/2006/documentManagement/types"/>
    <ds:schemaRef ds:uri="http://schemas.openxmlformats.org/package/2006/metadata/core-properties"/>
    <ds:schemaRef ds:uri="30a7c0b2-3957-4ee6-848f-03628eecaa28"/>
    <ds:schemaRef ds:uri="http://www.w3.org/XML/1998/namespace"/>
  </ds:schemaRefs>
</ds:datastoreItem>
</file>

<file path=customXml/itemProps2.xml><?xml version="1.0" encoding="utf-8"?>
<ds:datastoreItem xmlns:ds="http://schemas.openxmlformats.org/officeDocument/2006/customXml" ds:itemID="{F8552F1C-7966-455F-8874-F8154CF790DF}">
  <ds:schemaRefs>
    <ds:schemaRef ds:uri="http://schemas.microsoft.com/sharepoint/v3/contenttype/forms"/>
  </ds:schemaRefs>
</ds:datastoreItem>
</file>

<file path=customXml/itemProps3.xml><?xml version="1.0" encoding="utf-8"?>
<ds:datastoreItem xmlns:ds="http://schemas.openxmlformats.org/officeDocument/2006/customXml" ds:itemID="{9E05BEC0-A166-47F6-AE78-BF9704FB4B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a7c0b2-3957-4ee6-848f-03628eecaa2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2820</TotalTime>
  <Words>958</Words>
  <Application>Microsoft Office PowerPoint</Application>
  <PresentationFormat>Widescreen</PresentationFormat>
  <Paragraphs>103</Paragraphs>
  <Slides>18</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Aptos</vt:lpstr>
      <vt:lpstr>Arial</vt:lpstr>
      <vt:lpstr>Bahnschrift</vt:lpstr>
      <vt:lpstr>Bahnschrift Light</vt:lpstr>
      <vt:lpstr>Bierstadt</vt:lpstr>
      <vt:lpstr>Bierstadt Display</vt:lpstr>
      <vt:lpstr>Wingdings</vt:lpstr>
      <vt:lpstr>Motiv Office</vt:lpstr>
      <vt:lpstr>PowerPoint Presentation</vt:lpstr>
      <vt:lpstr>ZÁKLADNÍ POJMY</vt:lpstr>
      <vt:lpstr>JAK FUNGUJE MODULACE</vt:lpstr>
      <vt:lpstr>DŮVODY MODULACE</vt:lpstr>
      <vt:lpstr>TYPY MODULACE - ANALOG</vt:lpstr>
      <vt:lpstr>TYPY MODULACE – ANALOG</vt:lpstr>
      <vt:lpstr>TYPY MODULACE - DIGITAL</vt:lpstr>
      <vt:lpstr>TYPY MODULACE - DIGITAL</vt:lpstr>
      <vt:lpstr>TYPY MODULACE - PULZNÍ</vt:lpstr>
      <vt:lpstr>TYPY MODULACE - PULZNÍ</vt:lpstr>
      <vt:lpstr>DEMODULACE</vt:lpstr>
      <vt:lpstr>TYPY DEMODULACE</vt:lpstr>
      <vt:lpstr>TYPY DEMODULACE</vt:lpstr>
      <vt:lpstr>OSCILÁTORY</vt:lpstr>
      <vt:lpstr>TYPY OSCILÁTORŮ - HARMONICKÉ</vt:lpstr>
      <vt:lpstr>TYPY OSCILÁTORŮ - HARMONICKÉ</vt:lpstr>
      <vt:lpstr>TYPY OSCILÁTORŮ - HARMONICKÉ</vt:lpstr>
      <vt:lpstr>TYPY OSCILÁTORŮ - RELAXAČNÍ</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PARS</dc:title>
  <dc:creator>Popov Savva</dc:creator>
  <cp:lastModifiedBy>Popov Savva</cp:lastModifiedBy>
  <cp:revision>69</cp:revision>
  <dcterms:created xsi:type="dcterms:W3CDTF">2025-03-03T21:15:47Z</dcterms:created>
  <dcterms:modified xsi:type="dcterms:W3CDTF">2025-11-17T16:57:07Z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0x010100A76C6F4E2F935740B0FBB8A41883C973</vt:lpwstr>
  </property>
</Properties>
</file>