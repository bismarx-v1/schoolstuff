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F3D29FF4-9675-4331-8F08-7DEA826E30A3}"/>
    <pc:docChg chg="undo redo custSel addSld delSld modSld">
      <pc:chgData name="Popov Savva" userId="bc132019-2944-47dc-b2a0-f031fbe56d5e" providerId="ADAL" clId="{F3D29FF4-9675-4331-8F08-7DEA826E30A3}" dt="2025-12-08T19:28:26.652" v="2661" actId="20577"/>
      <pc:docMkLst>
        <pc:docMk/>
      </pc:docMkLst>
      <pc:sldChg chg="addSp modSp mod">
        <pc:chgData name="Popov Savva" userId="bc132019-2944-47dc-b2a0-f031fbe56d5e" providerId="ADAL" clId="{F3D29FF4-9675-4331-8F08-7DEA826E30A3}" dt="2025-11-30T14:00:16.501" v="496" actId="14100"/>
        <pc:sldMkLst>
          <pc:docMk/>
          <pc:sldMk cId="3624097942" sldId="257"/>
        </pc:sldMkLst>
        <pc:spChg chg="mod">
          <ac:chgData name="Popov Savva" userId="bc132019-2944-47dc-b2a0-f031fbe56d5e" providerId="ADAL" clId="{F3D29FF4-9675-4331-8F08-7DEA826E30A3}" dt="2025-11-30T13:44:01.230" v="36" actId="2711"/>
          <ac:spMkLst>
            <pc:docMk/>
            <pc:sldMk cId="3624097942" sldId="257"/>
            <ac:spMk id="2" creationId="{A13DF2AA-6CE4-AEB4-270D-4FD61386CD7D}"/>
          </ac:spMkLst>
        </pc:spChg>
        <pc:spChg chg="mod">
          <ac:chgData name="Popov Savva" userId="bc132019-2944-47dc-b2a0-f031fbe56d5e" providerId="ADAL" clId="{F3D29FF4-9675-4331-8F08-7DEA826E30A3}" dt="2025-11-30T14:00:16.501" v="496" actId="14100"/>
          <ac:spMkLst>
            <pc:docMk/>
            <pc:sldMk cId="3624097942" sldId="257"/>
            <ac:spMk id="3" creationId="{3A73546E-B173-B2CB-C100-64570010B491}"/>
          </ac:spMkLst>
        </pc:spChg>
        <pc:picChg chg="add mod">
          <ac:chgData name="Popov Savva" userId="bc132019-2944-47dc-b2a0-f031fbe56d5e" providerId="ADAL" clId="{F3D29FF4-9675-4331-8F08-7DEA826E30A3}" dt="2025-11-30T13:58:15.017" v="392" actId="1076"/>
          <ac:picMkLst>
            <pc:docMk/>
            <pc:sldMk cId="3624097942" sldId="257"/>
            <ac:picMk id="5" creationId="{7A338EE2-F7FB-D732-3D9F-16D7AD338D80}"/>
          </ac:picMkLst>
        </pc:picChg>
      </pc:sldChg>
      <pc:sldChg chg="addSp modSp mod">
        <pc:chgData name="Popov Savva" userId="bc132019-2944-47dc-b2a0-f031fbe56d5e" providerId="ADAL" clId="{F3D29FF4-9675-4331-8F08-7DEA826E30A3}" dt="2025-11-30T14:54:42.363" v="1906" actId="113"/>
        <pc:sldMkLst>
          <pc:docMk/>
          <pc:sldMk cId="96908746" sldId="258"/>
        </pc:sldMkLst>
        <pc:spChg chg="mod">
          <ac:chgData name="Popov Savva" userId="bc132019-2944-47dc-b2a0-f031fbe56d5e" providerId="ADAL" clId="{F3D29FF4-9675-4331-8F08-7DEA826E30A3}" dt="2025-11-30T14:23:19.114" v="860"/>
          <ac:spMkLst>
            <pc:docMk/>
            <pc:sldMk cId="96908746" sldId="258"/>
            <ac:spMk id="2" creationId="{E745A4D3-92D8-83F2-BE61-57511D9BF06F}"/>
          </ac:spMkLst>
        </pc:spChg>
        <pc:spChg chg="mod">
          <ac:chgData name="Popov Savva" userId="bc132019-2944-47dc-b2a0-f031fbe56d5e" providerId="ADAL" clId="{F3D29FF4-9675-4331-8F08-7DEA826E30A3}" dt="2025-11-30T14:54:42.363" v="1906" actId="113"/>
          <ac:spMkLst>
            <pc:docMk/>
            <pc:sldMk cId="96908746" sldId="258"/>
            <ac:spMk id="3" creationId="{0E95D76A-6B54-A7C8-31BF-0B1438BF471B}"/>
          </ac:spMkLst>
        </pc:spChg>
        <pc:picChg chg="add mod">
          <ac:chgData name="Popov Savva" userId="bc132019-2944-47dc-b2a0-f031fbe56d5e" providerId="ADAL" clId="{F3D29FF4-9675-4331-8F08-7DEA826E30A3}" dt="2025-11-30T14:54:32.918" v="1904" actId="1076"/>
          <ac:picMkLst>
            <pc:docMk/>
            <pc:sldMk cId="96908746" sldId="258"/>
            <ac:picMk id="6" creationId="{842F8251-CB63-A252-FF26-36372A0D993B}"/>
          </ac:picMkLst>
        </pc:picChg>
      </pc:sldChg>
      <pc:sldChg chg="delSp modSp add mod">
        <pc:chgData name="Popov Savva" userId="bc132019-2944-47dc-b2a0-f031fbe56d5e" providerId="ADAL" clId="{F3D29FF4-9675-4331-8F08-7DEA826E30A3}" dt="2025-11-30T14:41:24.171" v="1407"/>
        <pc:sldMkLst>
          <pc:docMk/>
          <pc:sldMk cId="1832742863" sldId="261"/>
        </pc:sldMkLst>
        <pc:spChg chg="mod">
          <ac:chgData name="Popov Savva" userId="bc132019-2944-47dc-b2a0-f031fbe56d5e" providerId="ADAL" clId="{F3D29FF4-9675-4331-8F08-7DEA826E30A3}" dt="2025-11-30T14:25:58.376" v="1020" actId="20577"/>
          <ac:spMkLst>
            <pc:docMk/>
            <pc:sldMk cId="1832742863" sldId="261"/>
            <ac:spMk id="2" creationId="{0E4F2FE6-0B50-FBF5-CEBD-DD4018575D76}"/>
          </ac:spMkLst>
        </pc:spChg>
        <pc:spChg chg="mod">
          <ac:chgData name="Popov Savva" userId="bc132019-2944-47dc-b2a0-f031fbe56d5e" providerId="ADAL" clId="{F3D29FF4-9675-4331-8F08-7DEA826E30A3}" dt="2025-11-30T14:41:24.171" v="1407"/>
          <ac:spMkLst>
            <pc:docMk/>
            <pc:sldMk cId="1832742863" sldId="261"/>
            <ac:spMk id="3" creationId="{EBC97584-73DD-A071-B9CE-51B26883DF10}"/>
          </ac:spMkLst>
        </pc:spChg>
      </pc:sldChg>
      <pc:sldChg chg="addSp modSp add mod">
        <pc:chgData name="Popov Savva" userId="bc132019-2944-47dc-b2a0-f031fbe56d5e" providerId="ADAL" clId="{F3D29FF4-9675-4331-8F08-7DEA826E30A3}" dt="2025-11-30T14:45:56.263" v="1586" actId="20577"/>
        <pc:sldMkLst>
          <pc:docMk/>
          <pc:sldMk cId="2198832262" sldId="262"/>
        </pc:sldMkLst>
        <pc:spChg chg="mod">
          <ac:chgData name="Popov Savva" userId="bc132019-2944-47dc-b2a0-f031fbe56d5e" providerId="ADAL" clId="{F3D29FF4-9675-4331-8F08-7DEA826E30A3}" dt="2025-11-30T14:41:41.133" v="1433" actId="20577"/>
          <ac:spMkLst>
            <pc:docMk/>
            <pc:sldMk cId="2198832262" sldId="262"/>
            <ac:spMk id="2" creationId="{61F8AA7A-FF86-FCB0-8877-F430E16B2F72}"/>
          </ac:spMkLst>
        </pc:spChg>
        <pc:spChg chg="mod">
          <ac:chgData name="Popov Savva" userId="bc132019-2944-47dc-b2a0-f031fbe56d5e" providerId="ADAL" clId="{F3D29FF4-9675-4331-8F08-7DEA826E30A3}" dt="2025-11-30T14:45:56.263" v="1586" actId="20577"/>
          <ac:spMkLst>
            <pc:docMk/>
            <pc:sldMk cId="2198832262" sldId="262"/>
            <ac:spMk id="3" creationId="{57885C19-590C-A462-5BE9-33080406170C}"/>
          </ac:spMkLst>
        </pc:spChg>
        <pc:picChg chg="add mod modCrop">
          <ac:chgData name="Popov Savva" userId="bc132019-2944-47dc-b2a0-f031fbe56d5e" providerId="ADAL" clId="{F3D29FF4-9675-4331-8F08-7DEA826E30A3}" dt="2025-11-30T14:45:17.131" v="1579" actId="1076"/>
          <ac:picMkLst>
            <pc:docMk/>
            <pc:sldMk cId="2198832262" sldId="262"/>
            <ac:picMk id="5" creationId="{837227A0-6F6F-BEEA-CE60-46637662FD02}"/>
          </ac:picMkLst>
        </pc:picChg>
      </pc:sldChg>
      <pc:sldChg chg="addSp delSp modSp add mod">
        <pc:chgData name="Popov Savva" userId="bc132019-2944-47dc-b2a0-f031fbe56d5e" providerId="ADAL" clId="{F3D29FF4-9675-4331-8F08-7DEA826E30A3}" dt="2025-11-30T14:54:51.996" v="1910"/>
        <pc:sldMkLst>
          <pc:docMk/>
          <pc:sldMk cId="2391471399" sldId="263"/>
        </pc:sldMkLst>
        <pc:spChg chg="mod">
          <ac:chgData name="Popov Savva" userId="bc132019-2944-47dc-b2a0-f031fbe56d5e" providerId="ADAL" clId="{F3D29FF4-9675-4331-8F08-7DEA826E30A3}" dt="2025-11-30T14:54:47.649" v="1908" actId="27636"/>
          <ac:spMkLst>
            <pc:docMk/>
            <pc:sldMk cId="2391471399" sldId="263"/>
            <ac:spMk id="3" creationId="{0FD735B8-10B7-AADB-9226-DA09680BB54D}"/>
          </ac:spMkLst>
        </pc:spChg>
        <pc:picChg chg="add mod">
          <ac:chgData name="Popov Savva" userId="bc132019-2944-47dc-b2a0-f031fbe56d5e" providerId="ADAL" clId="{F3D29FF4-9675-4331-8F08-7DEA826E30A3}" dt="2025-11-30T14:54:50.381" v="1909" actId="1076"/>
          <ac:picMkLst>
            <pc:docMk/>
            <pc:sldMk cId="2391471399" sldId="263"/>
            <ac:picMk id="4" creationId="{042B36C9-80C8-EA17-B6C8-9DC5F810D193}"/>
          </ac:picMkLst>
        </pc:picChg>
      </pc:sldChg>
      <pc:sldChg chg="addSp delSp modSp add mod">
        <pc:chgData name="Popov Savva" userId="bc132019-2944-47dc-b2a0-f031fbe56d5e" providerId="ADAL" clId="{F3D29FF4-9675-4331-8F08-7DEA826E30A3}" dt="2025-11-30T15:04:11.407" v="2017" actId="1076"/>
        <pc:sldMkLst>
          <pc:docMk/>
          <pc:sldMk cId="4019494918" sldId="264"/>
        </pc:sldMkLst>
        <pc:spChg chg="mod">
          <ac:chgData name="Popov Savva" userId="bc132019-2944-47dc-b2a0-f031fbe56d5e" providerId="ADAL" clId="{F3D29FF4-9675-4331-8F08-7DEA826E30A3}" dt="2025-11-30T15:03:01.730" v="2005" actId="5793"/>
          <ac:spMkLst>
            <pc:docMk/>
            <pc:sldMk cId="4019494918" sldId="264"/>
            <ac:spMk id="3" creationId="{A2D8DD7A-FD91-24F4-D426-E9DC500D99EC}"/>
          </ac:spMkLst>
        </pc:spChg>
        <pc:picChg chg="add mod">
          <ac:chgData name="Popov Savva" userId="bc132019-2944-47dc-b2a0-f031fbe56d5e" providerId="ADAL" clId="{F3D29FF4-9675-4331-8F08-7DEA826E30A3}" dt="2025-11-30T15:04:11.407" v="2017" actId="1076"/>
          <ac:picMkLst>
            <pc:docMk/>
            <pc:sldMk cId="4019494918" sldId="264"/>
            <ac:picMk id="7" creationId="{49EFBC3A-9C62-D979-1700-C005A0CE9EFC}"/>
          </ac:picMkLst>
        </pc:picChg>
      </pc:sldChg>
      <pc:sldChg chg="delSp modSp add mod">
        <pc:chgData name="Popov Savva" userId="bc132019-2944-47dc-b2a0-f031fbe56d5e" providerId="ADAL" clId="{F3D29FF4-9675-4331-8F08-7DEA826E30A3}" dt="2025-12-08T19:28:26.652" v="2661" actId="20577"/>
        <pc:sldMkLst>
          <pc:docMk/>
          <pc:sldMk cId="1254898347" sldId="265"/>
        </pc:sldMkLst>
        <pc:spChg chg="mod">
          <ac:chgData name="Popov Savva" userId="bc132019-2944-47dc-b2a0-f031fbe56d5e" providerId="ADAL" clId="{F3D29FF4-9675-4331-8F08-7DEA826E30A3}" dt="2025-12-08T19:02:09.245" v="2071" actId="313"/>
          <ac:spMkLst>
            <pc:docMk/>
            <pc:sldMk cId="1254898347" sldId="265"/>
            <ac:spMk id="2" creationId="{F2729EF8-A030-30E8-9577-178F3E6393C4}"/>
          </ac:spMkLst>
        </pc:spChg>
        <pc:spChg chg="mod">
          <ac:chgData name="Popov Savva" userId="bc132019-2944-47dc-b2a0-f031fbe56d5e" providerId="ADAL" clId="{F3D29FF4-9675-4331-8F08-7DEA826E30A3}" dt="2025-12-08T19:28:26.652" v="2661" actId="20577"/>
          <ac:spMkLst>
            <pc:docMk/>
            <pc:sldMk cId="1254898347" sldId="265"/>
            <ac:spMk id="3" creationId="{F9CCE75D-23AB-E2AB-D532-DF379C259675}"/>
          </ac:spMkLst>
        </pc:spChg>
      </pc:sldChg>
    </pc:docChg>
  </pc:docChgLst>
  <pc:docChgLst>
    <pc:chgData name="Popov Savva" userId="bc132019-2944-47dc-b2a0-f031fbe56d5e" providerId="ADAL" clId="{B84700EE-EDA8-4C97-AAF0-D93C0F245FB9}"/>
    <pc:docChg chg="modSld">
      <pc:chgData name="Popov Savva" userId="bc132019-2944-47dc-b2a0-f031fbe56d5e" providerId="ADAL" clId="{B84700EE-EDA8-4C97-AAF0-D93C0F245FB9}" dt="2025-12-18T10:02:10.288" v="1" actId="1076"/>
      <pc:docMkLst>
        <pc:docMk/>
      </pc:docMkLst>
      <pc:sldChg chg="modSp mod">
        <pc:chgData name="Popov Savva" userId="bc132019-2944-47dc-b2a0-f031fbe56d5e" providerId="ADAL" clId="{B84700EE-EDA8-4C97-AAF0-D93C0F245FB9}" dt="2025-12-18T10:02:10.288" v="1" actId="1076"/>
        <pc:sldMkLst>
          <pc:docMk/>
          <pc:sldMk cId="3303234529" sldId="256"/>
        </pc:sldMkLst>
        <pc:picChg chg="mod">
          <ac:chgData name="Popov Savva" userId="bc132019-2944-47dc-b2a0-f031fbe56d5e" providerId="ADAL" clId="{B84700EE-EDA8-4C97-AAF0-D93C0F245FB9}" dt="2025-12-18T10:02:10.288" v="1" actId="1076"/>
          <ac:picMkLst>
            <pc:docMk/>
            <pc:sldMk cId="3303234529" sldId="256"/>
            <ac:picMk id="11" creationId="{25521DE6-297D-1DEB-986D-980B54D6909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E9346E-EB45-AC20-1A35-23C0C15C6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465D536-27AB-C42C-11E9-E13D8CADB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768A146-7864-8DBD-321D-79BD8D62D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FC211BE-07FA-00F0-D22F-2C72E444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3BF438-D833-BDDC-D55D-D74E319E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169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FE46B0-19F1-7C7E-1E4C-5676E447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0671D3-5F84-E48B-2A58-754CE2F5C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FFD8E52-D5C1-23E5-7A2C-0CAE043A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E9FCD18-C9E3-81D8-8259-5AE27DCB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E730E3-E1C2-2662-2170-42346D80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511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002735-B66A-DCDA-437E-67CBDE78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1C9641E-F96C-CD5A-02F4-85D7B4F0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2350C2D-E51C-FEBB-7CF7-399F6904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5901195-8546-E5A1-32EA-F755F281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737B747-A88F-58ED-F4F8-B33AF84A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858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B44315-EB9F-01CE-60DB-C1909D248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205B6A-456E-AD24-C3D6-0543A5719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3C33BB2-7D5C-8433-75CD-B8C662D90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560DF8-AD53-C34B-55CB-78CA76634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4436FB5-F272-A0CB-EB22-442BA17C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DED2409-79E9-603E-194E-0D8B65A5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913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C6A153-0145-EC93-25C9-CFC011EC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060D203-AA20-88F0-BA95-C17AE18A3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39344E3-C4EA-0D56-99E4-26E442D63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F8D69CB-616E-3860-AC82-75385D58B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31EA0BC-3C24-52C4-6A32-41EAF0A8A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FFB2930-965E-85B2-49FE-1F380AD6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1E594E3-F4CF-A0F1-25D0-CFB288E2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B3A8520-5A8B-47EC-913D-1739F097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7069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A02BC0-A623-A030-4297-5F851C1A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4641638-B3D2-668F-9E08-5A59ABBF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D43DF18-F4DF-9B21-2184-187028541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0E56BD8-21E2-C5E1-7C1A-70B15F694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759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CFC0A31-7FF2-962A-606B-038DC379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7B992B6-9820-B528-3C5F-0226F860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7C4C91B-AF38-5671-FEE3-4B922EA6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4054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20EB2B-50A6-7F27-5CA0-496C052C8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759CBF-5C78-D3DA-978A-4F76B7E25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D7348A0-F506-6256-E96F-3292439A5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9CE1197-38A8-57DC-9F31-8DBF7573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0C03877-FEB1-2C56-A868-339CF342C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6593C8C-4F6B-655C-1CBB-3015775F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765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D170A7-4496-557B-76CB-FA75CBF2B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2B3FBDD-4552-A544-8E80-26CBF3B9D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7372323-63FD-D699-59F9-8D55C1D8E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40F0E7D-9E84-CF95-5E67-1A60D20BC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5570462-B5F6-ADB1-96C7-BD82B627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7A88D08-3DDD-36FB-06EE-53A060B9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240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23CA8F-BD70-17E6-E957-CD3EFD18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CBF5564-FF59-080D-30C2-25B886F63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85A2D6D-ACCA-3849-2E79-240D2AA3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652A95-FA85-5CF2-5707-C2C532D7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21CD38-BC07-F4CB-DDF2-9CE1DED4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42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9F2C8EE-C8DA-05A5-E678-7623FA627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9B29871-9C50-E146-7F33-25D719D9F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A6F0157-55CB-49FF-1C52-7980E5AA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E216571-0B54-FB01-017C-9CAB96483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E7905A2-B429-3FD7-DD69-F5BD637E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86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4DBE4FB-FBE4-19DA-1629-07C5B1B0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0171735-3402-A929-92CD-B0ABB4200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49EDA4-333C-5783-3B91-2D33082FF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D7D09-1923-4A44-BCA9-FEB36D3CAEBD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18F6A4-4D2A-AEAC-0419-454EA1480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61A5103-E392-F68C-647E-4D4AC295E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140E8-6244-4123-9743-B8305932F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484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 descr="Obsah obrázku venku, mrak, hora, krajina&#10;&#10;Obsah generovaný pomocí AI může být nesprávný.">
            <a:extLst>
              <a:ext uri="{FF2B5EF4-FFF2-40B4-BE49-F238E27FC236}">
                <a16:creationId xmlns:a16="http://schemas.microsoft.com/office/drawing/2014/main" id="{25521DE6-297D-1DEB-986D-980B54D69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r="5400000" algn="ctr" rotWithShape="0">
              <a:srgbClr val="000000"/>
            </a:outerShdw>
          </a:effectLst>
        </p:spPr>
      </p:pic>
      <p:sp>
        <p:nvSpPr>
          <p:cNvPr id="12" name="Obdélník 11">
            <a:extLst>
              <a:ext uri="{FF2B5EF4-FFF2-40B4-BE49-F238E27FC236}">
                <a16:creationId xmlns:a16="http://schemas.microsoft.com/office/drawing/2014/main" id="{2B56CE6D-EE39-0978-AB91-C870FE924EFC}"/>
              </a:ext>
            </a:extLst>
          </p:cNvPr>
          <p:cNvSpPr/>
          <p:nvPr/>
        </p:nvSpPr>
        <p:spPr>
          <a:xfrm>
            <a:off x="2429068" y="2140923"/>
            <a:ext cx="7333861" cy="317649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6E64CE5-E419-7701-F946-B88F3E379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6574" y="4078709"/>
            <a:ext cx="6038850" cy="1027112"/>
          </a:xfrm>
        </p:spPr>
        <p:txBody>
          <a:bodyPr/>
          <a:lstStyle/>
          <a:p>
            <a:r>
              <a:rPr lang="cs-CZ" dirty="0">
                <a:latin typeface="Bahnschrift Light" panose="020B0502040204020203" pitchFamily="34" charset="0"/>
              </a:rPr>
              <a:t>Napsal: Karel Hynek Mácha</a:t>
            </a:r>
          </a:p>
          <a:p>
            <a:r>
              <a:rPr lang="cs-CZ" dirty="0">
                <a:latin typeface="Bahnschrift Light" panose="020B0502040204020203" pitchFamily="34" charset="0"/>
              </a:rPr>
              <a:t>Prezentace vypracoval: Savva Popov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705CA31-2712-FF7E-089D-09E167EC8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4265" y="2422947"/>
            <a:ext cx="3363468" cy="1655762"/>
          </a:xfrm>
        </p:spPr>
        <p:txBody>
          <a:bodyPr>
            <a:normAutofit fontScale="90000"/>
          </a:bodyPr>
          <a:lstStyle/>
          <a:p>
            <a:r>
              <a:rPr lang="cs-CZ" sz="12500" dirty="0">
                <a:latin typeface="Bahnschrift" panose="020B0502040204020203" pitchFamily="34" charset="0"/>
              </a:rPr>
              <a:t>MÁJ</a:t>
            </a:r>
          </a:p>
        </p:txBody>
      </p:sp>
    </p:spTree>
    <p:extLst>
      <p:ext uri="{BB962C8B-B14F-4D97-AF65-F5344CB8AC3E}">
        <p14:creationId xmlns:p14="http://schemas.microsoft.com/office/powerpoint/2010/main" val="330323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3DF2AA-6CE4-AEB4-270D-4FD61386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Bahnschrift" panose="020B0502040204020203" pitchFamily="34" charset="0"/>
              </a:rPr>
              <a:t>Karel Hynek Mácha (</a:t>
            </a:r>
            <a:r>
              <a:rPr lang="cs-CZ" sz="3600" dirty="0">
                <a:latin typeface="Bahnschrift Light" panose="020B0502040204020203" pitchFamily="34" charset="0"/>
              </a:rPr>
              <a:t>1810-1826</a:t>
            </a:r>
            <a:r>
              <a:rPr lang="cs-CZ" dirty="0"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73546E-B173-B2CB-C100-64570010B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cs-CZ" dirty="0">
                <a:latin typeface="Bahnschrift Light" panose="020B0502040204020203" pitchFamily="34" charset="0"/>
              </a:rPr>
              <a:t>Český básník, prozaik, představitel českého </a:t>
            </a:r>
            <a:r>
              <a:rPr lang="cs-CZ" b="1" u="sng" dirty="0">
                <a:latin typeface="Bahnschrift Light" panose="020B0502040204020203" pitchFamily="34" charset="0"/>
              </a:rPr>
              <a:t>romantismu</a:t>
            </a:r>
            <a:r>
              <a:rPr lang="cs-CZ" dirty="0">
                <a:latin typeface="Bahnschrift Light" panose="020B0502040204020203" pitchFamily="34" charset="0"/>
              </a:rPr>
              <a:t> a</a:t>
            </a:r>
            <a:r>
              <a:rPr lang="cs-CZ" u="sng" dirty="0">
                <a:latin typeface="Bahnschrift Light" panose="020B0502040204020203" pitchFamily="34" charset="0"/>
              </a:rPr>
              <a:t> </a:t>
            </a:r>
            <a:r>
              <a:rPr lang="cs-CZ" dirty="0">
                <a:latin typeface="Bahnschrift Light" panose="020B0502040204020203" pitchFamily="34" charset="0"/>
              </a:rPr>
              <a:t>zakladatel moderní české poezie</a:t>
            </a:r>
          </a:p>
          <a:p>
            <a:pPr>
              <a:lnSpc>
                <a:spcPct val="100000"/>
              </a:lnSpc>
            </a:pPr>
            <a:r>
              <a:rPr lang="cs-CZ" dirty="0">
                <a:latin typeface="Bahnschrift Light" panose="020B0502040204020203" pitchFamily="34" charset="0"/>
              </a:rPr>
              <a:t>Miloval toulky lesy a hrady, vášnivý cestovatel</a:t>
            </a:r>
          </a:p>
          <a:p>
            <a:pPr>
              <a:lnSpc>
                <a:spcPct val="100000"/>
              </a:lnSpc>
            </a:pPr>
            <a:r>
              <a:rPr lang="cs-CZ" dirty="0">
                <a:latin typeface="Bahnschrift Light" panose="020B0502040204020203" pitchFamily="34" charset="0"/>
              </a:rPr>
              <a:t>Umírá na cholerínu kterou se nakazil při hašení požáru</a:t>
            </a:r>
          </a:p>
          <a:p>
            <a:pPr>
              <a:lnSpc>
                <a:spcPct val="100000"/>
              </a:lnSpc>
            </a:pPr>
            <a:r>
              <a:rPr lang="cs-CZ" dirty="0">
                <a:latin typeface="Bahnschrift Light" panose="020B0502040204020203" pitchFamily="34" charset="0"/>
              </a:rPr>
              <a:t>Nejznámější díla:</a:t>
            </a:r>
            <a:br>
              <a:rPr lang="cs-CZ" dirty="0">
                <a:latin typeface="Bahnschrift Light" panose="020B0502040204020203" pitchFamily="34" charset="0"/>
              </a:rPr>
            </a:br>
            <a:r>
              <a:rPr lang="cs-CZ" dirty="0">
                <a:latin typeface="Bahnschrift Light" panose="020B0502040204020203" pitchFamily="34" charset="0"/>
              </a:rPr>
              <a:t>- Máj</a:t>
            </a:r>
            <a:br>
              <a:rPr lang="cs-CZ" dirty="0">
                <a:latin typeface="Bahnschrift Light" panose="020B0502040204020203" pitchFamily="34" charset="0"/>
              </a:rPr>
            </a:br>
            <a:r>
              <a:rPr lang="cs-CZ" dirty="0">
                <a:latin typeface="Bahnschrift Light" panose="020B0502040204020203" pitchFamily="34" charset="0"/>
              </a:rPr>
              <a:t>- Márinka</a:t>
            </a:r>
            <a:br>
              <a:rPr lang="cs-CZ" dirty="0">
                <a:latin typeface="Bahnschrift Light" panose="020B0502040204020203" pitchFamily="34" charset="0"/>
              </a:rPr>
            </a:br>
            <a:r>
              <a:rPr lang="cs-CZ" dirty="0">
                <a:latin typeface="Bahnschrift Light" panose="020B0502040204020203" pitchFamily="34" charset="0"/>
              </a:rPr>
              <a:t>- Pouť Krkonošská</a:t>
            </a:r>
            <a:br>
              <a:rPr lang="cs-CZ" dirty="0">
                <a:latin typeface="Bahnschrift Light" panose="020B0502040204020203" pitchFamily="34" charset="0"/>
              </a:rPr>
            </a:br>
            <a:r>
              <a:rPr lang="cs-CZ" dirty="0">
                <a:latin typeface="Bahnschrift Light" panose="020B0502040204020203" pitchFamily="34" charset="0"/>
              </a:rPr>
              <a:t>- Cikání</a:t>
            </a:r>
            <a:endParaRPr lang="cs-CZ" b="1" u="sng" dirty="0">
              <a:latin typeface="Bahnschrift Light" panose="020B0502040204020203" pitchFamily="34" charset="0"/>
            </a:endParaRPr>
          </a:p>
          <a:p>
            <a:endParaRPr lang="cs-CZ" dirty="0">
              <a:latin typeface="Bahnschrift Light" panose="020B0502040204020203" pitchFamily="34" charset="0"/>
            </a:endParaRPr>
          </a:p>
          <a:p>
            <a:endParaRPr lang="cs-CZ" b="1" u="sng" dirty="0">
              <a:latin typeface="Bahnschrift Light" panose="020B0502040204020203" pitchFamily="34" charset="0"/>
            </a:endParaRPr>
          </a:p>
        </p:txBody>
      </p:sp>
      <p:pic>
        <p:nvPicPr>
          <p:cNvPr id="5" name="Obrázek 4" descr="Obsah obrázku Lidská tvář, portrét, osoba, oblečení&#10;&#10;Obsah generovaný pomocí AI může být nesprávný.">
            <a:extLst>
              <a:ext uri="{FF2B5EF4-FFF2-40B4-BE49-F238E27FC236}">
                <a16:creationId xmlns:a16="http://schemas.microsoft.com/office/drawing/2014/main" id="{7A338EE2-F7FB-D732-3D9F-16D7AD338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225" y="3429000"/>
            <a:ext cx="2453775" cy="342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9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45A4D3-92D8-83F2-BE61-57511D9B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Bahnschrift" panose="020B0502040204020203" pitchFamily="34" charset="0"/>
              </a:rPr>
              <a:t>Máj – základní údaje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95D76A-6B54-A7C8-31BF-0B1438BF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804" y="1690688"/>
            <a:ext cx="779526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1836, (1 pol. 19 stol.)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Lyricko-epická báseň 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Považuje se za vrcholné dílo českého romantismu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Motivy: láska, smrt, smutek a příroda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4 zpěvy a 2 intermezza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Dílo vyvolalo značnou kritiku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Místo děje – okolí hradu Bezděz</a:t>
            </a:r>
          </a:p>
        </p:txBody>
      </p:sp>
      <p:pic>
        <p:nvPicPr>
          <p:cNvPr id="6" name="Obrázek 5" descr="Obsah obrázku kresba, muž, Lidská tvář, skica&#10;&#10;Obsah generovaný pomocí AI může být nesprávný.">
            <a:extLst>
              <a:ext uri="{FF2B5EF4-FFF2-40B4-BE49-F238E27FC236}">
                <a16:creationId xmlns:a16="http://schemas.microsoft.com/office/drawing/2014/main" id="{842F8251-CB63-A252-FF26-36372A0D9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160" y="1626680"/>
            <a:ext cx="2726640" cy="40239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6908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A3958-0261-D61C-173B-F6BA3B5B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4F2FE6-0B50-FBF5-CEBD-DD401857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Bahnschrift" panose="020B0502040204020203" pitchFamily="34" charset="0"/>
              </a:rPr>
              <a:t>Máj – hlavní postavy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C97584-73DD-A071-B9CE-51B26883D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525"/>
            <a:ext cx="10061448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cs-CZ" sz="3200" b="1" dirty="0">
                <a:latin typeface="Bahnschrift Light" panose="020B0502040204020203" pitchFamily="34" charset="0"/>
              </a:rPr>
              <a:t>Vilém</a:t>
            </a:r>
            <a:r>
              <a:rPr lang="cs-CZ" sz="3200" dirty="0">
                <a:latin typeface="Bahnschrift Light" panose="020B0502040204020203" pitchFamily="34" charset="0"/>
              </a:rPr>
              <a:t> – vůdce loupežníků, tzv – „Strašný lesů pán“ – odsouzen k smrtí </a:t>
            </a:r>
          </a:p>
          <a:p>
            <a:pPr>
              <a:lnSpc>
                <a:spcPct val="100000"/>
              </a:lnSpc>
            </a:pPr>
            <a:r>
              <a:rPr lang="cs-CZ" sz="3200" b="1" dirty="0">
                <a:latin typeface="Bahnschrift Light" panose="020B0502040204020203" pitchFamily="34" charset="0"/>
              </a:rPr>
              <a:t>Jarmila</a:t>
            </a:r>
            <a:r>
              <a:rPr lang="cs-CZ" sz="3200" dirty="0">
                <a:latin typeface="Bahnschrift Light" panose="020B0502040204020203" pitchFamily="34" charset="0"/>
              </a:rPr>
              <a:t> – Vilémova milá</a:t>
            </a:r>
          </a:p>
          <a:p>
            <a:pPr>
              <a:lnSpc>
                <a:spcPct val="100000"/>
              </a:lnSpc>
            </a:pPr>
            <a:r>
              <a:rPr lang="cs-CZ" sz="3200" b="1" dirty="0">
                <a:latin typeface="Bahnschrift Light" panose="020B0502040204020203" pitchFamily="34" charset="0"/>
              </a:rPr>
              <a:t>Otec Viléma </a:t>
            </a:r>
            <a:r>
              <a:rPr lang="cs-CZ" sz="3200" dirty="0">
                <a:latin typeface="Bahnschrift Light" panose="020B0502040204020203" pitchFamily="34" charset="0"/>
              </a:rPr>
              <a:t>– Opustil Viléma v dětství</a:t>
            </a:r>
          </a:p>
          <a:p>
            <a:pPr>
              <a:lnSpc>
                <a:spcPct val="100000"/>
              </a:lnSpc>
            </a:pPr>
            <a:r>
              <a:rPr lang="cs-CZ" sz="3200" b="1" dirty="0">
                <a:latin typeface="Bahnschrift Light" panose="020B0502040204020203" pitchFamily="34" charset="0"/>
              </a:rPr>
              <a:t>Hynek</a:t>
            </a:r>
            <a:r>
              <a:rPr lang="cs-CZ" sz="3200" dirty="0">
                <a:latin typeface="Bahnschrift Light" panose="020B0502040204020203" pitchFamily="34" charset="0"/>
              </a:rPr>
              <a:t> - sám autor, který se jako poutník vrací po letech na místo popravy Viléma</a:t>
            </a:r>
            <a:endParaRPr lang="cs-CZ" sz="3200" b="1" dirty="0">
              <a:latin typeface="Bahnschrift Ligh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cs-CZ" sz="3200" dirty="0">
              <a:latin typeface="Bahnschrift Ligh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cs-CZ" sz="32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74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83CB3-7780-8FA8-4453-5DD8D9D79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F8AA7A-FF86-FCB0-8877-F430E16B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Bahnschrift" panose="020B0502040204020203" pitchFamily="34" charset="0"/>
              </a:rPr>
              <a:t>Máj – děj v bodech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7885C19-590C-A462-5BE9-330804061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525"/>
            <a:ext cx="7591425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Báseň začíná lyrickým popisem májové přírody (máj = květen)</a:t>
            </a:r>
          </a:p>
          <a:p>
            <a:pPr>
              <a:lnSpc>
                <a:spcPct val="100000"/>
              </a:lnSpc>
            </a:pPr>
            <a:r>
              <a:rPr lang="cs-CZ" sz="3200" dirty="0"/>
              <a:t>Jarmila čeká u jezera na Viléma, dozvídá se o jeho uvěznění a zoufalstvím se utopí (Máchovo jezero)</a:t>
            </a:r>
          </a:p>
          <a:p>
            <a:pPr>
              <a:lnSpc>
                <a:spcPct val="100000"/>
              </a:lnSpc>
            </a:pPr>
            <a:r>
              <a:rPr lang="cs-CZ" sz="3200" dirty="0"/>
              <a:t>Vilém je uvězněn za vraždu muže, který mu svedl Jarmilu, teprve poté zjišťuje, že zabil vlastního otce.</a:t>
            </a:r>
          </a:p>
          <a:p>
            <a:pPr marL="0" indent="0">
              <a:lnSpc>
                <a:spcPct val="100000"/>
              </a:lnSpc>
              <a:buNone/>
            </a:pPr>
            <a:endParaRPr lang="cs-CZ" sz="3200" dirty="0">
              <a:latin typeface="Bahnschrift Ligh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cs-CZ" sz="3200" dirty="0">
              <a:latin typeface="Bahnschrift Ligh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cs-CZ" sz="3200" dirty="0">
              <a:latin typeface="Bahnschrift Light" panose="020B0502040204020203" pitchFamily="34" charset="0"/>
            </a:endParaRPr>
          </a:p>
        </p:txBody>
      </p:sp>
      <p:pic>
        <p:nvPicPr>
          <p:cNvPr id="5" name="Obrázek 4" descr="Obsah obrázku umění, Lidská tvář, skica, kresba&#10;&#10;Obsah generovaný pomocí AI může být nesprávný.">
            <a:extLst>
              <a:ext uri="{FF2B5EF4-FFF2-40B4-BE49-F238E27FC236}">
                <a16:creationId xmlns:a16="http://schemas.microsoft.com/office/drawing/2014/main" id="{837227A0-6F6F-BEEA-CE60-46637662F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6" t="13750" r="14271" b="12500"/>
          <a:stretch>
            <a:fillRect/>
          </a:stretch>
        </p:blipFill>
        <p:spPr>
          <a:xfrm>
            <a:off x="8943975" y="1520779"/>
            <a:ext cx="2752725" cy="38164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98832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35FB-D852-3430-E344-591B4C0AD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30904D-5C3B-9212-9FAA-DA6D6607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Bahnschrift" panose="020B0502040204020203" pitchFamily="34" charset="0"/>
              </a:rPr>
              <a:t>Máj – děj v bodech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FD735B8-10B7-AADB-9226-DA09680BB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525"/>
            <a:ext cx="759142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3200" dirty="0"/>
              <a:t>Ve vězení Vilém přemýšlí o vině, osudu a blížící se smrti.</a:t>
            </a:r>
            <a:endParaRPr lang="cs-CZ" sz="3200" dirty="0">
              <a:latin typeface="Bahnschrift Light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Kontrast mezí časem do smrtí Viléma a věčnost přírody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latin typeface="Bahnschrift Light" panose="020B0502040204020203" pitchFamily="34" charset="0"/>
              </a:rPr>
              <a:t>Intermezzo I. – sbor duchu čekají až se Vilém k nim připojí, příroda vysvětluje čím přispěje na Vilémův konec</a:t>
            </a:r>
          </a:p>
          <a:p>
            <a:pPr>
              <a:lnSpc>
                <a:spcPct val="100000"/>
              </a:lnSpc>
            </a:pPr>
            <a:endParaRPr lang="cs-CZ" sz="3200" dirty="0"/>
          </a:p>
          <a:p>
            <a:pPr marL="0" indent="0">
              <a:lnSpc>
                <a:spcPct val="100000"/>
              </a:lnSpc>
              <a:buNone/>
            </a:pPr>
            <a:endParaRPr lang="cs-CZ" sz="3200" dirty="0">
              <a:latin typeface="Bahnschrift Ligh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cs-CZ" sz="3200" dirty="0">
              <a:latin typeface="Bahnschrift Ligh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cs-CZ" sz="3200" dirty="0">
              <a:latin typeface="Bahnschrift Light" panose="020B0502040204020203" pitchFamily="34" charset="0"/>
            </a:endParaRPr>
          </a:p>
        </p:txBody>
      </p:sp>
      <p:pic>
        <p:nvPicPr>
          <p:cNvPr id="4" name="Obrázek 3" descr="Obsah obrázku umění, skica, kresba, černobílá&#10;&#10;Obsah generovaný pomocí AI může být nesprávný.">
            <a:extLst>
              <a:ext uri="{FF2B5EF4-FFF2-40B4-BE49-F238E27FC236}">
                <a16:creationId xmlns:a16="http://schemas.microsoft.com/office/drawing/2014/main" id="{042B36C9-80C8-EA17-B6C8-9DC5F810D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933" y="1600200"/>
            <a:ext cx="3048579" cy="41689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1471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06FCB-E25F-6626-AAF7-3678A197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CD1BF4-4A2B-570D-80CD-58F08E68F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Bahnschrift" panose="020B0502040204020203" pitchFamily="34" charset="0"/>
              </a:rPr>
              <a:t>Máj – děj v bodech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D8DD7A-FD91-24F4-D426-E9DC500D9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525"/>
            <a:ext cx="759142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3200" dirty="0"/>
              <a:t>Ráno je Vilém popraven na šibenici.</a:t>
            </a:r>
          </a:p>
          <a:p>
            <a:pPr>
              <a:lnSpc>
                <a:spcPct val="100000"/>
              </a:lnSpc>
            </a:pPr>
            <a:r>
              <a:rPr lang="cs-CZ" sz="3200" dirty="0"/>
              <a:t>Intermezzo II. – Loupežnicí oplakávají smrt svého vůdce</a:t>
            </a:r>
          </a:p>
          <a:p>
            <a:pPr>
              <a:lnSpc>
                <a:spcPct val="100000"/>
              </a:lnSpc>
            </a:pPr>
            <a:r>
              <a:rPr lang="cs-CZ" sz="3200" dirty="0"/>
              <a:t>Poutník Hynek (autor) po letech navštěvuje místo popravy, pozoruje změny krajiny a přemítá o pomíjivosti lidského života</a:t>
            </a:r>
          </a:p>
          <a:p>
            <a:pPr marL="0" indent="0">
              <a:lnSpc>
                <a:spcPct val="100000"/>
              </a:lnSpc>
              <a:buNone/>
            </a:pPr>
            <a:endParaRPr lang="cs-CZ" sz="3200" dirty="0"/>
          </a:p>
          <a:p>
            <a:pPr marL="0" indent="0">
              <a:lnSpc>
                <a:spcPct val="100000"/>
              </a:lnSpc>
              <a:buNone/>
            </a:pPr>
            <a:endParaRPr lang="cs-CZ" sz="3200" dirty="0">
              <a:latin typeface="Bahnschrift Ligh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cs-CZ" sz="3200" dirty="0">
              <a:latin typeface="Bahnschrift Light" panose="020B0502040204020203" pitchFamily="34" charset="0"/>
            </a:endParaRPr>
          </a:p>
          <a:p>
            <a:pPr>
              <a:lnSpc>
                <a:spcPct val="100000"/>
              </a:lnSpc>
            </a:pPr>
            <a:endParaRPr lang="cs-CZ" sz="3200" dirty="0">
              <a:latin typeface="Bahnschrift Light" panose="020B0502040204020203" pitchFamily="34" charset="0"/>
            </a:endParaRPr>
          </a:p>
        </p:txBody>
      </p:sp>
      <p:pic>
        <p:nvPicPr>
          <p:cNvPr id="7" name="Obrázek 6" descr="Obsah obrázku kresba, skica, umění, Umělecký tisk&#10;&#10;Obsah generovaný pomocí AI může být nesprávný.">
            <a:extLst>
              <a:ext uri="{FF2B5EF4-FFF2-40B4-BE49-F238E27FC236}">
                <a16:creationId xmlns:a16="http://schemas.microsoft.com/office/drawing/2014/main" id="{49EFBC3A-9C62-D979-1700-C005A0CE9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45" y="850392"/>
            <a:ext cx="3543094" cy="54504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19494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5831-5648-4873-5F58-C53692F4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729EF8-A030-30E8-9577-178F3E639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Bahnschrift" panose="020B0502040204020203" pitchFamily="34" charset="0"/>
              </a:rPr>
              <a:t>Máj – jazykové prostředky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CCE75D-23AB-E2AB-D532-DF379C259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690688"/>
            <a:ext cx="10994136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cs-CZ" sz="3200" dirty="0"/>
              <a:t>Kontrasty: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3200" dirty="0"/>
              <a:t>	</a:t>
            </a:r>
            <a:r>
              <a:rPr lang="cs-CZ" sz="2400" dirty="0"/>
              <a:t>- láska, jarní příroda a smrt člověka </a:t>
            </a:r>
          </a:p>
          <a:p>
            <a:pPr>
              <a:lnSpc>
                <a:spcPct val="100000"/>
              </a:lnSpc>
            </a:pPr>
            <a:r>
              <a:rPr lang="cs-CZ" sz="3200" dirty="0"/>
              <a:t>Oxymóron (přívlastek, který je významem v rozporu s významem jména, které určuje):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3200" dirty="0"/>
              <a:t>	</a:t>
            </a:r>
            <a:r>
              <a:rPr lang="cs-CZ" sz="2400" dirty="0"/>
              <a:t>- „zbortěné zvuky harfy tón“, - „</a:t>
            </a:r>
            <a:r>
              <a:rPr lang="cs-CZ" sz="2400" dirty="0" err="1"/>
              <a:t>umřelé</a:t>
            </a:r>
            <a:r>
              <a:rPr lang="cs-CZ" sz="2400" dirty="0"/>
              <a:t> hvězdy svit“, -“mrtvé milenky cit“.</a:t>
            </a:r>
          </a:p>
          <a:p>
            <a:pPr>
              <a:lnSpc>
                <a:spcPct val="100000"/>
              </a:lnSpc>
            </a:pPr>
            <a:r>
              <a:rPr lang="cs-CZ" sz="3200" dirty="0"/>
              <a:t>Onomatopoie (zvukomalba):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s-CZ" sz="3200" dirty="0"/>
              <a:t>	</a:t>
            </a:r>
            <a:r>
              <a:rPr lang="cs-CZ" sz="2400" dirty="0"/>
              <a:t>- „Pozvolným krokem on zločince doprovází, jenž ve středu jeho jde jak jindy 	ozdoben“</a:t>
            </a:r>
            <a:endParaRPr lang="cs-CZ" sz="32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89834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375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Bahnschrift</vt:lpstr>
      <vt:lpstr>Bahnschrift Light</vt:lpstr>
      <vt:lpstr>Motiv Office</vt:lpstr>
      <vt:lpstr>MÁJ</vt:lpstr>
      <vt:lpstr>Karel Hynek Mácha (1810-1826)</vt:lpstr>
      <vt:lpstr>Máj – základní údaje </vt:lpstr>
      <vt:lpstr>Máj – hlavní postavy</vt:lpstr>
      <vt:lpstr>Máj – děj v bodech</vt:lpstr>
      <vt:lpstr>Máj – děj v bodech</vt:lpstr>
      <vt:lpstr>Máj – děj v bodech</vt:lpstr>
      <vt:lpstr>Máj – jazykové prostředky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Popov Savva</dc:creator>
  <cp:lastModifiedBy>Popov Savva</cp:lastModifiedBy>
  <cp:revision>1</cp:revision>
  <dcterms:created xsi:type="dcterms:W3CDTF">2025-11-30T13:15:53Z</dcterms:created>
  <dcterms:modified xsi:type="dcterms:W3CDTF">2025-12-18T10:02:21Z</dcterms:modified>
</cp:coreProperties>
</file>