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6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B75BC3-B05C-48E7-9CE7-F8E74D3FD4EA}" v="72" dt="2024-10-02T17:17:24.6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pov Savva" userId="bc132019-2944-47dc-b2a0-f031fbe56d5e" providerId="ADAL" clId="{FFB75BC3-B05C-48E7-9CE7-F8E74D3FD4EA}"/>
    <pc:docChg chg="undo redo custSel addSld delSld modSld sldOrd">
      <pc:chgData name="Popov Savva" userId="bc132019-2944-47dc-b2a0-f031fbe56d5e" providerId="ADAL" clId="{FFB75BC3-B05C-48E7-9CE7-F8E74D3FD4EA}" dt="2024-10-02T17:17:24.600" v="686" actId="1440"/>
      <pc:docMkLst>
        <pc:docMk/>
      </pc:docMkLst>
      <pc:sldChg chg="addSp delSp modSp mod setBg modClrScheme chgLayout">
        <pc:chgData name="Popov Savva" userId="bc132019-2944-47dc-b2a0-f031fbe56d5e" providerId="ADAL" clId="{FFB75BC3-B05C-48E7-9CE7-F8E74D3FD4EA}" dt="2024-10-02T14:50:07.756" v="379" actId="313"/>
        <pc:sldMkLst>
          <pc:docMk/>
          <pc:sldMk cId="37303381" sldId="256"/>
        </pc:sldMkLst>
        <pc:spChg chg="del mod ord">
          <ac:chgData name="Popov Savva" userId="bc132019-2944-47dc-b2a0-f031fbe56d5e" providerId="ADAL" clId="{FFB75BC3-B05C-48E7-9CE7-F8E74D3FD4EA}" dt="2024-10-02T14:28:18.360" v="32" actId="700"/>
          <ac:spMkLst>
            <pc:docMk/>
            <pc:sldMk cId="37303381" sldId="256"/>
            <ac:spMk id="2" creationId="{52DE0A98-F24D-8F05-4F89-FE8536F1CE23}"/>
          </ac:spMkLst>
        </pc:spChg>
        <pc:spChg chg="del mod ord">
          <ac:chgData name="Popov Savva" userId="bc132019-2944-47dc-b2a0-f031fbe56d5e" providerId="ADAL" clId="{FFB75BC3-B05C-48E7-9CE7-F8E74D3FD4EA}" dt="2024-10-02T14:28:18.360" v="32" actId="700"/>
          <ac:spMkLst>
            <pc:docMk/>
            <pc:sldMk cId="37303381" sldId="256"/>
            <ac:spMk id="3" creationId="{AC6C83F7-C570-041D-F66B-F5410AB5740B}"/>
          </ac:spMkLst>
        </pc:spChg>
        <pc:spChg chg="add mod ord">
          <ac:chgData name="Popov Savva" userId="bc132019-2944-47dc-b2a0-f031fbe56d5e" providerId="ADAL" clId="{FFB75BC3-B05C-48E7-9CE7-F8E74D3FD4EA}" dt="2024-10-02T14:45:27.276" v="317" actId="20577"/>
          <ac:spMkLst>
            <pc:docMk/>
            <pc:sldMk cId="37303381" sldId="256"/>
            <ac:spMk id="4" creationId="{B8EAA19D-E0EA-DFA5-963C-418EF8BB646C}"/>
          </ac:spMkLst>
        </pc:spChg>
        <pc:spChg chg="add mod ord">
          <ac:chgData name="Popov Savva" userId="bc132019-2944-47dc-b2a0-f031fbe56d5e" providerId="ADAL" clId="{FFB75BC3-B05C-48E7-9CE7-F8E74D3FD4EA}" dt="2024-10-02T14:50:07.756" v="379" actId="313"/>
          <ac:spMkLst>
            <pc:docMk/>
            <pc:sldMk cId="37303381" sldId="256"/>
            <ac:spMk id="5" creationId="{A1B9D0DD-FEC3-505A-266A-AEB8F739BC1C}"/>
          </ac:spMkLst>
        </pc:spChg>
        <pc:spChg chg="add mod">
          <ac:chgData name="Popov Savva" userId="bc132019-2944-47dc-b2a0-f031fbe56d5e" providerId="ADAL" clId="{FFB75BC3-B05C-48E7-9CE7-F8E74D3FD4EA}" dt="2024-10-02T14:49:54.163" v="378" actId="14100"/>
          <ac:spMkLst>
            <pc:docMk/>
            <pc:sldMk cId="37303381" sldId="256"/>
            <ac:spMk id="6" creationId="{A701F11E-60A0-1367-30D3-E22E9233EBDB}"/>
          </ac:spMkLst>
        </pc:spChg>
        <pc:spChg chg="add del mod">
          <ac:chgData name="Popov Savva" userId="bc132019-2944-47dc-b2a0-f031fbe56d5e" providerId="ADAL" clId="{FFB75BC3-B05C-48E7-9CE7-F8E74D3FD4EA}" dt="2024-10-02T14:40:27.217" v="194" actId="22"/>
          <ac:spMkLst>
            <pc:docMk/>
            <pc:sldMk cId="37303381" sldId="256"/>
            <ac:spMk id="9" creationId="{DE761DE3-3D8B-F24A-7078-1CD5DD68E48A}"/>
          </ac:spMkLst>
        </pc:spChg>
        <pc:spChg chg="add del">
          <ac:chgData name="Popov Savva" userId="bc132019-2944-47dc-b2a0-f031fbe56d5e" providerId="ADAL" clId="{FFB75BC3-B05C-48E7-9CE7-F8E74D3FD4EA}" dt="2024-10-02T14:37:09.349" v="169" actId="26606"/>
          <ac:spMkLst>
            <pc:docMk/>
            <pc:sldMk cId="37303381" sldId="256"/>
            <ac:spMk id="11" creationId="{C0763A76-9F1C-4FC5-82B7-DD475DA461B2}"/>
          </ac:spMkLst>
        </pc:spChg>
        <pc:spChg chg="add del">
          <ac:chgData name="Popov Savva" userId="bc132019-2944-47dc-b2a0-f031fbe56d5e" providerId="ADAL" clId="{FFB75BC3-B05C-48E7-9CE7-F8E74D3FD4EA}" dt="2024-10-02T14:47:10.373" v="342" actId="22"/>
          <ac:spMkLst>
            <pc:docMk/>
            <pc:sldMk cId="37303381" sldId="256"/>
            <ac:spMk id="12" creationId="{A986030E-E600-EFB8-40AA-57C835C6769D}"/>
          </ac:spMkLst>
        </pc:spChg>
        <pc:spChg chg="add del">
          <ac:chgData name="Popov Savva" userId="bc132019-2944-47dc-b2a0-f031fbe56d5e" providerId="ADAL" clId="{FFB75BC3-B05C-48E7-9CE7-F8E74D3FD4EA}" dt="2024-10-02T14:37:09.349" v="169" actId="26606"/>
          <ac:spMkLst>
            <pc:docMk/>
            <pc:sldMk cId="37303381" sldId="256"/>
            <ac:spMk id="13" creationId="{E81BF4F6-F2CF-4984-9D14-D6966D92F99F}"/>
          </ac:spMkLst>
        </pc:spChg>
        <pc:spChg chg="add del mod">
          <ac:chgData name="Popov Savva" userId="bc132019-2944-47dc-b2a0-f031fbe56d5e" providerId="ADAL" clId="{FFB75BC3-B05C-48E7-9CE7-F8E74D3FD4EA}" dt="2024-10-02T14:47:28.433" v="346" actId="22"/>
          <ac:spMkLst>
            <pc:docMk/>
            <pc:sldMk cId="37303381" sldId="256"/>
            <ac:spMk id="15" creationId="{D9D45E9E-CC0D-2CD9-5259-CCB56BC6CFC9}"/>
          </ac:spMkLst>
        </pc:spChg>
        <pc:spChg chg="add del">
          <ac:chgData name="Popov Savva" userId="bc132019-2944-47dc-b2a0-f031fbe56d5e" providerId="ADAL" clId="{FFB75BC3-B05C-48E7-9CE7-F8E74D3FD4EA}" dt="2024-10-02T14:37:09.349" v="169" actId="26606"/>
          <ac:spMkLst>
            <pc:docMk/>
            <pc:sldMk cId="37303381" sldId="256"/>
            <ac:spMk id="1031" creationId="{C0763A76-9F1C-4FC5-82B7-DD475DA461B2}"/>
          </ac:spMkLst>
        </pc:spChg>
        <pc:spChg chg="add del">
          <ac:chgData name="Popov Savva" userId="bc132019-2944-47dc-b2a0-f031fbe56d5e" providerId="ADAL" clId="{FFB75BC3-B05C-48E7-9CE7-F8E74D3FD4EA}" dt="2024-10-02T14:37:09.349" v="169" actId="26606"/>
          <ac:spMkLst>
            <pc:docMk/>
            <pc:sldMk cId="37303381" sldId="256"/>
            <ac:spMk id="1033" creationId="{E81BF4F6-F2CF-4984-9D14-D6966D92F99F}"/>
          </ac:spMkLst>
        </pc:spChg>
        <pc:picChg chg="add del mod">
          <ac:chgData name="Popov Savva" userId="bc132019-2944-47dc-b2a0-f031fbe56d5e" providerId="ADAL" clId="{FFB75BC3-B05C-48E7-9CE7-F8E74D3FD4EA}" dt="2024-10-02T14:36:53.853" v="165" actId="478"/>
          <ac:picMkLst>
            <pc:docMk/>
            <pc:sldMk cId="37303381" sldId="256"/>
            <ac:picMk id="7" creationId="{96A99E87-51DF-EBD8-D7DF-91EA283723F7}"/>
          </ac:picMkLst>
        </pc:picChg>
        <pc:picChg chg="add del mod">
          <ac:chgData name="Popov Savva" userId="bc132019-2944-47dc-b2a0-f031fbe56d5e" providerId="ADAL" clId="{FFB75BC3-B05C-48E7-9CE7-F8E74D3FD4EA}" dt="2024-10-02T14:40:54.896" v="198" actId="478"/>
          <ac:picMkLst>
            <pc:docMk/>
            <pc:sldMk cId="37303381" sldId="256"/>
            <ac:picMk id="1026" creationId="{062D11A6-70B9-3D05-D792-57B93C7EBB89}"/>
          </ac:picMkLst>
        </pc:picChg>
        <pc:picChg chg="add">
          <ac:chgData name="Popov Savva" userId="bc132019-2944-47dc-b2a0-f031fbe56d5e" providerId="ADAL" clId="{FFB75BC3-B05C-48E7-9CE7-F8E74D3FD4EA}" dt="2024-10-02T14:37:28.301" v="175"/>
          <ac:picMkLst>
            <pc:docMk/>
            <pc:sldMk cId="37303381" sldId="256"/>
            <ac:picMk id="1028" creationId="{136C2F5B-1A82-3F6D-B370-B965678C99E8}"/>
          </ac:picMkLst>
        </pc:picChg>
        <pc:picChg chg="add mod">
          <ac:chgData name="Popov Savva" userId="bc132019-2944-47dc-b2a0-f031fbe56d5e" providerId="ADAL" clId="{FFB75BC3-B05C-48E7-9CE7-F8E74D3FD4EA}" dt="2024-10-02T14:37:30.524" v="177"/>
          <ac:picMkLst>
            <pc:docMk/>
            <pc:sldMk cId="37303381" sldId="256"/>
            <ac:picMk id="1030" creationId="{D352CF6F-FD0C-0854-6276-17CD1DBCA2AC}"/>
          </ac:picMkLst>
        </pc:picChg>
        <pc:picChg chg="add mod">
          <ac:chgData name="Popov Savva" userId="bc132019-2944-47dc-b2a0-f031fbe56d5e" providerId="ADAL" clId="{FFB75BC3-B05C-48E7-9CE7-F8E74D3FD4EA}" dt="2024-10-02T14:41:41.332" v="207" actId="1076"/>
          <ac:picMkLst>
            <pc:docMk/>
            <pc:sldMk cId="37303381" sldId="256"/>
            <ac:picMk id="1032" creationId="{BB6F205F-FFA4-2F83-719A-E2B33955EE17}"/>
          </ac:picMkLst>
        </pc:picChg>
      </pc:sldChg>
      <pc:sldChg chg="addSp delSp modSp mod ord setBg">
        <pc:chgData name="Popov Savva" userId="bc132019-2944-47dc-b2a0-f031fbe56d5e" providerId="ADAL" clId="{FFB75BC3-B05C-48E7-9CE7-F8E74D3FD4EA}" dt="2024-10-02T14:43:37.210" v="282" actId="20577"/>
        <pc:sldMkLst>
          <pc:docMk/>
          <pc:sldMk cId="3780446696" sldId="257"/>
        </pc:sldMkLst>
        <pc:spChg chg="add del mod ord">
          <ac:chgData name="Popov Savva" userId="bc132019-2944-47dc-b2a0-f031fbe56d5e" providerId="ADAL" clId="{FFB75BC3-B05C-48E7-9CE7-F8E74D3FD4EA}" dt="2024-10-02T14:43:37.210" v="282" actId="20577"/>
          <ac:spMkLst>
            <pc:docMk/>
            <pc:sldMk cId="3780446696" sldId="257"/>
            <ac:spMk id="2" creationId="{81550FC9-3132-C5C1-8213-B35D38BF30F3}"/>
          </ac:spMkLst>
        </pc:spChg>
        <pc:spChg chg="del">
          <ac:chgData name="Popov Savva" userId="bc132019-2944-47dc-b2a0-f031fbe56d5e" providerId="ADAL" clId="{FFB75BC3-B05C-48E7-9CE7-F8E74D3FD4EA}" dt="2024-10-02T14:26:38.557" v="0" actId="931"/>
          <ac:spMkLst>
            <pc:docMk/>
            <pc:sldMk cId="3780446696" sldId="257"/>
            <ac:spMk id="3" creationId="{442E683D-DF98-5D15-80A8-5975C49316EC}"/>
          </ac:spMkLst>
        </pc:spChg>
        <pc:spChg chg="add">
          <ac:chgData name="Popov Savva" userId="bc132019-2944-47dc-b2a0-f031fbe56d5e" providerId="ADAL" clId="{FFB75BC3-B05C-48E7-9CE7-F8E74D3FD4EA}" dt="2024-10-02T14:27:18.287" v="29" actId="26606"/>
          <ac:spMkLst>
            <pc:docMk/>
            <pc:sldMk cId="3780446696" sldId="257"/>
            <ac:spMk id="7" creationId="{37C89E4B-3C9F-44B9-8B86-D9E3D112D8EC}"/>
          </ac:spMkLst>
        </pc:spChg>
        <pc:spChg chg="add del">
          <ac:chgData name="Popov Savva" userId="bc132019-2944-47dc-b2a0-f031fbe56d5e" providerId="ADAL" clId="{FFB75BC3-B05C-48E7-9CE7-F8E74D3FD4EA}" dt="2024-10-02T14:26:51.205" v="6" actId="26606"/>
          <ac:spMkLst>
            <pc:docMk/>
            <pc:sldMk cId="3780446696" sldId="257"/>
            <ac:spMk id="10" creationId="{42A4FC2C-047E-45A5-965D-8E1E3BF09BC6}"/>
          </ac:spMkLst>
        </pc:spChg>
        <pc:picChg chg="add mod">
          <ac:chgData name="Popov Savva" userId="bc132019-2944-47dc-b2a0-f031fbe56d5e" providerId="ADAL" clId="{FFB75BC3-B05C-48E7-9CE7-F8E74D3FD4EA}" dt="2024-10-02T14:27:18.287" v="29" actId="26606"/>
          <ac:picMkLst>
            <pc:docMk/>
            <pc:sldMk cId="3780446696" sldId="257"/>
            <ac:picMk id="5" creationId="{F54D3572-4E0D-7257-F35E-D8419D120260}"/>
          </ac:picMkLst>
        </pc:picChg>
        <pc:cxnChg chg="add">
          <ac:chgData name="Popov Savva" userId="bc132019-2944-47dc-b2a0-f031fbe56d5e" providerId="ADAL" clId="{FFB75BC3-B05C-48E7-9CE7-F8E74D3FD4EA}" dt="2024-10-02T14:27:18.287" v="29" actId="26606"/>
          <ac:cxnSpMkLst>
            <pc:docMk/>
            <pc:sldMk cId="3780446696" sldId="257"/>
            <ac:cxnSpMk id="12" creationId="{AA2EAA10-076F-46BD-8F0F-B9A2FB77A85C}"/>
          </ac:cxnSpMkLst>
        </pc:cxnChg>
        <pc:cxnChg chg="add">
          <ac:chgData name="Popov Savva" userId="bc132019-2944-47dc-b2a0-f031fbe56d5e" providerId="ADAL" clId="{FFB75BC3-B05C-48E7-9CE7-F8E74D3FD4EA}" dt="2024-10-02T14:27:18.287" v="29" actId="26606"/>
          <ac:cxnSpMkLst>
            <pc:docMk/>
            <pc:sldMk cId="3780446696" sldId="257"/>
            <ac:cxnSpMk id="14" creationId="{D891E407-403B-4764-86C9-33A56D3BCAA3}"/>
          </ac:cxnSpMkLst>
        </pc:cxnChg>
      </pc:sldChg>
      <pc:sldChg chg="addSp delSp modSp new mod setBg">
        <pc:chgData name="Popov Savva" userId="bc132019-2944-47dc-b2a0-f031fbe56d5e" providerId="ADAL" clId="{FFB75BC3-B05C-48E7-9CE7-F8E74D3FD4EA}" dt="2024-10-02T16:16:10.910" v="482" actId="1440"/>
        <pc:sldMkLst>
          <pc:docMk/>
          <pc:sldMk cId="619990561" sldId="258"/>
        </pc:sldMkLst>
        <pc:spChg chg="del mod">
          <ac:chgData name="Popov Savva" userId="bc132019-2944-47dc-b2a0-f031fbe56d5e" providerId="ADAL" clId="{FFB75BC3-B05C-48E7-9CE7-F8E74D3FD4EA}" dt="2024-10-02T15:39:32.564" v="401" actId="478"/>
          <ac:spMkLst>
            <pc:docMk/>
            <pc:sldMk cId="619990561" sldId="258"/>
            <ac:spMk id="2" creationId="{9B0A92D1-296E-748A-C3D1-7DD705AA1F95}"/>
          </ac:spMkLst>
        </pc:spChg>
        <pc:spChg chg="mod ord">
          <ac:chgData name="Popov Savva" userId="bc132019-2944-47dc-b2a0-f031fbe56d5e" providerId="ADAL" clId="{FFB75BC3-B05C-48E7-9CE7-F8E74D3FD4EA}" dt="2024-10-02T16:11:05.259" v="469" actId="255"/>
          <ac:spMkLst>
            <pc:docMk/>
            <pc:sldMk cId="619990561" sldId="258"/>
            <ac:spMk id="3" creationId="{971FB4F9-7809-9BB8-271A-E0F2E81D72AC}"/>
          </ac:spMkLst>
        </pc:spChg>
        <pc:spChg chg="add mod">
          <ac:chgData name="Popov Savva" userId="bc132019-2944-47dc-b2a0-f031fbe56d5e" providerId="ADAL" clId="{FFB75BC3-B05C-48E7-9CE7-F8E74D3FD4EA}" dt="2024-10-02T16:06:56.825" v="465" actId="20577"/>
          <ac:spMkLst>
            <pc:docMk/>
            <pc:sldMk cId="619990561" sldId="258"/>
            <ac:spMk id="4" creationId="{D05C3AF5-5A64-CB30-04C4-AF3D3A1464D5}"/>
          </ac:spMkLst>
        </pc:spChg>
        <pc:spChg chg="add">
          <ac:chgData name="Popov Savva" userId="bc132019-2944-47dc-b2a0-f031fbe56d5e" providerId="ADAL" clId="{FFB75BC3-B05C-48E7-9CE7-F8E74D3FD4EA}" dt="2024-10-02T15:44:02.521" v="417" actId="26606"/>
          <ac:spMkLst>
            <pc:docMk/>
            <pc:sldMk cId="619990561" sldId="258"/>
            <ac:spMk id="1031" creationId="{1ECAB1E8-8195-4748-BE71-FF806D86892E}"/>
          </ac:spMkLst>
        </pc:spChg>
        <pc:spChg chg="add">
          <ac:chgData name="Popov Savva" userId="bc132019-2944-47dc-b2a0-f031fbe56d5e" providerId="ADAL" clId="{FFB75BC3-B05C-48E7-9CE7-F8E74D3FD4EA}" dt="2024-10-02T15:44:02.521" v="417" actId="26606"/>
          <ac:spMkLst>
            <pc:docMk/>
            <pc:sldMk cId="619990561" sldId="258"/>
            <ac:spMk id="1033" creationId="{57F6BDD4-E066-4008-8011-6CC31AEB4556}"/>
          </ac:spMkLst>
        </pc:spChg>
        <pc:spChg chg="add">
          <ac:chgData name="Popov Savva" userId="bc132019-2944-47dc-b2a0-f031fbe56d5e" providerId="ADAL" clId="{FFB75BC3-B05C-48E7-9CE7-F8E74D3FD4EA}" dt="2024-10-02T15:44:02.521" v="417" actId="26606"/>
          <ac:spMkLst>
            <pc:docMk/>
            <pc:sldMk cId="619990561" sldId="258"/>
            <ac:spMk id="1035" creationId="{2711A8FB-68FC-45FC-B01E-38F809E2D439}"/>
          </ac:spMkLst>
        </pc:spChg>
        <pc:spChg chg="add">
          <ac:chgData name="Popov Savva" userId="bc132019-2944-47dc-b2a0-f031fbe56d5e" providerId="ADAL" clId="{FFB75BC3-B05C-48E7-9CE7-F8E74D3FD4EA}" dt="2024-10-02T15:44:02.521" v="417" actId="26606"/>
          <ac:spMkLst>
            <pc:docMk/>
            <pc:sldMk cId="619990561" sldId="258"/>
            <ac:spMk id="1037" creationId="{2A865FE3-5FC9-4049-87CF-30019C46C0F5}"/>
          </ac:spMkLst>
        </pc:spChg>
        <pc:picChg chg="add mod">
          <ac:chgData name="Popov Savva" userId="bc132019-2944-47dc-b2a0-f031fbe56d5e" providerId="ADAL" clId="{FFB75BC3-B05C-48E7-9CE7-F8E74D3FD4EA}" dt="2024-10-02T16:16:10.910" v="482" actId="1440"/>
          <ac:picMkLst>
            <pc:docMk/>
            <pc:sldMk cId="619990561" sldId="258"/>
            <ac:picMk id="1026" creationId="{25D8F6FE-4A52-B75D-73B5-814A6E5A295B}"/>
          </ac:picMkLst>
        </pc:picChg>
      </pc:sldChg>
      <pc:sldChg chg="addSp delSp modSp add mod">
        <pc:chgData name="Popov Savva" userId="bc132019-2944-47dc-b2a0-f031fbe56d5e" providerId="ADAL" clId="{FFB75BC3-B05C-48E7-9CE7-F8E74D3FD4EA}" dt="2024-10-02T16:16:16.348" v="483" actId="1440"/>
        <pc:sldMkLst>
          <pc:docMk/>
          <pc:sldMk cId="2480781147" sldId="259"/>
        </pc:sldMkLst>
        <pc:spChg chg="mod">
          <ac:chgData name="Popov Savva" userId="bc132019-2944-47dc-b2a0-f031fbe56d5e" providerId="ADAL" clId="{FFB75BC3-B05C-48E7-9CE7-F8E74D3FD4EA}" dt="2024-10-02T16:11:21.311" v="470" actId="20577"/>
          <ac:spMkLst>
            <pc:docMk/>
            <pc:sldMk cId="2480781147" sldId="259"/>
            <ac:spMk id="3" creationId="{971FB4F9-7809-9BB8-271A-E0F2E81D72AC}"/>
          </ac:spMkLst>
        </pc:spChg>
        <pc:spChg chg="mod">
          <ac:chgData name="Popov Savva" userId="bc132019-2944-47dc-b2a0-f031fbe56d5e" providerId="ADAL" clId="{FFB75BC3-B05C-48E7-9CE7-F8E74D3FD4EA}" dt="2024-10-02T16:06:42.969" v="459" actId="313"/>
          <ac:spMkLst>
            <pc:docMk/>
            <pc:sldMk cId="2480781147" sldId="259"/>
            <ac:spMk id="4" creationId="{D05C3AF5-5A64-CB30-04C4-AF3D3A1464D5}"/>
          </ac:spMkLst>
        </pc:spChg>
        <pc:picChg chg="del">
          <ac:chgData name="Popov Savva" userId="bc132019-2944-47dc-b2a0-f031fbe56d5e" providerId="ADAL" clId="{FFB75BC3-B05C-48E7-9CE7-F8E74D3FD4EA}" dt="2024-10-02T16:05:19.279" v="439" actId="478"/>
          <ac:picMkLst>
            <pc:docMk/>
            <pc:sldMk cId="2480781147" sldId="259"/>
            <ac:picMk id="1026" creationId="{25D8F6FE-4A52-B75D-73B5-814A6E5A295B}"/>
          </ac:picMkLst>
        </pc:picChg>
        <pc:picChg chg="add mod">
          <ac:chgData name="Popov Savva" userId="bc132019-2944-47dc-b2a0-f031fbe56d5e" providerId="ADAL" clId="{FFB75BC3-B05C-48E7-9CE7-F8E74D3FD4EA}" dt="2024-10-02T16:16:16.348" v="483" actId="1440"/>
          <ac:picMkLst>
            <pc:docMk/>
            <pc:sldMk cId="2480781147" sldId="259"/>
            <ac:picMk id="2050" creationId="{7803815D-D0FA-5AE4-57DD-0D87CE4BD9C5}"/>
          </ac:picMkLst>
        </pc:picChg>
      </pc:sldChg>
      <pc:sldChg chg="addSp delSp modSp add mod">
        <pc:chgData name="Popov Savva" userId="bc132019-2944-47dc-b2a0-f031fbe56d5e" providerId="ADAL" clId="{FFB75BC3-B05C-48E7-9CE7-F8E74D3FD4EA}" dt="2024-10-02T16:19:41.241" v="495"/>
        <pc:sldMkLst>
          <pc:docMk/>
          <pc:sldMk cId="1151174201" sldId="260"/>
        </pc:sldMkLst>
        <pc:spChg chg="mod">
          <ac:chgData name="Popov Savva" userId="bc132019-2944-47dc-b2a0-f031fbe56d5e" providerId="ADAL" clId="{FFB75BC3-B05C-48E7-9CE7-F8E74D3FD4EA}" dt="2024-10-02T16:19:41.241" v="495"/>
          <ac:spMkLst>
            <pc:docMk/>
            <pc:sldMk cId="1151174201" sldId="260"/>
            <ac:spMk id="3" creationId="{971FB4F9-7809-9BB8-271A-E0F2E81D72AC}"/>
          </ac:spMkLst>
        </pc:spChg>
        <pc:spChg chg="mod">
          <ac:chgData name="Popov Savva" userId="bc132019-2944-47dc-b2a0-f031fbe56d5e" providerId="ADAL" clId="{FFB75BC3-B05C-48E7-9CE7-F8E74D3FD4EA}" dt="2024-10-02T16:15:11.051" v="476" actId="313"/>
          <ac:spMkLst>
            <pc:docMk/>
            <pc:sldMk cId="1151174201" sldId="260"/>
            <ac:spMk id="4" creationId="{D05C3AF5-5A64-CB30-04C4-AF3D3A1464D5}"/>
          </ac:spMkLst>
        </pc:spChg>
        <pc:picChg chg="del">
          <ac:chgData name="Popov Savva" userId="bc132019-2944-47dc-b2a0-f031fbe56d5e" providerId="ADAL" clId="{FFB75BC3-B05C-48E7-9CE7-F8E74D3FD4EA}" dt="2024-10-02T16:15:47.758" v="477" actId="478"/>
          <ac:picMkLst>
            <pc:docMk/>
            <pc:sldMk cId="1151174201" sldId="260"/>
            <ac:picMk id="2050" creationId="{7803815D-D0FA-5AE4-57DD-0D87CE4BD9C5}"/>
          </ac:picMkLst>
        </pc:picChg>
        <pc:picChg chg="add mod">
          <ac:chgData name="Popov Savva" userId="bc132019-2944-47dc-b2a0-f031fbe56d5e" providerId="ADAL" clId="{FFB75BC3-B05C-48E7-9CE7-F8E74D3FD4EA}" dt="2024-10-02T16:16:31.875" v="492" actId="1076"/>
          <ac:picMkLst>
            <pc:docMk/>
            <pc:sldMk cId="1151174201" sldId="260"/>
            <ac:picMk id="3074" creationId="{84A0723A-4A6C-D911-835D-E791127621AB}"/>
          </ac:picMkLst>
        </pc:picChg>
      </pc:sldChg>
      <pc:sldChg chg="addSp delSp modSp add mod">
        <pc:chgData name="Popov Savva" userId="bc132019-2944-47dc-b2a0-f031fbe56d5e" providerId="ADAL" clId="{FFB75BC3-B05C-48E7-9CE7-F8E74D3FD4EA}" dt="2024-10-02T16:26:35.175" v="531" actId="1076"/>
        <pc:sldMkLst>
          <pc:docMk/>
          <pc:sldMk cId="1257332235" sldId="261"/>
        </pc:sldMkLst>
        <pc:spChg chg="mod">
          <ac:chgData name="Popov Savva" userId="bc132019-2944-47dc-b2a0-f031fbe56d5e" providerId="ADAL" clId="{FFB75BC3-B05C-48E7-9CE7-F8E74D3FD4EA}" dt="2024-10-02T16:25:20.848" v="510"/>
          <ac:spMkLst>
            <pc:docMk/>
            <pc:sldMk cId="1257332235" sldId="261"/>
            <ac:spMk id="3" creationId="{971FB4F9-7809-9BB8-271A-E0F2E81D72AC}"/>
          </ac:spMkLst>
        </pc:spChg>
        <pc:spChg chg="mod">
          <ac:chgData name="Popov Savva" userId="bc132019-2944-47dc-b2a0-f031fbe56d5e" providerId="ADAL" clId="{FFB75BC3-B05C-48E7-9CE7-F8E74D3FD4EA}" dt="2024-10-02T16:26:24.278" v="529" actId="1076"/>
          <ac:spMkLst>
            <pc:docMk/>
            <pc:sldMk cId="1257332235" sldId="261"/>
            <ac:spMk id="4" creationId="{D05C3AF5-5A64-CB30-04C4-AF3D3A1464D5}"/>
          </ac:spMkLst>
        </pc:spChg>
        <pc:picChg chg="del">
          <ac:chgData name="Popov Savva" userId="bc132019-2944-47dc-b2a0-f031fbe56d5e" providerId="ADAL" clId="{FFB75BC3-B05C-48E7-9CE7-F8E74D3FD4EA}" dt="2024-10-02T16:21:21.492" v="497" actId="478"/>
          <ac:picMkLst>
            <pc:docMk/>
            <pc:sldMk cId="1257332235" sldId="261"/>
            <ac:picMk id="3074" creationId="{84A0723A-4A6C-D911-835D-E791127621AB}"/>
          </ac:picMkLst>
        </pc:picChg>
        <pc:picChg chg="add mod">
          <ac:chgData name="Popov Savva" userId="bc132019-2944-47dc-b2a0-f031fbe56d5e" providerId="ADAL" clId="{FFB75BC3-B05C-48E7-9CE7-F8E74D3FD4EA}" dt="2024-10-02T16:26:35.175" v="531" actId="1076"/>
          <ac:picMkLst>
            <pc:docMk/>
            <pc:sldMk cId="1257332235" sldId="261"/>
            <ac:picMk id="4098" creationId="{BE7C3A28-311D-D6E9-4F84-02E4CE0F8CB1}"/>
          </ac:picMkLst>
        </pc:picChg>
      </pc:sldChg>
      <pc:sldChg chg="delSp add del setBg delDesignElem">
        <pc:chgData name="Popov Savva" userId="bc132019-2944-47dc-b2a0-f031fbe56d5e" providerId="ADAL" clId="{FFB75BC3-B05C-48E7-9CE7-F8E74D3FD4EA}" dt="2024-10-02T16:26:47.055" v="534" actId="47"/>
        <pc:sldMkLst>
          <pc:docMk/>
          <pc:sldMk cId="3329161060" sldId="262"/>
        </pc:sldMkLst>
        <pc:spChg chg="del">
          <ac:chgData name="Popov Savva" userId="bc132019-2944-47dc-b2a0-f031fbe56d5e" providerId="ADAL" clId="{FFB75BC3-B05C-48E7-9CE7-F8E74D3FD4EA}" dt="2024-10-02T16:26:38.750" v="533"/>
          <ac:spMkLst>
            <pc:docMk/>
            <pc:sldMk cId="3329161060" sldId="262"/>
            <ac:spMk id="1031" creationId="{1ECAB1E8-8195-4748-BE71-FF806D86892E}"/>
          </ac:spMkLst>
        </pc:spChg>
        <pc:spChg chg="del">
          <ac:chgData name="Popov Savva" userId="bc132019-2944-47dc-b2a0-f031fbe56d5e" providerId="ADAL" clId="{FFB75BC3-B05C-48E7-9CE7-F8E74D3FD4EA}" dt="2024-10-02T16:26:38.750" v="533"/>
          <ac:spMkLst>
            <pc:docMk/>
            <pc:sldMk cId="3329161060" sldId="262"/>
            <ac:spMk id="1033" creationId="{57F6BDD4-E066-4008-8011-6CC31AEB4556}"/>
          </ac:spMkLst>
        </pc:spChg>
        <pc:spChg chg="del">
          <ac:chgData name="Popov Savva" userId="bc132019-2944-47dc-b2a0-f031fbe56d5e" providerId="ADAL" clId="{FFB75BC3-B05C-48E7-9CE7-F8E74D3FD4EA}" dt="2024-10-02T16:26:38.750" v="533"/>
          <ac:spMkLst>
            <pc:docMk/>
            <pc:sldMk cId="3329161060" sldId="262"/>
            <ac:spMk id="1035" creationId="{2711A8FB-68FC-45FC-B01E-38F809E2D439}"/>
          </ac:spMkLst>
        </pc:spChg>
        <pc:spChg chg="del">
          <ac:chgData name="Popov Savva" userId="bc132019-2944-47dc-b2a0-f031fbe56d5e" providerId="ADAL" clId="{FFB75BC3-B05C-48E7-9CE7-F8E74D3FD4EA}" dt="2024-10-02T16:26:38.750" v="533"/>
          <ac:spMkLst>
            <pc:docMk/>
            <pc:sldMk cId="3329161060" sldId="262"/>
            <ac:spMk id="1037" creationId="{2A865FE3-5FC9-4049-87CF-30019C46C0F5}"/>
          </ac:spMkLst>
        </pc:spChg>
      </pc:sldChg>
      <pc:sldChg chg="addSp delSp modSp add mod">
        <pc:chgData name="Popov Savva" userId="bc132019-2944-47dc-b2a0-f031fbe56d5e" providerId="ADAL" clId="{FFB75BC3-B05C-48E7-9CE7-F8E74D3FD4EA}" dt="2024-10-02T17:09:31.811" v="662" actId="20577"/>
        <pc:sldMkLst>
          <pc:docMk/>
          <pc:sldMk cId="3949834505" sldId="262"/>
        </pc:sldMkLst>
        <pc:spChg chg="mod">
          <ac:chgData name="Popov Savva" userId="bc132019-2944-47dc-b2a0-f031fbe56d5e" providerId="ADAL" clId="{FFB75BC3-B05C-48E7-9CE7-F8E74D3FD4EA}" dt="2024-10-02T17:09:31.811" v="662" actId="20577"/>
          <ac:spMkLst>
            <pc:docMk/>
            <pc:sldMk cId="3949834505" sldId="262"/>
            <ac:spMk id="3" creationId="{971FB4F9-7809-9BB8-271A-E0F2E81D72AC}"/>
          </ac:spMkLst>
        </pc:spChg>
        <pc:spChg chg="mod">
          <ac:chgData name="Popov Savva" userId="bc132019-2944-47dc-b2a0-f031fbe56d5e" providerId="ADAL" clId="{FFB75BC3-B05C-48E7-9CE7-F8E74D3FD4EA}" dt="2024-10-02T17:04:44.489" v="605" actId="20577"/>
          <ac:spMkLst>
            <pc:docMk/>
            <pc:sldMk cId="3949834505" sldId="262"/>
            <ac:spMk id="4" creationId="{D05C3AF5-5A64-CB30-04C4-AF3D3A1464D5}"/>
          </ac:spMkLst>
        </pc:spChg>
        <pc:picChg chg="del">
          <ac:chgData name="Popov Savva" userId="bc132019-2944-47dc-b2a0-f031fbe56d5e" providerId="ADAL" clId="{FFB75BC3-B05C-48E7-9CE7-F8E74D3FD4EA}" dt="2024-10-02T17:06:03.860" v="606" actId="478"/>
          <ac:picMkLst>
            <pc:docMk/>
            <pc:sldMk cId="3949834505" sldId="262"/>
            <ac:picMk id="4098" creationId="{BE7C3A28-311D-D6E9-4F84-02E4CE0F8CB1}"/>
          </ac:picMkLst>
        </pc:picChg>
        <pc:picChg chg="add mod">
          <ac:chgData name="Popov Savva" userId="bc132019-2944-47dc-b2a0-f031fbe56d5e" providerId="ADAL" clId="{FFB75BC3-B05C-48E7-9CE7-F8E74D3FD4EA}" dt="2024-10-02T17:06:17.843" v="611" actId="1076"/>
          <ac:picMkLst>
            <pc:docMk/>
            <pc:sldMk cId="3949834505" sldId="262"/>
            <ac:picMk id="5122" creationId="{29A0D6F1-BA0D-0392-FB5D-D926ED315B81}"/>
          </ac:picMkLst>
        </pc:picChg>
      </pc:sldChg>
      <pc:sldChg chg="addSp delSp modSp add mod">
        <pc:chgData name="Popov Savva" userId="bc132019-2944-47dc-b2a0-f031fbe56d5e" providerId="ADAL" clId="{FFB75BC3-B05C-48E7-9CE7-F8E74D3FD4EA}" dt="2024-10-02T17:17:24.600" v="686" actId="1440"/>
        <pc:sldMkLst>
          <pc:docMk/>
          <pc:sldMk cId="3450569410" sldId="263"/>
        </pc:sldMkLst>
        <pc:spChg chg="mod">
          <ac:chgData name="Popov Savva" userId="bc132019-2944-47dc-b2a0-f031fbe56d5e" providerId="ADAL" clId="{FFB75BC3-B05C-48E7-9CE7-F8E74D3FD4EA}" dt="2024-10-02T17:11:29.128" v="679" actId="20577"/>
          <ac:spMkLst>
            <pc:docMk/>
            <pc:sldMk cId="3450569410" sldId="263"/>
            <ac:spMk id="3" creationId="{971FB4F9-7809-9BB8-271A-E0F2E81D72AC}"/>
          </ac:spMkLst>
        </pc:spChg>
        <pc:picChg chg="del">
          <ac:chgData name="Popov Savva" userId="bc132019-2944-47dc-b2a0-f031fbe56d5e" providerId="ADAL" clId="{FFB75BC3-B05C-48E7-9CE7-F8E74D3FD4EA}" dt="2024-10-02T17:12:06.575" v="680" actId="478"/>
          <ac:picMkLst>
            <pc:docMk/>
            <pc:sldMk cId="3450569410" sldId="263"/>
            <ac:picMk id="5122" creationId="{29A0D6F1-BA0D-0392-FB5D-D926ED315B81}"/>
          </ac:picMkLst>
        </pc:picChg>
        <pc:picChg chg="add mod">
          <ac:chgData name="Popov Savva" userId="bc132019-2944-47dc-b2a0-f031fbe56d5e" providerId="ADAL" clId="{FFB75BC3-B05C-48E7-9CE7-F8E74D3FD4EA}" dt="2024-10-02T17:17:24.600" v="686" actId="1440"/>
          <ac:picMkLst>
            <pc:docMk/>
            <pc:sldMk cId="3450569410" sldId="263"/>
            <ac:picMk id="6146" creationId="{EA184A0A-AAAF-6E30-3D66-758420B3007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93471F-0DB6-EA1E-BA5B-450A1553E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39FDC29-BE31-CCF4-B2E2-62FD0BD1F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B99C2E7-A417-B550-EB18-6C6409B89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AAFB-D669-44F8-806F-7477A68FECE2}" type="datetimeFigureOut">
              <a:rPr lang="cs-CZ" smtClean="0"/>
              <a:t>02.10.2024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817CCDC-EC54-B291-1785-BEE392F2B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F03023A-113E-E5FF-13DF-5E56E04DC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5B43-B427-43EA-B347-758F572CCF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50152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252F65-66EE-1F00-D631-24F2231A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F678262-ACD6-F17E-8CBF-E14EBCD51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8F00267-F1AA-AAB8-5148-6F77C451E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AAFB-D669-44F8-806F-7477A68FECE2}" type="datetimeFigureOut">
              <a:rPr lang="cs-CZ" smtClean="0"/>
              <a:t>02.10.2024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F54179B-3A2D-2E38-A79F-5C7491A38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38519A2-F9C1-3A31-7272-22B2B7E7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5B43-B427-43EA-B347-758F572CCF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52395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49EA4F-6A12-CAE0-2826-80B65773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9BAD63F-F345-C6FD-26E4-797E7F814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F1FC803-2EA9-76C0-0A04-6DE86AE58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AAFB-D669-44F8-806F-7477A68FECE2}" type="datetimeFigureOut">
              <a:rPr lang="cs-CZ" smtClean="0"/>
              <a:t>02.10.2024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7E5F8DD-A7A8-DCA0-259E-00C733A3C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C73C086-AA02-A299-557E-6BC8E66AC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5B43-B427-43EA-B347-758F572CCF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74436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BC35C4-CEE7-5B50-3532-5B006FCE2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A2D6BB2-1878-6A8F-07AF-0AED283ECE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B4AE3C9-8C49-D7A0-913A-DEDA7C10E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001DDAF-2BB7-6FB0-A6A4-D94E583A4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AAFB-D669-44F8-806F-7477A68FECE2}" type="datetimeFigureOut">
              <a:rPr lang="cs-CZ" smtClean="0"/>
              <a:t>02.10.2024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0D3E56F-7A81-0F85-8910-AE22DE612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16DEB6A-158F-01D5-2241-595A936F4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5B43-B427-43EA-B347-758F572CCF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02084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226FD7-A04D-8D33-5CAD-42CC76309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5FE9D92-049F-37FB-FE22-60A034FCC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F677A60-3CCC-CA31-E5DE-B837E2C2A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E22088C3-74C4-6F61-5AB0-E003D1BCB8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C7D2097-35A3-F5FF-4110-37860691EB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42007AAF-90AC-B889-7A55-71804979E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AAFB-D669-44F8-806F-7477A68FECE2}" type="datetimeFigureOut">
              <a:rPr lang="cs-CZ" smtClean="0"/>
              <a:t>02.10.2024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45566CD-E41F-5B41-9A7C-4F27A316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A88AE0E6-6432-E039-8231-449559333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5B43-B427-43EA-B347-758F572CCF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57436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C2C522-5984-5756-9AFE-A63E31F7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32788FC-F84D-3606-A5C8-F01BE6010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AAFB-D669-44F8-806F-7477A68FECE2}" type="datetimeFigureOut">
              <a:rPr lang="cs-CZ" smtClean="0"/>
              <a:t>02.10.2024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BDC2569-E854-BDAA-7D3D-3D485E6A4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02170DF-30E6-9CA8-1BDA-4F0E4FF4D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5B43-B427-43EA-B347-758F572CCF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0008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AC42F273-5521-2C4F-8913-272F1E362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AAFB-D669-44F8-806F-7477A68FECE2}" type="datetimeFigureOut">
              <a:rPr lang="cs-CZ" smtClean="0"/>
              <a:t>02.10.2024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0598A9B1-58AA-AAF6-4571-8B177334C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01C2619-B639-D77F-D616-A2AF4E849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5B43-B427-43EA-B347-758F572CCF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1458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EED0FE-A1AA-9716-1075-11907DB65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2E95441-637F-B0BB-4D92-1BAA2487E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C7055CA-0455-547A-CCD3-23870ADE3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5943CF3-AEDD-CC36-DCBB-B7A4C2D78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AAFB-D669-44F8-806F-7477A68FECE2}" type="datetimeFigureOut">
              <a:rPr lang="cs-CZ" smtClean="0"/>
              <a:t>02.10.2024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6EE9599-11A8-40F6-2E53-29393E57B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C06A9B1-9472-38CA-2B36-D9CD5E54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5B43-B427-43EA-B347-758F572CCF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30544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E08687-500D-B4FE-D8E5-60BACB1FD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35319D8F-3A5F-E47E-092E-83E4316972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A408073-18D5-03A1-32B0-ED22A2532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8D58EE1-D9DB-9D04-B5CB-54F5B9878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AAFB-D669-44F8-806F-7477A68FECE2}" type="datetimeFigureOut">
              <a:rPr lang="cs-CZ" smtClean="0"/>
              <a:t>02.10.2024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84E9B5C-A0A5-5CD4-0234-B3C91EC5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C9BEE0D-4B8F-6133-1B4A-57E91199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5B43-B427-43EA-B347-758F572CCF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69597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A956DE-429E-F0A7-C97B-30C6D6B76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57E282B-3EC1-29D1-FCD3-A0EBA9AD4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49C885A-F604-7ABA-CD36-DDC0EF1E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AAFB-D669-44F8-806F-7477A68FECE2}" type="datetimeFigureOut">
              <a:rPr lang="cs-CZ" smtClean="0"/>
              <a:t>02.10.2024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E2EF676-F801-F6E5-397E-74A2A9E86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5CE0094-EF48-1515-73DC-F15BF21EF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5B43-B427-43EA-B347-758F572CCF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75576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3ED0D880-EFD0-2075-52F6-377C4D3A83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6017C3F-9797-585B-FBC2-7868610A9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0CF4D3F-B221-7794-AB39-BE52A42B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AAFB-D669-44F8-806F-7477A68FECE2}" type="datetimeFigureOut">
              <a:rPr lang="cs-CZ" smtClean="0"/>
              <a:t>02.10.2024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FA023F2-48B3-54A4-47D9-49B1AA044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014952C-DE55-A5B8-A93D-CBA04E2A8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5B43-B427-43EA-B347-758F572CCF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86346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1AD4DF33-2E3F-F197-5B22-B49A9FBF1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2AFF344-5923-DA3A-F286-873BCB930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655B891-AC00-C9A9-1634-FEA03D7F06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2DAAFB-D669-44F8-806F-7477A68FECE2}" type="datetimeFigureOut">
              <a:rPr lang="cs-CZ" smtClean="0"/>
              <a:t>02.10.2024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62FFC84-C510-15E4-53FA-83025C1F6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54C5D6C-22A0-7CCD-32F3-0A1B71609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E65B43-B427-43EA-B347-758F572CCF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0373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sah 4" descr="Obsah obrázku umění, obraz, Lidská tvář, kresba&#10;&#10;Popis byl vytvořen automaticky">
            <a:extLst>
              <a:ext uri="{FF2B5EF4-FFF2-40B4-BE49-F238E27FC236}">
                <a16:creationId xmlns:a16="http://schemas.microsoft.com/office/drawing/2014/main" id="{F54D3572-4E0D-7257-F35E-D8419D1202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1550FC9-3132-C5C1-8213-B35D38BF3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VINCENT VAN GOGH</a:t>
            </a:r>
            <a:r>
              <a:rPr lang="cs-CZ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cs-CZ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Savva Popov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44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B8EAA19D-E0EA-DFA5-963C-418EF8BB6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855406"/>
            <a:ext cx="5196545" cy="1119310"/>
          </a:xfrm>
        </p:spPr>
        <p:txBody>
          <a:bodyPr anchor="ctr">
            <a:normAutofit/>
          </a:bodyPr>
          <a:lstStyle/>
          <a:p>
            <a:r>
              <a:rPr lang="cs-CZ" sz="4000" dirty="0"/>
              <a:t>ZÁKLADNÍ INFORMACE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A1B9D0DD-FEC3-505A-266A-AEB8F739B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285999"/>
            <a:ext cx="4646905" cy="2789455"/>
          </a:xfrm>
        </p:spPr>
        <p:txBody>
          <a:bodyPr anchor="ctr">
            <a:normAutofit/>
          </a:bodyPr>
          <a:lstStyle/>
          <a:p>
            <a:r>
              <a:rPr lang="cs-CZ" sz="2000" b="1" dirty="0"/>
              <a:t>Vincent </a:t>
            </a:r>
            <a:r>
              <a:rPr lang="cs-CZ" sz="2000" b="1" dirty="0" err="1"/>
              <a:t>Willem</a:t>
            </a:r>
            <a:r>
              <a:rPr lang="cs-CZ" sz="2000" b="1" dirty="0"/>
              <a:t> van </a:t>
            </a:r>
            <a:r>
              <a:rPr lang="cs-CZ" sz="2000" b="1" dirty="0" err="1"/>
              <a:t>Gogh</a:t>
            </a:r>
            <a:r>
              <a:rPr lang="cs-CZ" sz="2000" dirty="0"/>
              <a:t> (1853–1890) byl nizozemský malíř a jeden z nejvýznamnějších postimpresionistů.</a:t>
            </a:r>
          </a:p>
          <a:p>
            <a:r>
              <a:rPr lang="cs-CZ" sz="2000" dirty="0"/>
              <a:t>V relativně malém časovém intervalu deseti let, Van </a:t>
            </a:r>
            <a:r>
              <a:rPr lang="cs-CZ" sz="2000" dirty="0" err="1"/>
              <a:t>Gogh</a:t>
            </a:r>
            <a:r>
              <a:rPr lang="cs-CZ" sz="2000" dirty="0"/>
              <a:t> vytvořil zhruba 900 maleb a 1100 kreseb</a:t>
            </a:r>
          </a:p>
          <a:p>
            <a:r>
              <a:rPr lang="cs-CZ" sz="2000" dirty="0"/>
              <a:t>Za celý život prodal 1 malbu</a:t>
            </a:r>
          </a:p>
          <a:p>
            <a:r>
              <a:rPr lang="cs-CZ" sz="2000" dirty="0"/>
              <a:t>Sláva: Výstava v Paříži 17. března 1901</a:t>
            </a:r>
          </a:p>
        </p:txBody>
      </p:sp>
      <p:sp>
        <p:nvSpPr>
          <p:cNvPr id="6" name="Zástupný obsah 4">
            <a:extLst>
              <a:ext uri="{FF2B5EF4-FFF2-40B4-BE49-F238E27FC236}">
                <a16:creationId xmlns:a16="http://schemas.microsoft.com/office/drawing/2014/main" id="{A701F11E-60A0-1367-30D3-E22E9233EBDB}"/>
              </a:ext>
            </a:extLst>
          </p:cNvPr>
          <p:cNvSpPr txBox="1">
            <a:spLocks/>
          </p:cNvSpPr>
          <p:nvPr/>
        </p:nvSpPr>
        <p:spPr>
          <a:xfrm>
            <a:off x="946337" y="5780314"/>
            <a:ext cx="3462378" cy="78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sz="2000" dirty="0"/>
              <a:t>„Červené vinice“ - 400 franků, 7 měsíců před smrtí.    </a:t>
            </a:r>
          </a:p>
        </p:txBody>
      </p:sp>
      <p:pic>
        <p:nvPicPr>
          <p:cNvPr id="1032" name="Picture 8" descr="Van Gogh Red Vineyard">
            <a:extLst>
              <a:ext uri="{FF2B5EF4-FFF2-40B4-BE49-F238E27FC236}">
                <a16:creationId xmlns:a16="http://schemas.microsoft.com/office/drawing/2014/main" id="{BB6F205F-FFA4-2F83-719A-E2B33955E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906" y="2494601"/>
            <a:ext cx="5335212" cy="41547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303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ECAB1E8-8195-4748-BE71-FF806D868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!!text rectangle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D05C3AF5-5A64-CB30-04C4-AF3D3A1464D5}"/>
              </a:ext>
            </a:extLst>
          </p:cNvPr>
          <p:cNvSpPr txBox="1">
            <a:spLocks/>
          </p:cNvSpPr>
          <p:nvPr/>
        </p:nvSpPr>
        <p:spPr>
          <a:xfrm>
            <a:off x="841247" y="978619"/>
            <a:ext cx="3410712" cy="110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cs-CZ" dirty="0">
                <a:latin typeface="+mj-lt"/>
                <a:ea typeface="+mj-ea"/>
                <a:cs typeface="+mj-cs"/>
              </a:rPr>
              <a:t>„</a:t>
            </a:r>
            <a:r>
              <a:rPr lang="en-US" dirty="0" err="1">
                <a:latin typeface="+mj-lt"/>
                <a:ea typeface="+mj-ea"/>
                <a:cs typeface="+mj-cs"/>
              </a:rPr>
              <a:t>Hvězdná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cs-CZ" dirty="0">
                <a:latin typeface="+mj-lt"/>
                <a:ea typeface="+mj-ea"/>
                <a:cs typeface="+mj-cs"/>
              </a:rPr>
              <a:t>noc“</a:t>
            </a:r>
            <a:r>
              <a:rPr lang="en-US" dirty="0">
                <a:latin typeface="+mj-lt"/>
                <a:ea typeface="+mj-ea"/>
                <a:cs typeface="+mj-cs"/>
              </a:rPr>
              <a:t>(</a:t>
            </a:r>
            <a:r>
              <a:rPr lang="cs-CZ" dirty="0">
                <a:latin typeface="+mj-lt"/>
                <a:ea typeface="+mj-ea"/>
                <a:cs typeface="+mj-cs"/>
              </a:rPr>
              <a:t>1889</a:t>
            </a:r>
            <a:r>
              <a:rPr lang="en-US" dirty="0">
                <a:latin typeface="+mj-lt"/>
                <a:ea typeface="+mj-ea"/>
                <a:cs typeface="+mj-cs"/>
              </a:rPr>
              <a:t>)</a:t>
            </a:r>
            <a:r>
              <a:rPr lang="cs-CZ" dirty="0">
                <a:latin typeface="+mj-lt"/>
                <a:ea typeface="+mj-ea"/>
                <a:cs typeface="+mj-cs"/>
              </a:rPr>
              <a:t>  </a:t>
            </a:r>
            <a:endParaRPr 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1035" name="!!accent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1FB4F9-7809-9BB8-271A-E0F2E81D7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2359152"/>
            <a:ext cx="3410712" cy="342504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sz="2000" dirty="0"/>
              <a:t>Ačkoliv</a:t>
            </a:r>
            <a:r>
              <a:rPr lang="en-US" sz="2000" dirty="0"/>
              <a:t> Van Gogh </a:t>
            </a:r>
            <a:r>
              <a:rPr lang="en-US" sz="2000" dirty="0" err="1"/>
              <a:t>nikdy</a:t>
            </a:r>
            <a:r>
              <a:rPr lang="en-US" sz="2000" dirty="0"/>
              <a:t> </a:t>
            </a:r>
            <a:r>
              <a:rPr lang="en-US" sz="2000" dirty="0" err="1"/>
              <a:t>nebyl</a:t>
            </a:r>
            <a:r>
              <a:rPr lang="en-US" sz="2000" dirty="0"/>
              <a:t> </a:t>
            </a:r>
            <a:r>
              <a:rPr lang="en-US" sz="2000" dirty="0" err="1"/>
              <a:t>přímo</a:t>
            </a:r>
            <a:r>
              <a:rPr lang="en-US" sz="2000" dirty="0"/>
              <a:t> </a:t>
            </a:r>
            <a:r>
              <a:rPr lang="en-US" sz="2000" dirty="0" err="1"/>
              <a:t>členem</a:t>
            </a:r>
            <a:r>
              <a:rPr lang="en-US" sz="2000" dirty="0"/>
              <a:t> </a:t>
            </a:r>
            <a:r>
              <a:rPr lang="en-US" sz="2000" dirty="0" err="1"/>
              <a:t>impresionistické</a:t>
            </a:r>
            <a:r>
              <a:rPr lang="en-US" sz="2000" dirty="0"/>
              <a:t> </a:t>
            </a:r>
            <a:r>
              <a:rPr lang="en-US" sz="2000" dirty="0" err="1"/>
              <a:t>skupiny</a:t>
            </a:r>
            <a:r>
              <a:rPr lang="en-US" sz="2000" dirty="0"/>
              <a:t>, </a:t>
            </a:r>
            <a:r>
              <a:rPr lang="en-US" sz="2000" dirty="0" err="1"/>
              <a:t>jeho</a:t>
            </a:r>
            <a:r>
              <a:rPr lang="en-US" sz="2000" dirty="0"/>
              <a:t> </a:t>
            </a:r>
            <a:r>
              <a:rPr lang="en-US" sz="2000" dirty="0" err="1"/>
              <a:t>práce</a:t>
            </a:r>
            <a:r>
              <a:rPr lang="en-US" sz="2000" dirty="0"/>
              <a:t> je </a:t>
            </a:r>
            <a:r>
              <a:rPr lang="en-US" sz="2000" dirty="0" err="1"/>
              <a:t>silně</a:t>
            </a:r>
            <a:r>
              <a:rPr lang="en-US" sz="2000" dirty="0"/>
              <a:t> </a:t>
            </a:r>
            <a:r>
              <a:rPr lang="en-US" sz="2000" dirty="0" err="1"/>
              <a:t>ovlivněna</a:t>
            </a:r>
            <a:r>
              <a:rPr lang="en-US" sz="2000" dirty="0"/>
              <a:t> </a:t>
            </a:r>
            <a:r>
              <a:rPr lang="en-US" sz="2000" dirty="0" err="1"/>
              <a:t>impresionistickým</a:t>
            </a:r>
            <a:r>
              <a:rPr lang="en-US" sz="2000" dirty="0"/>
              <a:t> </a:t>
            </a:r>
            <a:r>
              <a:rPr lang="en-US" sz="2000" dirty="0" err="1"/>
              <a:t>používáním</a:t>
            </a:r>
            <a:r>
              <a:rPr lang="en-US" sz="2000" dirty="0"/>
              <a:t> </a:t>
            </a:r>
            <a:r>
              <a:rPr lang="en-US" sz="2000" dirty="0" err="1"/>
              <a:t>barev</a:t>
            </a:r>
            <a:r>
              <a:rPr lang="en-US" sz="2000" dirty="0"/>
              <a:t> a </a:t>
            </a:r>
            <a:r>
              <a:rPr lang="en-US" sz="2000" dirty="0" err="1"/>
              <a:t>technikou</a:t>
            </a:r>
            <a:r>
              <a:rPr lang="en-US" sz="2000" dirty="0"/>
              <a:t> </a:t>
            </a:r>
            <a:r>
              <a:rPr lang="en-US" sz="2000" dirty="0" err="1"/>
              <a:t>rychlých</a:t>
            </a:r>
            <a:r>
              <a:rPr lang="en-US" sz="2000" dirty="0"/>
              <a:t> </a:t>
            </a:r>
            <a:r>
              <a:rPr lang="en-US" sz="2000" dirty="0" err="1"/>
              <a:t>štětcových</a:t>
            </a:r>
            <a:r>
              <a:rPr lang="en-US" sz="2000" dirty="0"/>
              <a:t> </a:t>
            </a:r>
            <a:r>
              <a:rPr lang="en-US" sz="2000" dirty="0" err="1"/>
              <a:t>tahů</a:t>
            </a:r>
            <a:r>
              <a:rPr lang="en-US" sz="2000" dirty="0"/>
              <a:t>.</a:t>
            </a:r>
            <a:endParaRPr lang="cs-CZ" sz="2000" dirty="0"/>
          </a:p>
          <a:p>
            <a:r>
              <a:rPr lang="pl-PL" sz="2000" dirty="0"/>
              <a:t>Jeden z jeho nejznámějších obrazů.</a:t>
            </a:r>
          </a:p>
          <a:p>
            <a:endParaRPr lang="en-US" sz="2000" dirty="0"/>
          </a:p>
        </p:txBody>
      </p:sp>
      <p:pic>
        <p:nvPicPr>
          <p:cNvPr id="1026" name="Picture 2" descr="Hvězdná noc – Wikipedie">
            <a:extLst>
              <a:ext uri="{FF2B5EF4-FFF2-40B4-BE49-F238E27FC236}">
                <a16:creationId xmlns:a16="http://schemas.microsoft.com/office/drawing/2014/main" id="{25D8F6FE-4A52-B75D-73B5-814A6E5A2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92" b="1"/>
          <a:stretch/>
        </p:blipFill>
        <p:spPr bwMode="auto">
          <a:xfrm>
            <a:off x="5124450" y="634382"/>
            <a:ext cx="6657213" cy="54951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99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ECAB1E8-8195-4748-BE71-FF806D868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!!text rectangle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D05C3AF5-5A64-CB30-04C4-AF3D3A1464D5}"/>
              </a:ext>
            </a:extLst>
          </p:cNvPr>
          <p:cNvSpPr txBox="1">
            <a:spLocks/>
          </p:cNvSpPr>
          <p:nvPr/>
        </p:nvSpPr>
        <p:spPr>
          <a:xfrm>
            <a:off x="841247" y="978619"/>
            <a:ext cx="3410712" cy="110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cs-CZ" dirty="0">
                <a:latin typeface="+mj-lt"/>
                <a:ea typeface="+mj-ea"/>
                <a:cs typeface="+mj-cs"/>
              </a:rPr>
              <a:t>„</a:t>
            </a:r>
            <a:r>
              <a:rPr lang="en-US" dirty="0" err="1">
                <a:latin typeface="+mj-lt"/>
                <a:ea typeface="+mj-ea"/>
                <a:cs typeface="+mj-cs"/>
              </a:rPr>
              <a:t>Slunečnice</a:t>
            </a:r>
            <a:r>
              <a:rPr lang="cs-CZ" dirty="0">
                <a:latin typeface="+mj-lt"/>
                <a:ea typeface="+mj-ea"/>
                <a:cs typeface="+mj-cs"/>
              </a:rPr>
              <a:t>“</a:t>
            </a:r>
            <a:r>
              <a:rPr lang="en-US" dirty="0">
                <a:latin typeface="+mj-lt"/>
                <a:ea typeface="+mj-ea"/>
                <a:cs typeface="+mj-cs"/>
              </a:rPr>
              <a:t> (1888)</a:t>
            </a:r>
          </a:p>
        </p:txBody>
      </p:sp>
      <p:sp>
        <p:nvSpPr>
          <p:cNvPr id="1035" name="!!accent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1FB4F9-7809-9BB8-271A-E0F2E81D7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2359152"/>
            <a:ext cx="3410712" cy="342504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sz="2000" dirty="0"/>
              <a:t>Série zátiší s květinami, které zobrazují Van </a:t>
            </a:r>
            <a:r>
              <a:rPr lang="cs-CZ" sz="2000" dirty="0" err="1"/>
              <a:t>Goghův</a:t>
            </a:r>
            <a:r>
              <a:rPr lang="cs-CZ" sz="2000" dirty="0"/>
              <a:t> obdiv k přírodě a jasným barvám.</a:t>
            </a:r>
          </a:p>
          <a:p>
            <a:r>
              <a:rPr lang="pl-PL" sz="2000" dirty="0"/>
              <a:t>Tato série je považována za jednu z nejvýznamnějších v historii umě</a:t>
            </a:r>
            <a:endParaRPr lang="en-US" sz="2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803815D-D0FA-5AE4-57DD-0D87CE4BD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626" y="481432"/>
            <a:ext cx="4563706" cy="58002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0781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ECAB1E8-8195-4748-BE71-FF806D868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!!text rectangle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D05C3AF5-5A64-CB30-04C4-AF3D3A1464D5}"/>
              </a:ext>
            </a:extLst>
          </p:cNvPr>
          <p:cNvSpPr txBox="1">
            <a:spLocks/>
          </p:cNvSpPr>
          <p:nvPr/>
        </p:nvSpPr>
        <p:spPr>
          <a:xfrm>
            <a:off x="841247" y="978619"/>
            <a:ext cx="3410712" cy="110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cs-CZ" dirty="0">
                <a:latin typeface="+mj-lt"/>
                <a:ea typeface="+mj-ea"/>
                <a:cs typeface="+mj-cs"/>
              </a:rPr>
              <a:t>„Pokoj v </a:t>
            </a:r>
            <a:r>
              <a:rPr lang="cs-CZ" dirty="0" err="1">
                <a:latin typeface="+mj-lt"/>
                <a:ea typeface="+mj-ea"/>
                <a:cs typeface="+mj-cs"/>
              </a:rPr>
              <a:t>Arles</a:t>
            </a:r>
            <a:r>
              <a:rPr lang="cs-CZ" dirty="0">
                <a:latin typeface="+mj-lt"/>
                <a:ea typeface="+mj-ea"/>
                <a:cs typeface="+mj-cs"/>
              </a:rPr>
              <a:t>“ (1888)</a:t>
            </a:r>
            <a:endParaRPr 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1035" name="!!accent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1FB4F9-7809-9BB8-271A-E0F2E81D7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2359152"/>
            <a:ext cx="3410712" cy="342504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sz="2000" dirty="0"/>
              <a:t>Van </a:t>
            </a:r>
            <a:r>
              <a:rPr lang="es-ES" sz="2000" dirty="0" err="1"/>
              <a:t>Goghova</a:t>
            </a:r>
            <a:r>
              <a:rPr lang="es-ES" sz="2000" dirty="0"/>
              <a:t> </a:t>
            </a:r>
            <a:r>
              <a:rPr lang="es-ES" sz="2000" dirty="0" err="1"/>
              <a:t>ložnice</a:t>
            </a:r>
            <a:r>
              <a:rPr lang="es-ES" sz="2000" dirty="0"/>
              <a:t> v Arles</a:t>
            </a:r>
            <a:endParaRPr lang="cs-CZ" sz="2000" dirty="0"/>
          </a:p>
          <a:p>
            <a:r>
              <a:rPr lang="pl-PL" sz="2000" dirty="0"/>
              <a:t>Třetí a poslední verze obrazu (Gogh vytvořil celkem tři verze tohoto obrazu v různých odstínech a v různé denní době)</a:t>
            </a:r>
            <a:endParaRPr lang="en-US" sz="2000" dirty="0"/>
          </a:p>
        </p:txBody>
      </p:sp>
      <p:pic>
        <p:nvPicPr>
          <p:cNvPr id="3074" name="Picture 2" descr="Vincentova ložnice v Arles">
            <a:extLst>
              <a:ext uri="{FF2B5EF4-FFF2-40B4-BE49-F238E27FC236}">
                <a16:creationId xmlns:a16="http://schemas.microsoft.com/office/drawing/2014/main" id="{84A0723A-4A6C-D911-835D-E79112762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622" y="861600"/>
            <a:ext cx="6493616" cy="50399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174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ECAB1E8-8195-4748-BE71-FF806D868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!!text rectangle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D05C3AF5-5A64-CB30-04C4-AF3D3A1464D5}"/>
              </a:ext>
            </a:extLst>
          </p:cNvPr>
          <p:cNvSpPr txBox="1">
            <a:spLocks/>
          </p:cNvSpPr>
          <p:nvPr/>
        </p:nvSpPr>
        <p:spPr>
          <a:xfrm>
            <a:off x="819150" y="1084140"/>
            <a:ext cx="3711691" cy="7871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cs-CZ" dirty="0">
                <a:latin typeface="+mj-lt"/>
                <a:ea typeface="+mj-ea"/>
                <a:cs typeface="+mj-cs"/>
              </a:rPr>
              <a:t>„Portrét doktora </a:t>
            </a:r>
            <a:r>
              <a:rPr lang="cs-CZ" dirty="0" err="1">
                <a:latin typeface="+mj-lt"/>
                <a:ea typeface="+mj-ea"/>
                <a:cs typeface="+mj-cs"/>
              </a:rPr>
              <a:t>Gacheta</a:t>
            </a:r>
            <a:r>
              <a:rPr lang="cs-CZ" dirty="0">
                <a:latin typeface="+mj-lt"/>
                <a:ea typeface="+mj-ea"/>
                <a:cs typeface="+mj-cs"/>
              </a:rPr>
              <a:t>“ (1890)</a:t>
            </a:r>
            <a:endParaRPr 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1035" name="!!accent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1FB4F9-7809-9BB8-271A-E0F2E81D7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2359152"/>
            <a:ext cx="3410712" cy="342504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sz="2000" dirty="0"/>
              <a:t>Jeden z </a:t>
            </a:r>
            <a:r>
              <a:rPr lang="es-ES" sz="2000" dirty="0" err="1"/>
              <a:t>jeho</a:t>
            </a:r>
            <a:r>
              <a:rPr lang="es-ES" sz="2000" dirty="0"/>
              <a:t> </a:t>
            </a:r>
            <a:r>
              <a:rPr lang="es-ES" sz="2000" dirty="0" err="1"/>
              <a:t>nejslavnějších</a:t>
            </a:r>
            <a:r>
              <a:rPr lang="es-ES" sz="2000" dirty="0"/>
              <a:t> </a:t>
            </a:r>
            <a:r>
              <a:rPr lang="es-ES" sz="2000" dirty="0" err="1"/>
              <a:t>portrétů</a:t>
            </a:r>
            <a:r>
              <a:rPr lang="es-ES" sz="2000" dirty="0"/>
              <a:t>.</a:t>
            </a:r>
            <a:endParaRPr lang="cs-CZ" sz="2000" dirty="0"/>
          </a:p>
          <a:p>
            <a:r>
              <a:rPr lang="pl-PL" sz="2000" dirty="0"/>
              <a:t>Doktor Gachet byl Van Goghovým lékařem a přítelem v posledních měsících jeho života.</a:t>
            </a:r>
            <a:endParaRPr lang="en-US" sz="20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E7C3A28-311D-D6E9-4F84-02E4CE0F8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1250" y="559547"/>
            <a:ext cx="4357317" cy="57389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7332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ECAB1E8-8195-4748-BE71-FF806D868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!!text rectangle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D05C3AF5-5A64-CB30-04C4-AF3D3A1464D5}"/>
              </a:ext>
            </a:extLst>
          </p:cNvPr>
          <p:cNvSpPr txBox="1">
            <a:spLocks/>
          </p:cNvSpPr>
          <p:nvPr/>
        </p:nvSpPr>
        <p:spPr>
          <a:xfrm>
            <a:off x="819150" y="1084140"/>
            <a:ext cx="3711691" cy="7871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cs-CZ" dirty="0">
                <a:latin typeface="+mj-lt"/>
                <a:ea typeface="+mj-ea"/>
                <a:cs typeface="+mj-cs"/>
              </a:rPr>
              <a:t>Vincent van </a:t>
            </a:r>
            <a:r>
              <a:rPr lang="cs-CZ" dirty="0" err="1">
                <a:latin typeface="+mj-lt"/>
                <a:ea typeface="+mj-ea"/>
                <a:cs typeface="+mj-cs"/>
              </a:rPr>
              <a:t>Gogh</a:t>
            </a:r>
            <a:r>
              <a:rPr lang="cs-CZ" dirty="0">
                <a:latin typeface="+mj-lt"/>
                <a:ea typeface="+mj-ea"/>
                <a:cs typeface="+mj-cs"/>
              </a:rPr>
              <a:t> a ucho</a:t>
            </a:r>
            <a:endParaRPr 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1035" name="!!accent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1FB4F9-7809-9BB8-271A-E0F2E81D7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2359152"/>
            <a:ext cx="3410712" cy="342504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sz="2000" dirty="0" err="1"/>
              <a:t>Tradicionalní</a:t>
            </a:r>
            <a:r>
              <a:rPr lang="es-ES" sz="2000" dirty="0"/>
              <a:t> </a:t>
            </a:r>
            <a:r>
              <a:rPr lang="es-ES" sz="2000" dirty="0" err="1"/>
              <a:t>verze</a:t>
            </a:r>
            <a:r>
              <a:rPr lang="es-ES" sz="2000" dirty="0"/>
              <a:t> </a:t>
            </a:r>
            <a:r>
              <a:rPr lang="es-ES" sz="2000" dirty="0" err="1"/>
              <a:t>říká</a:t>
            </a:r>
            <a:r>
              <a:rPr lang="es-ES" sz="2000" dirty="0"/>
              <a:t>, </a:t>
            </a:r>
            <a:r>
              <a:rPr lang="es-ES" sz="2000" dirty="0" err="1"/>
              <a:t>že</a:t>
            </a:r>
            <a:r>
              <a:rPr lang="es-ES" sz="2000" dirty="0"/>
              <a:t> si van Gogh </a:t>
            </a:r>
            <a:r>
              <a:rPr lang="es-ES" sz="2000" dirty="0" err="1"/>
              <a:t>uřízl</a:t>
            </a:r>
            <a:r>
              <a:rPr lang="es-ES" sz="2000" dirty="0"/>
              <a:t> </a:t>
            </a:r>
            <a:r>
              <a:rPr lang="es-ES" sz="2000" dirty="0" err="1"/>
              <a:t>část</a:t>
            </a:r>
            <a:r>
              <a:rPr lang="es-ES" sz="2000" dirty="0"/>
              <a:t> </a:t>
            </a:r>
            <a:r>
              <a:rPr lang="es-ES" sz="2000" dirty="0" err="1"/>
              <a:t>levého</a:t>
            </a:r>
            <a:r>
              <a:rPr lang="es-ES" sz="2000" dirty="0"/>
              <a:t> </a:t>
            </a:r>
            <a:r>
              <a:rPr lang="es-ES" sz="2000" dirty="0" err="1"/>
              <a:t>ucha</a:t>
            </a:r>
            <a:r>
              <a:rPr lang="es-ES" sz="2000" dirty="0"/>
              <a:t> </a:t>
            </a:r>
            <a:r>
              <a:rPr lang="es-ES" sz="2000" dirty="0" err="1"/>
              <a:t>břitvou</a:t>
            </a:r>
            <a:r>
              <a:rPr lang="es-ES" sz="2000" dirty="0"/>
              <a:t> v </a:t>
            </a:r>
            <a:r>
              <a:rPr lang="es-ES" sz="2000" dirty="0" err="1"/>
              <a:t>prosinci</a:t>
            </a:r>
            <a:r>
              <a:rPr lang="es-ES" sz="2000" dirty="0"/>
              <a:t> 1888 </a:t>
            </a:r>
            <a:r>
              <a:rPr lang="es-ES" sz="2000" dirty="0" err="1"/>
              <a:t>po</a:t>
            </a:r>
            <a:r>
              <a:rPr lang="es-ES" sz="2000" dirty="0"/>
              <a:t> </a:t>
            </a:r>
            <a:r>
              <a:rPr lang="es-ES" sz="2000" dirty="0" err="1"/>
              <a:t>prudké</a:t>
            </a:r>
            <a:r>
              <a:rPr lang="es-ES" sz="2000" dirty="0"/>
              <a:t> </a:t>
            </a:r>
            <a:r>
              <a:rPr lang="es-ES" sz="2000" dirty="0" err="1"/>
              <a:t>hádce</a:t>
            </a:r>
            <a:r>
              <a:rPr lang="es-ES" sz="2000" dirty="0"/>
              <a:t> se </a:t>
            </a:r>
            <a:r>
              <a:rPr lang="es-ES" sz="2000" dirty="0" err="1"/>
              <a:t>svým</a:t>
            </a:r>
            <a:r>
              <a:rPr lang="es-ES" sz="2000" dirty="0"/>
              <a:t> </a:t>
            </a:r>
            <a:r>
              <a:rPr lang="es-ES" sz="2000" dirty="0" err="1"/>
              <a:t>přítelem</a:t>
            </a:r>
            <a:r>
              <a:rPr lang="es-ES" sz="2000" dirty="0"/>
              <a:t> a </a:t>
            </a:r>
            <a:r>
              <a:rPr lang="es-ES" sz="2000" dirty="0" err="1"/>
              <a:t>malířem</a:t>
            </a:r>
            <a:r>
              <a:rPr lang="es-ES" sz="2000" dirty="0"/>
              <a:t> </a:t>
            </a:r>
            <a:r>
              <a:rPr lang="es-ES" sz="2000" dirty="0" err="1"/>
              <a:t>Paulem</a:t>
            </a:r>
            <a:r>
              <a:rPr lang="es-ES" sz="2000" dirty="0"/>
              <a:t> </a:t>
            </a:r>
            <a:r>
              <a:rPr lang="es-ES" sz="2000" dirty="0" err="1"/>
              <a:t>Gauguinem</a:t>
            </a:r>
            <a:r>
              <a:rPr lang="es-ES" sz="2000" dirty="0"/>
              <a:t> v Arles. Poté </a:t>
            </a:r>
            <a:r>
              <a:rPr lang="es-ES" sz="2000" dirty="0" err="1"/>
              <a:t>ucho</a:t>
            </a:r>
            <a:r>
              <a:rPr lang="es-ES" sz="2000" dirty="0"/>
              <a:t> </a:t>
            </a:r>
            <a:r>
              <a:rPr lang="es-ES" sz="2000" dirty="0" err="1"/>
              <a:t>zabali</a:t>
            </a:r>
            <a:r>
              <a:rPr lang="cs-CZ" sz="2000" dirty="0"/>
              <a:t>l</a:t>
            </a:r>
            <a:r>
              <a:rPr lang="es-ES" sz="2000" dirty="0"/>
              <a:t> a </a:t>
            </a:r>
            <a:r>
              <a:rPr lang="es-ES" sz="2000" dirty="0" err="1"/>
              <a:t>předa</a:t>
            </a:r>
            <a:r>
              <a:rPr lang="cs-CZ" sz="2000" dirty="0"/>
              <a:t>l</a:t>
            </a:r>
            <a:r>
              <a:rPr lang="es-ES" sz="2000" dirty="0"/>
              <a:t> </a:t>
            </a:r>
            <a:r>
              <a:rPr lang="es-ES" sz="2000" dirty="0" err="1"/>
              <a:t>ho</a:t>
            </a:r>
            <a:r>
              <a:rPr lang="cs-CZ" sz="2000" dirty="0"/>
              <a:t> prostitutce. </a:t>
            </a:r>
          </a:p>
        </p:txBody>
      </p:sp>
      <p:pic>
        <p:nvPicPr>
          <p:cNvPr id="5122" name="Picture 2" descr="The real reason Vincent van Gogh cut off his ear - Big Think">
            <a:extLst>
              <a:ext uri="{FF2B5EF4-FFF2-40B4-BE49-F238E27FC236}">
                <a16:creationId xmlns:a16="http://schemas.microsoft.com/office/drawing/2014/main" id="{29A0D6F1-BA0D-0392-FB5D-D926ED315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613" y="462280"/>
            <a:ext cx="4881353" cy="59334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9834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ECAB1E8-8195-4748-BE71-FF806D868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!!text rectangle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D05C3AF5-5A64-CB30-04C4-AF3D3A1464D5}"/>
              </a:ext>
            </a:extLst>
          </p:cNvPr>
          <p:cNvSpPr txBox="1">
            <a:spLocks/>
          </p:cNvSpPr>
          <p:nvPr/>
        </p:nvSpPr>
        <p:spPr>
          <a:xfrm>
            <a:off x="819150" y="1084140"/>
            <a:ext cx="3711691" cy="7871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cs-CZ" dirty="0">
                <a:latin typeface="+mj-lt"/>
                <a:ea typeface="+mj-ea"/>
                <a:cs typeface="+mj-cs"/>
              </a:rPr>
              <a:t>Vincent van </a:t>
            </a:r>
            <a:r>
              <a:rPr lang="cs-CZ" dirty="0" err="1">
                <a:latin typeface="+mj-lt"/>
                <a:ea typeface="+mj-ea"/>
                <a:cs typeface="+mj-cs"/>
              </a:rPr>
              <a:t>Gogh</a:t>
            </a:r>
            <a:r>
              <a:rPr lang="cs-CZ" dirty="0">
                <a:latin typeface="+mj-lt"/>
                <a:ea typeface="+mj-ea"/>
                <a:cs typeface="+mj-cs"/>
              </a:rPr>
              <a:t> a ucho</a:t>
            </a:r>
            <a:endParaRPr 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1035" name="!!accent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1FB4F9-7809-9BB8-271A-E0F2E81D7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2359152"/>
            <a:ext cx="3410712" cy="3425043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r>
              <a:rPr lang="cs-CZ" sz="2000" dirty="0"/>
              <a:t> Ucho možná odřízl Paul </a:t>
            </a:r>
            <a:r>
              <a:rPr lang="cs-CZ" sz="2000" dirty="0" err="1"/>
              <a:t>Gauguin</a:t>
            </a:r>
            <a:r>
              <a:rPr lang="cs-CZ" sz="2000" dirty="0"/>
              <a:t> během fyzického konfliktu s van </a:t>
            </a:r>
            <a:r>
              <a:rPr lang="cs-CZ" sz="2000" dirty="0" err="1"/>
              <a:t>Goghem</a:t>
            </a:r>
            <a:r>
              <a:rPr lang="cs-CZ" sz="2000" dirty="0"/>
              <a:t>. </a:t>
            </a:r>
            <a:r>
              <a:rPr lang="cs-CZ" sz="2000" dirty="0" err="1"/>
              <a:t>Gauguin</a:t>
            </a:r>
            <a:r>
              <a:rPr lang="cs-CZ" sz="2000" dirty="0"/>
              <a:t> byl zkušený šermíř a podle této teorie mohl van </a:t>
            </a:r>
            <a:r>
              <a:rPr lang="cs-CZ" sz="2000" dirty="0" err="1"/>
              <a:t>Goghovo</a:t>
            </a:r>
            <a:r>
              <a:rPr lang="cs-CZ" sz="2000" dirty="0"/>
              <a:t> zranění způsobit v sebeobraně. </a:t>
            </a:r>
            <a:r>
              <a:rPr lang="cs-CZ" sz="2000" dirty="0" err="1"/>
              <a:t>Gauguin</a:t>
            </a:r>
            <a:r>
              <a:rPr lang="cs-CZ" sz="2000" dirty="0"/>
              <a:t> a van </a:t>
            </a:r>
            <a:r>
              <a:rPr lang="cs-CZ" sz="2000" dirty="0" err="1"/>
              <a:t>Gogh</a:t>
            </a:r>
            <a:r>
              <a:rPr lang="cs-CZ" sz="2000" dirty="0"/>
              <a:t> se podle této hypotézy dohodli, že o tom pomlčí, aby </a:t>
            </a:r>
            <a:r>
              <a:rPr lang="cs-CZ" sz="2000" dirty="0" err="1"/>
              <a:t>Gauguin</a:t>
            </a:r>
            <a:r>
              <a:rPr lang="cs-CZ" sz="2000" dirty="0"/>
              <a:t> unikl trestnímu stíhání a van </a:t>
            </a:r>
            <a:r>
              <a:rPr lang="cs-CZ" sz="2000" dirty="0" err="1"/>
              <a:t>Gogh</a:t>
            </a:r>
            <a:r>
              <a:rPr lang="cs-CZ" sz="2000" dirty="0"/>
              <a:t> zachoval svého přítele.</a:t>
            </a:r>
          </a:p>
        </p:txBody>
      </p:sp>
      <p:pic>
        <p:nvPicPr>
          <p:cNvPr id="6146" name="Picture 2" descr="On this day in history, December 23, 1888, Dutch impressionist Vincent van  Gogh cuts off his ear | Fox News">
            <a:extLst>
              <a:ext uri="{FF2B5EF4-FFF2-40B4-BE49-F238E27FC236}">
                <a16:creationId xmlns:a16="http://schemas.microsoft.com/office/drawing/2014/main" id="{EA184A0A-AAAF-6E30-3D66-758420B30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991201"/>
            <a:ext cx="4439601" cy="50285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056941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76C6F4E2F935740B0FBB8A41883C973" ma:contentTypeVersion="11" ma:contentTypeDescription="Vytvoří nový dokument" ma:contentTypeScope="" ma:versionID="6c566c2def4dce364bcfb3ba36e7a973">
  <xsd:schema xmlns:xsd="http://www.w3.org/2001/XMLSchema" xmlns:xs="http://www.w3.org/2001/XMLSchema" xmlns:p="http://schemas.microsoft.com/office/2006/metadata/properties" xmlns:ns3="30a7c0b2-3957-4ee6-848f-03628eecaa28" targetNamespace="http://schemas.microsoft.com/office/2006/metadata/properties" ma:root="true" ma:fieldsID="94ba263dccde68e5e93d122f81990e3e" ns3:_="">
    <xsd:import namespace="30a7c0b2-3957-4ee6-848f-03628eecaa2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c0b2-3957-4ee6-848f-03628eecaa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9A2A214-3870-4573-8C37-2BA10166CD5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A4CCF5-7259-4D91-953B-E0145F8C5B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a7c0b2-3957-4ee6-848f-03628eecaa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268F3D-68EF-4881-89EB-8979915173D0}">
  <ds:schemaRefs>
    <ds:schemaRef ds:uri="http://schemas.microsoft.com/office/infopath/2007/PartnerControls"/>
    <ds:schemaRef ds:uri="http://purl.org/dc/terms/"/>
    <ds:schemaRef ds:uri="http://purl.org/dc/elements/1.1/"/>
    <ds:schemaRef ds:uri="30a7c0b2-3957-4ee6-848f-03628eecaa28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307</Words>
  <Application>Microsoft Office PowerPoint</Application>
  <PresentationFormat>Širokoúhlá obrazovka</PresentationFormat>
  <Paragraphs>23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Motiv Office</vt:lpstr>
      <vt:lpstr>VINCENT VAN GOGH - Savva Popov</vt:lpstr>
      <vt:lpstr>ZÁKLADNÍ INFORMACE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 Menson</dc:creator>
  <cp:lastModifiedBy>Men Menson</cp:lastModifiedBy>
  <cp:revision>1</cp:revision>
  <dcterms:created xsi:type="dcterms:W3CDTF">2024-10-02T14:24:03Z</dcterms:created>
  <dcterms:modified xsi:type="dcterms:W3CDTF">2024-10-02T17:17:33Z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0x010100A76C6F4E2F935740B0FBB8A41883C973</vt:lpwstr>
  </property>
</Properties>
</file>