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58E14-23EC-4C25-974C-48FA83988655}"/>
              </a:ext>
            </a:extLst>
          </p:cNvPr>
          <p:cNvSpPr>
            <a:spLocks noGrp="1"/>
          </p:cNvSpPr>
          <p:nvPr>
            <p:ph type="ctrTitle"/>
          </p:nvPr>
        </p:nvSpPr>
        <p:spPr>
          <a:xfrm>
            <a:off x="517870" y="978408"/>
            <a:ext cx="5021183" cy="507422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E9FEDD4-20A1-49F6-9E3E-0B26B426BB73}"/>
              </a:ext>
            </a:extLst>
          </p:cNvPr>
          <p:cNvSpPr>
            <a:spLocks noGrp="1"/>
          </p:cNvSpPr>
          <p:nvPr>
            <p:ph type="subTitle" idx="1"/>
          </p:nvPr>
        </p:nvSpPr>
        <p:spPr>
          <a:xfrm>
            <a:off x="6662167" y="3602038"/>
            <a:ext cx="5021183" cy="2244580"/>
          </a:xfrm>
        </p:spPr>
        <p:txBody>
          <a:bodyPr anchor="b">
            <a:normAutofit/>
          </a:bodyPr>
          <a:lstStyle>
            <a:lvl1pPr marL="0" indent="0" algn="l">
              <a:lnSpc>
                <a:spcPct val="100000"/>
              </a:lnSpc>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580A32F-E6F3-4C2E-B9E3-E47868E42511}"/>
              </a:ext>
            </a:extLst>
          </p:cNvPr>
          <p:cNvSpPr>
            <a:spLocks noGrp="1"/>
          </p:cNvSpPr>
          <p:nvPr>
            <p:ph type="dt" sz="half" idx="10"/>
          </p:nvPr>
        </p:nvSpPr>
        <p:spPr/>
        <p:txBody>
          <a:bodyPr/>
          <a:lstStyle/>
          <a:p>
            <a:fld id="{3391A759-BFF8-4B5B-9ECE-D93AC303B331}" type="datetime1">
              <a:rPr lang="en-US" smtClean="0"/>
              <a:t>3/2/2025</a:t>
            </a:fld>
            <a:endParaRPr lang="en-US"/>
          </a:p>
        </p:txBody>
      </p:sp>
      <p:sp>
        <p:nvSpPr>
          <p:cNvPr id="5" name="Footer Placeholder 4">
            <a:extLst>
              <a:ext uri="{FF2B5EF4-FFF2-40B4-BE49-F238E27FC236}">
                <a16:creationId xmlns:a16="http://schemas.microsoft.com/office/drawing/2014/main" id="{78806724-A87A-4231-BFD9-277482AF78C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30D1AF-36B8-4BB8-BD6A-71194F7BC31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8" name="Rectangle 7">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8648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63D8A-C68D-4CF9-9D15-3E09BCC09F6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524D94C-E537-4FF3-AAF8-A85F05C31A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824B1D4-6731-4993-8609-16C1D3327986}"/>
              </a:ext>
            </a:extLst>
          </p:cNvPr>
          <p:cNvSpPr>
            <a:spLocks noGrp="1"/>
          </p:cNvSpPr>
          <p:nvPr>
            <p:ph type="dt" sz="half" idx="10"/>
          </p:nvPr>
        </p:nvSpPr>
        <p:spPr/>
        <p:txBody>
          <a:bodyPr/>
          <a:lstStyle/>
          <a:p>
            <a:fld id="{EEBAB316-A2E6-49F2-825C-64AA951E4184}" type="datetime1">
              <a:rPr lang="en-US" smtClean="0"/>
              <a:t>3/2/2025</a:t>
            </a:fld>
            <a:endParaRPr lang="en-US"/>
          </a:p>
        </p:txBody>
      </p:sp>
      <p:sp>
        <p:nvSpPr>
          <p:cNvPr id="5" name="Footer Placeholder 4">
            <a:extLst>
              <a:ext uri="{FF2B5EF4-FFF2-40B4-BE49-F238E27FC236}">
                <a16:creationId xmlns:a16="http://schemas.microsoft.com/office/drawing/2014/main" id="{3DFB7BBD-CEEB-4256-84B2-6D907E1188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972A8B7-F430-4F4A-BB63-481F51E5880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296421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AC1C-A332-4BA5-8C9C-FE0396C81619}"/>
              </a:ext>
            </a:extLst>
          </p:cNvPr>
          <p:cNvSpPr>
            <a:spLocks noGrp="1"/>
          </p:cNvSpPr>
          <p:nvPr>
            <p:ph type="title"/>
          </p:nvPr>
        </p:nvSpPr>
        <p:spPr>
          <a:xfrm>
            <a:off x="517870" y="978408"/>
            <a:ext cx="5020056" cy="4870974"/>
          </a:xfrm>
        </p:spPr>
        <p:txBody>
          <a:bodyPr anchor="t">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8D137-710E-4125-B5E9-F63E7F1C9C9D}"/>
              </a:ext>
            </a:extLst>
          </p:cNvPr>
          <p:cNvSpPr>
            <a:spLocks noGrp="1"/>
          </p:cNvSpPr>
          <p:nvPr>
            <p:ph type="body" idx="1"/>
          </p:nvPr>
        </p:nvSpPr>
        <p:spPr>
          <a:xfrm>
            <a:off x="6662167" y="3566639"/>
            <a:ext cx="5021183" cy="2279979"/>
          </a:xfrm>
        </p:spPr>
        <p:txBody>
          <a:bodyPr anchor="b">
            <a:normAutofit/>
          </a:bodyPr>
          <a:lstStyle>
            <a:lvl1pPr marL="0" indent="0">
              <a:buNone/>
              <a:defRPr sz="2200" i="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5480C5-E9A6-425E-B050-03E444BE92C9}"/>
              </a:ext>
            </a:extLst>
          </p:cNvPr>
          <p:cNvSpPr>
            <a:spLocks noGrp="1"/>
          </p:cNvSpPr>
          <p:nvPr>
            <p:ph type="dt" sz="half" idx="10"/>
          </p:nvPr>
        </p:nvSpPr>
        <p:spPr/>
        <p:txBody>
          <a:bodyPr/>
          <a:lstStyle/>
          <a:p>
            <a:fld id="{5AE9748B-ADD6-4C5A-8C2A-A39721276E74}" type="datetime1">
              <a:rPr lang="en-US" smtClean="0"/>
              <a:t>3/2/2025</a:t>
            </a:fld>
            <a:endParaRPr lang="en-US"/>
          </a:p>
        </p:txBody>
      </p:sp>
      <p:sp>
        <p:nvSpPr>
          <p:cNvPr id="5" name="Footer Placeholder 4">
            <a:extLst>
              <a:ext uri="{FF2B5EF4-FFF2-40B4-BE49-F238E27FC236}">
                <a16:creationId xmlns:a16="http://schemas.microsoft.com/office/drawing/2014/main" id="{951B4831-6C0B-4E0B-A341-91E4C5D36B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F011EE6-252D-46DD-94DF-C42657EF2CD9}"/>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950624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4B06-C54A-4B7B-B6D1-436428EAF8E2}"/>
              </a:ext>
            </a:extLst>
          </p:cNvPr>
          <p:cNvSpPr>
            <a:spLocks noGrp="1"/>
          </p:cNvSpPr>
          <p:nvPr>
            <p:ph type="title"/>
          </p:nvPr>
        </p:nvSpPr>
        <p:spPr>
          <a:xfrm>
            <a:off x="517870" y="978408"/>
            <a:ext cx="5021182" cy="520769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723919-9A2F-4D97-8F31-6E35BD5975B0}"/>
              </a:ext>
            </a:extLst>
          </p:cNvPr>
          <p:cNvSpPr>
            <a:spLocks noGrp="1"/>
          </p:cNvSpPr>
          <p:nvPr>
            <p:ph sz="half" idx="1"/>
          </p:nvPr>
        </p:nvSpPr>
        <p:spPr>
          <a:xfrm>
            <a:off x="6063049" y="969264"/>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F8DA345-F684-4BAA-A22C-E725B3A6037F}"/>
              </a:ext>
            </a:extLst>
          </p:cNvPr>
          <p:cNvSpPr>
            <a:spLocks noGrp="1"/>
          </p:cNvSpPr>
          <p:nvPr>
            <p:ph sz="half" idx="2"/>
          </p:nvPr>
        </p:nvSpPr>
        <p:spPr>
          <a:xfrm>
            <a:off x="6063049" y="3621849"/>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399C52-9753-45D8-9646-CF31BB01577C}"/>
              </a:ext>
            </a:extLst>
          </p:cNvPr>
          <p:cNvSpPr>
            <a:spLocks noGrp="1"/>
          </p:cNvSpPr>
          <p:nvPr>
            <p:ph type="dt" sz="half" idx="10"/>
          </p:nvPr>
        </p:nvSpPr>
        <p:spPr/>
        <p:txBody>
          <a:bodyPr/>
          <a:lstStyle/>
          <a:p>
            <a:fld id="{7241FB0F-3C5C-4949-B933-9C7E511ED094}" type="datetime1">
              <a:rPr lang="en-US" smtClean="0"/>
              <a:t>3/2/2025</a:t>
            </a:fld>
            <a:endParaRPr lang="en-US"/>
          </a:p>
        </p:txBody>
      </p:sp>
      <p:sp>
        <p:nvSpPr>
          <p:cNvPr id="6" name="Footer Placeholder 5">
            <a:extLst>
              <a:ext uri="{FF2B5EF4-FFF2-40B4-BE49-F238E27FC236}">
                <a16:creationId xmlns:a16="http://schemas.microsoft.com/office/drawing/2014/main" id="{C2F95E57-622C-4199-940E-F5462E1AC44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01B7592-00E8-41EF-B749-2A5EA8E460DA}"/>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822313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2291277-967B-4176-B40B-9EC360626994}"/>
              </a:ext>
            </a:extLst>
          </p:cNvPr>
          <p:cNvSpPr/>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cap="none" spc="0">
              <a:ln w="0"/>
              <a:solidFill>
                <a:schemeClr val="tx1"/>
              </a:solidFill>
              <a:effectLst>
                <a:outerShdw blurRad="38100" dist="19050" dir="2700000" algn="tl" rotWithShape="0">
                  <a:schemeClr val="dk1">
                    <a:alpha val="40000"/>
                  </a:schemeClr>
                </a:outerShdw>
              </a:effectLst>
            </a:endParaRPr>
          </a:p>
        </p:txBody>
      </p:sp>
      <p:sp>
        <p:nvSpPr>
          <p:cNvPr id="2" name="Title 1">
            <a:extLst>
              <a:ext uri="{FF2B5EF4-FFF2-40B4-BE49-F238E27FC236}">
                <a16:creationId xmlns:a16="http://schemas.microsoft.com/office/drawing/2014/main" id="{FCB11C00-F7CB-4484-807A-D12745CD3CC8}"/>
              </a:ext>
            </a:extLst>
          </p:cNvPr>
          <p:cNvSpPr>
            <a:spLocks noGrp="1"/>
          </p:cNvSpPr>
          <p:nvPr>
            <p:ph type="title"/>
          </p:nvPr>
        </p:nvSpPr>
        <p:spPr>
          <a:xfrm>
            <a:off x="517869" y="978119"/>
            <a:ext cx="11165481" cy="107305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FAAA6E-E243-48B3-9585-3C1420B3E19F}"/>
              </a:ext>
            </a:extLst>
          </p:cNvPr>
          <p:cNvSpPr>
            <a:spLocks noGrp="1"/>
          </p:cNvSpPr>
          <p:nvPr>
            <p:ph type="body" idx="1"/>
          </p:nvPr>
        </p:nvSpPr>
        <p:spPr>
          <a:xfrm>
            <a:off x="517870" y="2178908"/>
            <a:ext cx="5020056"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D01B8-0F2E-41A4-B21C-334393F6A677}"/>
              </a:ext>
            </a:extLst>
          </p:cNvPr>
          <p:cNvSpPr>
            <a:spLocks noGrp="1"/>
          </p:cNvSpPr>
          <p:nvPr>
            <p:ph sz="half" idx="2"/>
          </p:nvPr>
        </p:nvSpPr>
        <p:spPr>
          <a:xfrm>
            <a:off x="517870" y="2876085"/>
            <a:ext cx="5020056"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9B23F-3E60-415A-9CE7-0928B5CFB2B3}"/>
              </a:ext>
            </a:extLst>
          </p:cNvPr>
          <p:cNvSpPr>
            <a:spLocks noGrp="1"/>
          </p:cNvSpPr>
          <p:nvPr>
            <p:ph type="body" sz="quarter" idx="3"/>
          </p:nvPr>
        </p:nvSpPr>
        <p:spPr>
          <a:xfrm>
            <a:off x="6662168" y="2178908"/>
            <a:ext cx="5021182"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223446-0CDC-402B-8D71-D9D29F6DFFCC}"/>
              </a:ext>
            </a:extLst>
          </p:cNvPr>
          <p:cNvSpPr>
            <a:spLocks noGrp="1"/>
          </p:cNvSpPr>
          <p:nvPr>
            <p:ph sz="quarter" idx="4"/>
          </p:nvPr>
        </p:nvSpPr>
        <p:spPr>
          <a:xfrm>
            <a:off x="6662168" y="2876085"/>
            <a:ext cx="5021182"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02B77D3-C6EC-4FFD-9E10-24E1AC542019}"/>
              </a:ext>
            </a:extLst>
          </p:cNvPr>
          <p:cNvSpPr>
            <a:spLocks noGrp="1"/>
          </p:cNvSpPr>
          <p:nvPr>
            <p:ph type="dt" sz="half" idx="10"/>
          </p:nvPr>
        </p:nvSpPr>
        <p:spPr>
          <a:xfrm>
            <a:off x="517870" y="6420414"/>
            <a:ext cx="2743200" cy="365125"/>
          </a:xfrm>
        </p:spPr>
        <p:txBody>
          <a:bodyPr/>
          <a:lstStyle/>
          <a:p>
            <a:fld id="{C2F01D58-E949-4BCB-829A-BBF80E38D59C}" type="datetime1">
              <a:rPr lang="en-US" smtClean="0"/>
              <a:t>3/2/2025</a:t>
            </a:fld>
            <a:endParaRPr lang="en-US"/>
          </a:p>
        </p:txBody>
      </p:sp>
      <p:sp>
        <p:nvSpPr>
          <p:cNvPr id="8" name="Footer Placeholder 7">
            <a:extLst>
              <a:ext uri="{FF2B5EF4-FFF2-40B4-BE49-F238E27FC236}">
                <a16:creationId xmlns:a16="http://schemas.microsoft.com/office/drawing/2014/main" id="{209DF31B-BD07-4DC2-95C2-B77E51AAEFF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54CE5A-3A0A-4AAB-81D2-F1C20636E54C}"/>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600060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216B8-52AB-412B-BBE7-B6BE698FA29B}"/>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BF779C3-9D19-467E-A5D2-0920834DA13C}"/>
              </a:ext>
            </a:extLst>
          </p:cNvPr>
          <p:cNvSpPr>
            <a:spLocks noGrp="1"/>
          </p:cNvSpPr>
          <p:nvPr>
            <p:ph type="dt" sz="half" idx="10"/>
          </p:nvPr>
        </p:nvSpPr>
        <p:spPr/>
        <p:txBody>
          <a:bodyPr/>
          <a:lstStyle/>
          <a:p>
            <a:fld id="{FF10A846-0DA4-4D92-9BF1-DE8C52C1F4DF}" type="datetime1">
              <a:rPr lang="en-US" smtClean="0"/>
              <a:t>3/2/2025</a:t>
            </a:fld>
            <a:endParaRPr lang="en-US"/>
          </a:p>
        </p:txBody>
      </p:sp>
      <p:sp>
        <p:nvSpPr>
          <p:cNvPr id="4" name="Footer Placeholder 3">
            <a:extLst>
              <a:ext uri="{FF2B5EF4-FFF2-40B4-BE49-F238E27FC236}">
                <a16:creationId xmlns:a16="http://schemas.microsoft.com/office/drawing/2014/main" id="{8E272BB4-C8D8-4F74-9677-5AC979932A7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96B49B8-779F-4492-ABD9-96F0D042AC41}"/>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326357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B976BF-9339-48D6-881A-280D15492E05}"/>
              </a:ext>
            </a:extLst>
          </p:cNvPr>
          <p:cNvSpPr>
            <a:spLocks noGrp="1"/>
          </p:cNvSpPr>
          <p:nvPr>
            <p:ph type="dt" sz="half" idx="10"/>
          </p:nvPr>
        </p:nvSpPr>
        <p:spPr/>
        <p:txBody>
          <a:bodyPr/>
          <a:lstStyle/>
          <a:p>
            <a:fld id="{E9412331-4A9C-472F-A7FA-968157338839}" type="datetime1">
              <a:rPr lang="en-US" smtClean="0"/>
              <a:t>3/2/2025</a:t>
            </a:fld>
            <a:endParaRPr lang="en-US"/>
          </a:p>
        </p:txBody>
      </p:sp>
      <p:sp>
        <p:nvSpPr>
          <p:cNvPr id="3" name="Footer Placeholder 2">
            <a:extLst>
              <a:ext uri="{FF2B5EF4-FFF2-40B4-BE49-F238E27FC236}">
                <a16:creationId xmlns:a16="http://schemas.microsoft.com/office/drawing/2014/main" id="{45277605-C9C8-432E-9662-D7D410B151D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22432B6-4A12-46EF-98A7-B5D50BD516F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818096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191C-AF68-4230-A7B2-F8F07B486EDC}"/>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8F9F11-5FCF-4D7E-BA51-38CB84277DC9}"/>
              </a:ext>
            </a:extLst>
          </p:cNvPr>
          <p:cNvSpPr>
            <a:spLocks noGrp="1"/>
          </p:cNvSpPr>
          <p:nvPr>
            <p:ph idx="1"/>
          </p:nvPr>
        </p:nvSpPr>
        <p:spPr>
          <a:xfrm>
            <a:off x="6653182" y="987423"/>
            <a:ext cx="5020948"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73B519B-06C0-41BC-95FB-FB1FE436375E}"/>
              </a:ext>
            </a:extLst>
          </p:cNvPr>
          <p:cNvSpPr>
            <a:spLocks noGrp="1"/>
          </p:cNvSpPr>
          <p:nvPr>
            <p:ph type="body" sz="half" idx="2"/>
          </p:nvPr>
        </p:nvSpPr>
        <p:spPr>
          <a:xfrm>
            <a:off x="517870" y="3361038"/>
            <a:ext cx="5020948" cy="2507949"/>
          </a:xfrm>
        </p:spPr>
        <p:txBody>
          <a:bodyPr>
            <a:normAutofit/>
          </a:bodyPr>
          <a:lstStyle>
            <a:lvl1pPr marL="0" indent="0">
              <a:buNone/>
              <a:defRPr sz="24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B8B70C-015C-4832-AFF6-D033E022746B}"/>
              </a:ext>
            </a:extLst>
          </p:cNvPr>
          <p:cNvSpPr>
            <a:spLocks noGrp="1"/>
          </p:cNvSpPr>
          <p:nvPr>
            <p:ph type="dt" sz="half" idx="10"/>
          </p:nvPr>
        </p:nvSpPr>
        <p:spPr/>
        <p:txBody>
          <a:bodyPr/>
          <a:lstStyle/>
          <a:p>
            <a:fld id="{A2197F3D-ED52-43FD-A26D-318B71534485}" type="datetime1">
              <a:rPr lang="en-US" smtClean="0"/>
              <a:t>3/2/2025</a:t>
            </a:fld>
            <a:endParaRPr lang="en-US"/>
          </a:p>
        </p:txBody>
      </p:sp>
      <p:sp>
        <p:nvSpPr>
          <p:cNvPr id="6" name="Footer Placeholder 5">
            <a:extLst>
              <a:ext uri="{FF2B5EF4-FFF2-40B4-BE49-F238E27FC236}">
                <a16:creationId xmlns:a16="http://schemas.microsoft.com/office/drawing/2014/main" id="{BEF1A6FB-8C14-46D1-90A5-0FF11DE7863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782C585-6FA1-4E94-9C1C-A1DEDE55108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676681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98B43-D1CE-43F4-A367-EF1FE9688913}"/>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2B73978-8CDF-4C0E-ABA1-7291A0347362}"/>
              </a:ext>
            </a:extLst>
          </p:cNvPr>
          <p:cNvSpPr>
            <a:spLocks noGrp="1"/>
          </p:cNvSpPr>
          <p:nvPr>
            <p:ph type="pic" idx="1"/>
          </p:nvPr>
        </p:nvSpPr>
        <p:spPr>
          <a:xfrm>
            <a:off x="6662168" y="987425"/>
            <a:ext cx="502700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5BECC62-ED45-451E-BEC5-A03C6A554D26}"/>
              </a:ext>
            </a:extLst>
          </p:cNvPr>
          <p:cNvSpPr>
            <a:spLocks noGrp="1"/>
          </p:cNvSpPr>
          <p:nvPr>
            <p:ph type="body" sz="half" idx="2"/>
          </p:nvPr>
        </p:nvSpPr>
        <p:spPr>
          <a:xfrm>
            <a:off x="517870" y="3340442"/>
            <a:ext cx="5020948" cy="2528545"/>
          </a:xfrm>
        </p:spPr>
        <p:txBody>
          <a:bodyPr>
            <a:normAutofit/>
          </a:bodyPr>
          <a:lstStyle>
            <a:lvl1pPr marL="0" indent="0">
              <a:buNone/>
              <a:defRPr sz="22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1A7A86-B983-4315-9312-936B4FCF75FE}"/>
              </a:ext>
            </a:extLst>
          </p:cNvPr>
          <p:cNvSpPr>
            <a:spLocks noGrp="1"/>
          </p:cNvSpPr>
          <p:nvPr>
            <p:ph type="dt" sz="half" idx="10"/>
          </p:nvPr>
        </p:nvSpPr>
        <p:spPr/>
        <p:txBody>
          <a:bodyPr/>
          <a:lstStyle/>
          <a:p>
            <a:fld id="{3D291FA4-6264-4BB8-B3B5-77711EED2D82}" type="datetime1">
              <a:rPr lang="en-US" smtClean="0"/>
              <a:t>3/2/2025</a:t>
            </a:fld>
            <a:endParaRPr lang="en-US"/>
          </a:p>
        </p:txBody>
      </p:sp>
      <p:sp>
        <p:nvSpPr>
          <p:cNvPr id="6" name="Footer Placeholder 5">
            <a:extLst>
              <a:ext uri="{FF2B5EF4-FFF2-40B4-BE49-F238E27FC236}">
                <a16:creationId xmlns:a16="http://schemas.microsoft.com/office/drawing/2014/main" id="{1E2E88C0-25A5-46F9-AB35-EAD50E6B913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A0F9EA8-45AD-478E-8606-9328245BC8A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655561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F6B8E-1D8E-4105-9BBB-D53AD24B738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3825530-6629-4FEA-9670-EB21A2F5BA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64C7A-A73F-46F5-BC33-696671DAEEE7}"/>
              </a:ext>
            </a:extLst>
          </p:cNvPr>
          <p:cNvSpPr>
            <a:spLocks noGrp="1"/>
          </p:cNvSpPr>
          <p:nvPr>
            <p:ph type="dt" sz="half" idx="10"/>
          </p:nvPr>
        </p:nvSpPr>
        <p:spPr/>
        <p:txBody>
          <a:bodyPr/>
          <a:lstStyle/>
          <a:p>
            <a:fld id="{6DFDF398-5DA3-4937-BE3F-7CA1B9158252}" type="datetime1">
              <a:rPr lang="en-US" smtClean="0"/>
              <a:t>3/2/2025</a:t>
            </a:fld>
            <a:endParaRPr lang="en-US"/>
          </a:p>
        </p:txBody>
      </p:sp>
      <p:sp>
        <p:nvSpPr>
          <p:cNvPr id="5" name="Footer Placeholder 4">
            <a:extLst>
              <a:ext uri="{FF2B5EF4-FFF2-40B4-BE49-F238E27FC236}">
                <a16:creationId xmlns:a16="http://schemas.microsoft.com/office/drawing/2014/main" id="{512B3CC0-B649-4509-A4B6-DF9D20EFACE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2CECCCA-3F2A-46F3-BF45-7C862FF1D752}"/>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55946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50133B-2446-4168-AA17-6538910668FD}"/>
              </a:ext>
            </a:extLst>
          </p:cNvPr>
          <p:cNvSpPr>
            <a:spLocks noGrp="1"/>
          </p:cNvSpPr>
          <p:nvPr>
            <p:ph type="title" orient="vert"/>
          </p:nvPr>
        </p:nvSpPr>
        <p:spPr>
          <a:xfrm>
            <a:off x="6662168" y="996791"/>
            <a:ext cx="5011962" cy="495692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006A9AD-2756-4C51-A958-6756301EB938}"/>
              </a:ext>
            </a:extLst>
          </p:cNvPr>
          <p:cNvSpPr>
            <a:spLocks noGrp="1"/>
          </p:cNvSpPr>
          <p:nvPr>
            <p:ph type="body" orient="vert" idx="1"/>
          </p:nvPr>
        </p:nvSpPr>
        <p:spPr>
          <a:xfrm>
            <a:off x="517870" y="996791"/>
            <a:ext cx="5021183" cy="4956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42995D-CCEA-43AF-973B-8B6B56A567E8}"/>
              </a:ext>
            </a:extLst>
          </p:cNvPr>
          <p:cNvSpPr>
            <a:spLocks noGrp="1"/>
          </p:cNvSpPr>
          <p:nvPr>
            <p:ph type="dt" sz="half" idx="10"/>
          </p:nvPr>
        </p:nvSpPr>
        <p:spPr/>
        <p:txBody>
          <a:bodyPr/>
          <a:lstStyle/>
          <a:p>
            <a:fld id="{8F191ED9-F929-4A92-90F9-3C9C84ABBE83}" type="datetime1">
              <a:rPr lang="en-US" smtClean="0"/>
              <a:t>3/2/2025</a:t>
            </a:fld>
            <a:endParaRPr lang="en-US"/>
          </a:p>
        </p:txBody>
      </p:sp>
      <p:sp>
        <p:nvSpPr>
          <p:cNvPr id="5" name="Footer Placeholder 4">
            <a:extLst>
              <a:ext uri="{FF2B5EF4-FFF2-40B4-BE49-F238E27FC236}">
                <a16:creationId xmlns:a16="http://schemas.microsoft.com/office/drawing/2014/main" id="{2A4029CF-BA62-4CCD-956E-FFA0B37B8A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CE0B3D-96AB-41B3-ABDD-5B0DE863DAF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12" name="Rectangle 11">
            <a:extLst>
              <a:ext uri="{FF2B5EF4-FFF2-40B4-BE49-F238E27FC236}">
                <a16:creationId xmlns:a16="http://schemas.microsoft.com/office/drawing/2014/main" id="{4618136A-0796-46EB-89BB-4C73C0258FE9}"/>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4840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61AD20-E240-4E6F-AF91-689F7AEEE33A}"/>
              </a:ext>
            </a:extLst>
          </p:cNvPr>
          <p:cNvSpPr>
            <a:spLocks noGrp="1"/>
          </p:cNvSpPr>
          <p:nvPr>
            <p:ph type="title"/>
          </p:nvPr>
        </p:nvSpPr>
        <p:spPr>
          <a:xfrm>
            <a:off x="517870" y="978408"/>
            <a:ext cx="5021182" cy="487045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2E78801-35D1-4C19-BC2B-EAC7EE917E73}"/>
              </a:ext>
            </a:extLst>
          </p:cNvPr>
          <p:cNvSpPr>
            <a:spLocks noGrp="1"/>
          </p:cNvSpPr>
          <p:nvPr>
            <p:ph type="body" idx="1"/>
          </p:nvPr>
        </p:nvSpPr>
        <p:spPr>
          <a:xfrm>
            <a:off x="6662168" y="969264"/>
            <a:ext cx="5021182" cy="48704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1282A45-C5B9-4575-8E28-A35767B4D71C}"/>
              </a:ext>
            </a:extLst>
          </p:cNvPr>
          <p:cNvSpPr>
            <a:spLocks noGrp="1"/>
          </p:cNvSpPr>
          <p:nvPr>
            <p:ph type="dt" sz="half" idx="2"/>
          </p:nvPr>
        </p:nvSpPr>
        <p:spPr>
          <a:xfrm>
            <a:off x="517870" y="6420414"/>
            <a:ext cx="2743200" cy="365125"/>
          </a:xfrm>
          <a:prstGeom prst="rect">
            <a:avLst/>
          </a:prstGeom>
        </p:spPr>
        <p:txBody>
          <a:bodyPr vert="horz" lIns="91440" tIns="45720" rIns="91440" bIns="45720" rtlCol="0" anchor="ctr"/>
          <a:lstStyle>
            <a:lvl1pPr algn="l">
              <a:defRPr sz="900">
                <a:solidFill>
                  <a:schemeClr val="tx1"/>
                </a:solidFill>
              </a:defRPr>
            </a:lvl1pPr>
          </a:lstStyle>
          <a:p>
            <a:fld id="{E7F6A1D9-D323-4F4E-8655-25E2D32CE742}" type="datetime1">
              <a:rPr lang="en-US" smtClean="0"/>
              <a:t>3/2/2025</a:t>
            </a:fld>
            <a:endParaRPr lang="en-US"/>
          </a:p>
        </p:txBody>
      </p:sp>
      <p:sp>
        <p:nvSpPr>
          <p:cNvPr id="5" name="Footer Placeholder 4">
            <a:extLst>
              <a:ext uri="{FF2B5EF4-FFF2-40B4-BE49-F238E27FC236}">
                <a16:creationId xmlns:a16="http://schemas.microsoft.com/office/drawing/2014/main" id="{2E9D0933-AA03-4018-8E37-004CFB9F61D6}"/>
              </a:ext>
            </a:extLst>
          </p:cNvPr>
          <p:cNvSpPr>
            <a:spLocks noGrp="1"/>
          </p:cNvSpPr>
          <p:nvPr>
            <p:ph type="ftr" sz="quarter" idx="3"/>
          </p:nvPr>
        </p:nvSpPr>
        <p:spPr>
          <a:xfrm>
            <a:off x="517870" y="97713"/>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F282A-DF4A-4A2D-9672-8F0F770A3F1A}"/>
              </a:ext>
            </a:extLst>
          </p:cNvPr>
          <p:cNvSpPr>
            <a:spLocks noGrp="1"/>
          </p:cNvSpPr>
          <p:nvPr>
            <p:ph type="sldNum" sz="quarter" idx="4"/>
          </p:nvPr>
        </p:nvSpPr>
        <p:spPr>
          <a:xfrm>
            <a:off x="11454317" y="6420414"/>
            <a:ext cx="637909" cy="365125"/>
          </a:xfrm>
          <a:prstGeom prst="rect">
            <a:avLst/>
          </a:prstGeom>
        </p:spPr>
        <p:txBody>
          <a:bodyPr vert="horz" lIns="91440" tIns="45720" rIns="91440" bIns="45720" rtlCol="0" anchor="ctr"/>
          <a:lstStyle>
            <a:lvl1pPr algn="r">
              <a:defRPr sz="900">
                <a:solidFill>
                  <a:schemeClr val="tx1"/>
                </a:solidFill>
              </a:defRPr>
            </a:lvl1pPr>
          </a:lstStyle>
          <a:p>
            <a:fld id="{DFDF98CC-160E-494C-8C3C-8CDC5FA257DE}" type="slidenum">
              <a:rPr lang="en-US" smtClean="0"/>
              <a:pPr/>
              <a:t>‹#›</a:t>
            </a:fld>
            <a:endParaRPr lang="en-US" dirty="0"/>
          </a:p>
        </p:txBody>
      </p:sp>
      <p:sp>
        <p:nvSpPr>
          <p:cNvPr id="14" name="Rectangle 13">
            <a:extLst>
              <a:ext uri="{FF2B5EF4-FFF2-40B4-BE49-F238E27FC236}">
                <a16:creationId xmlns:a16="http://schemas.microsoft.com/office/drawing/2014/main" id="{ADE57300-C7FF-4578-99A0-42B0295B123C}"/>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B8F8250-7A81-4A19-87AD-FFB2CE4E39A5}"/>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99F38FC-2DEA-2647-C409-EF75720C1017}"/>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192670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76" r:id="rId6"/>
    <p:sldLayoutId id="2147483672" r:id="rId7"/>
    <p:sldLayoutId id="2147483673" r:id="rId8"/>
    <p:sldLayoutId id="2147483674" r:id="rId9"/>
    <p:sldLayoutId id="2147483675" r:id="rId10"/>
    <p:sldLayoutId id="2147483677" r:id="rId11"/>
  </p:sldLayoutIdLst>
  <p:hf sldNum="0" hdr="0" ftr="0" dt="0"/>
  <p:txStyles>
    <p:title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274320" indent="-27432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27432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548640" indent="-27432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54864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9FFCE1-E057-415B-A971-88EC7E22A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noProof="0" dirty="0"/>
          </a:p>
        </p:txBody>
      </p:sp>
      <p:sp>
        <p:nvSpPr>
          <p:cNvPr id="2" name="Nadpis 1">
            <a:extLst>
              <a:ext uri="{FF2B5EF4-FFF2-40B4-BE49-F238E27FC236}">
                <a16:creationId xmlns:a16="http://schemas.microsoft.com/office/drawing/2014/main" id="{ABEA3431-83F4-DEBE-54D5-8C63947683E8}"/>
              </a:ext>
            </a:extLst>
          </p:cNvPr>
          <p:cNvSpPr>
            <a:spLocks noGrp="1"/>
          </p:cNvSpPr>
          <p:nvPr>
            <p:ph type="ctrTitle"/>
          </p:nvPr>
        </p:nvSpPr>
        <p:spPr>
          <a:xfrm>
            <a:off x="521209" y="971397"/>
            <a:ext cx="3462236" cy="2947460"/>
          </a:xfrm>
        </p:spPr>
        <p:txBody>
          <a:bodyPr anchor="t">
            <a:normAutofit/>
          </a:bodyPr>
          <a:lstStyle/>
          <a:p>
            <a:r>
              <a:rPr lang="cs-CZ" sz="4800" noProof="0" dirty="0"/>
              <a:t>PROCES</a:t>
            </a:r>
          </a:p>
        </p:txBody>
      </p:sp>
      <p:sp>
        <p:nvSpPr>
          <p:cNvPr id="3" name="Podnadpis 2">
            <a:extLst>
              <a:ext uri="{FF2B5EF4-FFF2-40B4-BE49-F238E27FC236}">
                <a16:creationId xmlns:a16="http://schemas.microsoft.com/office/drawing/2014/main" id="{D23559AA-75D1-13AE-BCC4-EE8AADB0C202}"/>
              </a:ext>
            </a:extLst>
          </p:cNvPr>
          <p:cNvSpPr>
            <a:spLocks noGrp="1"/>
          </p:cNvSpPr>
          <p:nvPr>
            <p:ph type="subTitle" idx="1"/>
          </p:nvPr>
        </p:nvSpPr>
        <p:spPr>
          <a:xfrm>
            <a:off x="564526" y="1704968"/>
            <a:ext cx="4668656" cy="2527917"/>
          </a:xfrm>
        </p:spPr>
        <p:txBody>
          <a:bodyPr anchor="t">
            <a:normAutofit/>
          </a:bodyPr>
          <a:lstStyle/>
          <a:p>
            <a:r>
              <a:rPr lang="cs-CZ" noProof="0" dirty="0"/>
              <a:t>Franz Kafka (1883 – 1924)</a:t>
            </a:r>
          </a:p>
          <a:p>
            <a:pPr marL="342900" indent="-342900">
              <a:buFont typeface="Arial" panose="020B0604020202020204" pitchFamily="34" charset="0"/>
              <a:buChar char="•"/>
            </a:pPr>
            <a:r>
              <a:rPr lang="cs-CZ" noProof="0" dirty="0"/>
              <a:t>Napsáno: 1914–1915</a:t>
            </a:r>
          </a:p>
          <a:p>
            <a:pPr marL="342900" indent="-342900">
              <a:buFont typeface="Arial" panose="020B0604020202020204" pitchFamily="34" charset="0"/>
              <a:buChar char="•"/>
            </a:pPr>
            <a:r>
              <a:rPr lang="cs-CZ" noProof="0" dirty="0"/>
              <a:t>Vydání: 1925 (posmrtně)</a:t>
            </a:r>
          </a:p>
          <a:p>
            <a:pPr marL="342900" indent="-342900">
              <a:buFont typeface="Arial" panose="020B0604020202020204" pitchFamily="34" charset="0"/>
              <a:buChar char="•"/>
            </a:pPr>
            <a:r>
              <a:rPr lang="cs-CZ" noProof="0" dirty="0"/>
              <a:t>“Nedokončeny román“</a:t>
            </a:r>
          </a:p>
        </p:txBody>
      </p:sp>
      <p:sp>
        <p:nvSpPr>
          <p:cNvPr id="12" name="Rectangle 11">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346557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noProof="0" dirty="0"/>
          </a:p>
        </p:txBody>
      </p:sp>
      <p:pic>
        <p:nvPicPr>
          <p:cNvPr id="5" name="Obrázek 4" descr="Obsah obrázku text, grafický design, plakát, kniha&#10;&#10;Obsah vygenerovaný umělou inteligencí může být nesprávný.">
            <a:extLst>
              <a:ext uri="{FF2B5EF4-FFF2-40B4-BE49-F238E27FC236}">
                <a16:creationId xmlns:a16="http://schemas.microsoft.com/office/drawing/2014/main" id="{80D20426-3BB6-5141-419E-CFC9543A41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0645" y="508090"/>
            <a:ext cx="3755711" cy="56265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Rectangle 13">
            <a:extLst>
              <a:ext uri="{FF2B5EF4-FFF2-40B4-BE49-F238E27FC236}">
                <a16:creationId xmlns:a16="http://schemas.microsoft.com/office/drawing/2014/main" id="{D58401B5-5F1B-4D21-9AC3-AAEC8D366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1704" y="6300216"/>
            <a:ext cx="729360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noProof="0" dirty="0"/>
          </a:p>
        </p:txBody>
      </p:sp>
      <p:sp>
        <p:nvSpPr>
          <p:cNvPr id="4" name="TextovéPole 3">
            <a:extLst>
              <a:ext uri="{FF2B5EF4-FFF2-40B4-BE49-F238E27FC236}">
                <a16:creationId xmlns:a16="http://schemas.microsoft.com/office/drawing/2014/main" id="{60577CC8-5C86-2BD7-7CDE-7A1C4F2EDA32}"/>
              </a:ext>
            </a:extLst>
          </p:cNvPr>
          <p:cNvSpPr txBox="1"/>
          <p:nvPr/>
        </p:nvSpPr>
        <p:spPr>
          <a:xfrm>
            <a:off x="526692" y="6115550"/>
            <a:ext cx="3250019" cy="307777"/>
          </a:xfrm>
          <a:prstGeom prst="rect">
            <a:avLst/>
          </a:prstGeom>
          <a:noFill/>
        </p:spPr>
        <p:txBody>
          <a:bodyPr wrap="square" rtlCol="0">
            <a:spAutoFit/>
          </a:bodyPr>
          <a:lstStyle/>
          <a:p>
            <a:r>
              <a:rPr lang="cs-CZ" sz="1400" i="1" dirty="0"/>
              <a:t>- Savva Popov</a:t>
            </a:r>
          </a:p>
        </p:txBody>
      </p:sp>
    </p:spTree>
    <p:extLst>
      <p:ext uri="{BB962C8B-B14F-4D97-AF65-F5344CB8AC3E}">
        <p14:creationId xmlns:p14="http://schemas.microsoft.com/office/powerpoint/2010/main" val="1191863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2C68633-94EA-4082-54F2-DD218C8D4D94}"/>
              </a:ext>
            </a:extLst>
          </p:cNvPr>
          <p:cNvSpPr>
            <a:spLocks noGrp="1"/>
          </p:cNvSpPr>
          <p:nvPr>
            <p:ph type="title"/>
          </p:nvPr>
        </p:nvSpPr>
        <p:spPr>
          <a:xfrm>
            <a:off x="517869" y="746135"/>
            <a:ext cx="7331903" cy="4870457"/>
          </a:xfrm>
        </p:spPr>
        <p:txBody>
          <a:bodyPr>
            <a:normAutofit/>
          </a:bodyPr>
          <a:lstStyle/>
          <a:p>
            <a:pPr>
              <a:lnSpc>
                <a:spcPct val="150000"/>
              </a:lnSpc>
            </a:pPr>
            <a:r>
              <a:rPr lang="cs-CZ" sz="4000" noProof="0" dirty="0"/>
              <a:t>ZÁKLADNÍ INFORMACE</a:t>
            </a:r>
            <a:br>
              <a:rPr lang="cs-CZ" sz="2400" noProof="0" dirty="0"/>
            </a:br>
            <a:r>
              <a:rPr lang="cs-CZ" sz="2400" noProof="0" dirty="0">
                <a:latin typeface="+mn-lt"/>
              </a:rPr>
              <a:t>Literární směr </a:t>
            </a:r>
            <a:r>
              <a:rPr lang="cs-CZ" sz="2400" b="0" noProof="0" dirty="0">
                <a:latin typeface="+mn-lt"/>
              </a:rPr>
              <a:t>– Existencialismus a Expresionismus</a:t>
            </a:r>
            <a:br>
              <a:rPr lang="cs-CZ" sz="2400" noProof="0" dirty="0">
                <a:latin typeface="+mn-lt"/>
              </a:rPr>
            </a:br>
            <a:r>
              <a:rPr lang="cs-CZ" sz="2400" noProof="0" dirty="0">
                <a:latin typeface="+mn-lt"/>
              </a:rPr>
              <a:t>Literární žánr </a:t>
            </a:r>
            <a:r>
              <a:rPr lang="cs-CZ" sz="2400" b="0" noProof="0" dirty="0">
                <a:latin typeface="+mn-lt"/>
              </a:rPr>
              <a:t>– Psychologický román</a:t>
            </a:r>
            <a:br>
              <a:rPr lang="cs-CZ" sz="2400" noProof="0" dirty="0">
                <a:latin typeface="+mn-lt"/>
              </a:rPr>
            </a:br>
            <a:r>
              <a:rPr lang="cs-CZ" sz="2400" noProof="0" dirty="0">
                <a:latin typeface="+mn-lt"/>
              </a:rPr>
              <a:t>Literární druh </a:t>
            </a:r>
            <a:r>
              <a:rPr lang="cs-CZ" sz="2400" b="0" noProof="0" dirty="0">
                <a:latin typeface="+mn-lt"/>
              </a:rPr>
              <a:t>– Epika</a:t>
            </a:r>
            <a:br>
              <a:rPr lang="cs-CZ" sz="2400" b="0" noProof="0" dirty="0">
                <a:latin typeface="+mn-lt"/>
              </a:rPr>
            </a:br>
            <a:r>
              <a:rPr lang="cs-CZ" sz="2400" noProof="0" dirty="0">
                <a:latin typeface="+mn-lt"/>
              </a:rPr>
              <a:t>Forma</a:t>
            </a:r>
            <a:r>
              <a:rPr lang="cs-CZ" sz="2400" b="0" noProof="0" dirty="0">
                <a:latin typeface="+mn-lt"/>
              </a:rPr>
              <a:t> – Próza</a:t>
            </a:r>
            <a:br>
              <a:rPr lang="cs-CZ" sz="2400" b="0" noProof="0" dirty="0"/>
            </a:br>
            <a:endParaRPr lang="cs-CZ" sz="2400" noProof="0" dirty="0"/>
          </a:p>
        </p:txBody>
      </p:sp>
      <p:pic>
        <p:nvPicPr>
          <p:cNvPr id="5" name="Zástupný obsah 4" descr="Obsah obrázku text, plakát, grafický design, Grafika&#10;&#10;Obsah vygenerovaný umělou inteligencí může být nesprávný.">
            <a:extLst>
              <a:ext uri="{FF2B5EF4-FFF2-40B4-BE49-F238E27FC236}">
                <a16:creationId xmlns:a16="http://schemas.microsoft.com/office/drawing/2014/main" id="{390CF128-5139-96D4-2AC6-8A68FD7E79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9771361">
            <a:off x="7838518" y="1544064"/>
            <a:ext cx="5420522" cy="8347815"/>
          </a:xfrm>
        </p:spPr>
      </p:pic>
    </p:spTree>
    <p:extLst>
      <p:ext uri="{BB962C8B-B14F-4D97-AF65-F5344CB8AC3E}">
        <p14:creationId xmlns:p14="http://schemas.microsoft.com/office/powerpoint/2010/main" val="3283526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noProof="0" dirty="0"/>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noProof="0" dirty="0"/>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noProof="0" dirty="0"/>
          </a:p>
        </p:txBody>
      </p:sp>
      <p:sp>
        <p:nvSpPr>
          <p:cNvPr id="16" name="Rectangle 15">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noProof="0" dirty="0"/>
          </a:p>
        </p:txBody>
      </p:sp>
      <p:sp useBgFill="1">
        <p:nvSpPr>
          <p:cNvPr id="18" name="Rectangle 17">
            <a:extLst>
              <a:ext uri="{FF2B5EF4-FFF2-40B4-BE49-F238E27FC236}">
                <a16:creationId xmlns:a16="http://schemas.microsoft.com/office/drawing/2014/main" id="{67A7C490-FB0D-4946-BDB7-1CF2F58DA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noProof="0" dirty="0"/>
          </a:p>
        </p:txBody>
      </p:sp>
      <p:sp>
        <p:nvSpPr>
          <p:cNvPr id="2" name="Nadpis 1">
            <a:extLst>
              <a:ext uri="{FF2B5EF4-FFF2-40B4-BE49-F238E27FC236}">
                <a16:creationId xmlns:a16="http://schemas.microsoft.com/office/drawing/2014/main" id="{22EF8646-10B9-4F4B-215A-A711B795E723}"/>
              </a:ext>
            </a:extLst>
          </p:cNvPr>
          <p:cNvSpPr>
            <a:spLocks noGrp="1"/>
          </p:cNvSpPr>
          <p:nvPr>
            <p:ph type="title"/>
          </p:nvPr>
        </p:nvSpPr>
        <p:spPr>
          <a:xfrm>
            <a:off x="517870" y="841929"/>
            <a:ext cx="7979016" cy="2334247"/>
          </a:xfrm>
        </p:spPr>
        <p:txBody>
          <a:bodyPr vert="horz" lIns="91440" tIns="45720" rIns="91440" bIns="45720" rtlCol="0" anchor="t">
            <a:normAutofit fontScale="90000"/>
          </a:bodyPr>
          <a:lstStyle/>
          <a:p>
            <a:pPr>
              <a:lnSpc>
                <a:spcPct val="150000"/>
              </a:lnSpc>
            </a:pPr>
            <a:r>
              <a:rPr lang="cs-CZ" sz="4000" noProof="0" dirty="0"/>
              <a:t>HLAVNÍ TÉMA:</a:t>
            </a:r>
            <a:br>
              <a:rPr lang="cs-CZ" sz="4000" noProof="0" dirty="0"/>
            </a:br>
            <a:r>
              <a:rPr lang="cs-CZ" sz="2400" b="0" noProof="0" dirty="0">
                <a:latin typeface="+mn-lt"/>
              </a:rPr>
              <a:t>- Absurdita byrokratického politického systému </a:t>
            </a:r>
            <a:br>
              <a:rPr lang="cs-CZ" sz="2400" b="0" noProof="0" dirty="0">
                <a:latin typeface="+mn-lt"/>
              </a:rPr>
            </a:br>
            <a:r>
              <a:rPr lang="cs-CZ" sz="2400" b="0" noProof="0" dirty="0">
                <a:latin typeface="+mn-lt"/>
              </a:rPr>
              <a:t>- Varovaní před ideologickými režimy</a:t>
            </a:r>
            <a:br>
              <a:rPr lang="cs-CZ" sz="2400" b="0" noProof="0" dirty="0">
                <a:latin typeface="+mn-lt"/>
              </a:rPr>
            </a:br>
            <a:r>
              <a:rPr lang="cs-CZ" sz="2400" b="0" noProof="0" dirty="0">
                <a:latin typeface="+mn-lt"/>
              </a:rPr>
              <a:t>- Úzkost, bezvýchodnost, marný boj proti nejasnosti</a:t>
            </a:r>
          </a:p>
        </p:txBody>
      </p:sp>
      <p:sp>
        <p:nvSpPr>
          <p:cNvPr id="20" name="Rectangle 19">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1264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noProof="0" dirty="0"/>
          </a:p>
        </p:txBody>
      </p:sp>
      <p:pic>
        <p:nvPicPr>
          <p:cNvPr id="5" name="Zástupný obsah 4" descr="Obsah obrázku skica, kresba, text, obraz&#10;&#10;Obsah vygenerovaný umělou inteligencí může být nesprávný.">
            <a:extLst>
              <a:ext uri="{FF2B5EF4-FFF2-40B4-BE49-F238E27FC236}">
                <a16:creationId xmlns:a16="http://schemas.microsoft.com/office/drawing/2014/main" id="{569F9449-0913-61E1-CD68-BDA35BF53F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25183" y="657369"/>
            <a:ext cx="3515530" cy="53877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2" name="Rectangle 21">
            <a:extLst>
              <a:ext uri="{FF2B5EF4-FFF2-40B4-BE49-F238E27FC236}">
                <a16:creationId xmlns:a16="http://schemas.microsoft.com/office/drawing/2014/main" id="{F261CD1D-C921-4DD4-B856-8EA1D71A4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49513" y="6209925"/>
            <a:ext cx="445472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noProof="0" dirty="0"/>
          </a:p>
        </p:txBody>
      </p:sp>
      <p:sp>
        <p:nvSpPr>
          <p:cNvPr id="6" name="TextovéPole 5">
            <a:extLst>
              <a:ext uri="{FF2B5EF4-FFF2-40B4-BE49-F238E27FC236}">
                <a16:creationId xmlns:a16="http://schemas.microsoft.com/office/drawing/2014/main" id="{2182F90D-823B-9120-F683-9F682B1975E6}"/>
              </a:ext>
            </a:extLst>
          </p:cNvPr>
          <p:cNvSpPr txBox="1"/>
          <p:nvPr/>
        </p:nvSpPr>
        <p:spPr>
          <a:xfrm>
            <a:off x="8018585" y="6386382"/>
            <a:ext cx="2954215" cy="369332"/>
          </a:xfrm>
          <a:prstGeom prst="rect">
            <a:avLst/>
          </a:prstGeom>
          <a:noFill/>
        </p:spPr>
        <p:txBody>
          <a:bodyPr wrap="square" rtlCol="0">
            <a:spAutoFit/>
          </a:bodyPr>
          <a:lstStyle/>
          <a:p>
            <a:r>
              <a:rPr lang="cs-CZ" noProof="0" dirty="0"/>
              <a:t>„K. u stolu“ – </a:t>
            </a:r>
            <a:r>
              <a:rPr lang="cs-CZ" b="1" noProof="0" dirty="0"/>
              <a:t>Elke </a:t>
            </a:r>
            <a:r>
              <a:rPr lang="cs-CZ" b="1" noProof="0" dirty="0" err="1"/>
              <a:t>Rehder</a:t>
            </a:r>
            <a:endParaRPr lang="cs-CZ" b="1" noProof="0" dirty="0"/>
          </a:p>
        </p:txBody>
      </p:sp>
      <p:sp>
        <p:nvSpPr>
          <p:cNvPr id="8" name="Nadpis 1">
            <a:extLst>
              <a:ext uri="{FF2B5EF4-FFF2-40B4-BE49-F238E27FC236}">
                <a16:creationId xmlns:a16="http://schemas.microsoft.com/office/drawing/2014/main" id="{2EF49A39-7703-716D-54E8-7193AD4B88D2}"/>
              </a:ext>
            </a:extLst>
          </p:cNvPr>
          <p:cNvSpPr txBox="1">
            <a:spLocks/>
          </p:cNvSpPr>
          <p:nvPr/>
        </p:nvSpPr>
        <p:spPr>
          <a:xfrm>
            <a:off x="517870" y="3657800"/>
            <a:ext cx="6445638" cy="2334247"/>
          </a:xfrm>
          <a:prstGeom prst="rect">
            <a:avLst/>
          </a:prstGeom>
        </p:spPr>
        <p:txBody>
          <a:bodyPr vert="horz" lIns="91440" tIns="45720" rIns="91440" bIns="45720" rtlCol="0" anchor="t">
            <a:normAutofit fontScale="92500" lnSpcReduction="10000"/>
          </a:bodyPr>
          <a:lst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a:lstStyle>
          <a:p>
            <a:pPr>
              <a:lnSpc>
                <a:spcPct val="150000"/>
              </a:lnSpc>
            </a:pPr>
            <a:r>
              <a:rPr lang="cs-CZ" sz="4000" noProof="0" dirty="0"/>
              <a:t>ČAS A PROSTOR:</a:t>
            </a:r>
            <a:br>
              <a:rPr lang="cs-CZ" sz="4000" noProof="0" dirty="0"/>
            </a:br>
            <a:r>
              <a:rPr lang="cs-CZ" sz="2400" b="0" noProof="0" dirty="0">
                <a:latin typeface="+mn-lt"/>
              </a:rPr>
              <a:t>- Čas: příběh se odehrává přesně rok, od 30. do 31. narozenin Josefa K.</a:t>
            </a:r>
          </a:p>
          <a:p>
            <a:pPr>
              <a:lnSpc>
                <a:spcPct val="150000"/>
              </a:lnSpc>
            </a:pPr>
            <a:r>
              <a:rPr lang="cs-CZ" sz="2400" b="0" noProof="0" dirty="0">
                <a:latin typeface="+mn-lt"/>
              </a:rPr>
              <a:t>- Prostor: neurčeny město (Praha?)</a:t>
            </a:r>
          </a:p>
        </p:txBody>
      </p:sp>
    </p:spTree>
    <p:extLst>
      <p:ext uri="{BB962C8B-B14F-4D97-AF65-F5344CB8AC3E}">
        <p14:creationId xmlns:p14="http://schemas.microsoft.com/office/powerpoint/2010/main" val="1743725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22A05DE-31E0-5963-5915-6AD9023AD455}"/>
              </a:ext>
            </a:extLst>
          </p:cNvPr>
          <p:cNvSpPr>
            <a:spLocks noGrp="1"/>
          </p:cNvSpPr>
          <p:nvPr>
            <p:ph type="ctrTitle" idx="4294967295"/>
          </p:nvPr>
        </p:nvSpPr>
        <p:spPr>
          <a:xfrm>
            <a:off x="567989" y="891381"/>
            <a:ext cx="3419811" cy="1024787"/>
          </a:xfrm>
        </p:spPr>
        <p:txBody>
          <a:bodyPr vert="horz" lIns="91440" tIns="45720" rIns="91440" bIns="45720" rtlCol="0" anchor="t">
            <a:normAutofit/>
          </a:bodyPr>
          <a:lstStyle/>
          <a:p>
            <a:r>
              <a:rPr lang="cs-CZ" noProof="0" dirty="0"/>
              <a:t>POSTAVY</a:t>
            </a:r>
          </a:p>
        </p:txBody>
      </p:sp>
      <p:sp>
        <p:nvSpPr>
          <p:cNvPr id="6" name="Nadpis 1">
            <a:extLst>
              <a:ext uri="{FF2B5EF4-FFF2-40B4-BE49-F238E27FC236}">
                <a16:creationId xmlns:a16="http://schemas.microsoft.com/office/drawing/2014/main" id="{FCF7460D-A38C-3834-04D7-2C6DEB1C1C43}"/>
              </a:ext>
            </a:extLst>
          </p:cNvPr>
          <p:cNvSpPr txBox="1">
            <a:spLocks/>
          </p:cNvSpPr>
          <p:nvPr/>
        </p:nvSpPr>
        <p:spPr>
          <a:xfrm>
            <a:off x="732382" y="1916168"/>
            <a:ext cx="11459618" cy="4177244"/>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a:lstStyle>
          <a:p>
            <a:pPr marL="685800" indent="-685800">
              <a:buFont typeface="Arial" panose="020B0604020202020204" pitchFamily="34" charset="0"/>
              <a:buChar char="•"/>
            </a:pPr>
            <a:r>
              <a:rPr lang="cs-CZ" sz="2400" noProof="0" dirty="0">
                <a:latin typeface="+mn-lt"/>
              </a:rPr>
              <a:t>Josef. K </a:t>
            </a:r>
            <a:r>
              <a:rPr lang="cs-CZ" sz="2400" b="0" noProof="0" dirty="0">
                <a:latin typeface="+mn-lt"/>
              </a:rPr>
              <a:t>- Hlavní postava, třicetiletý prokurista v bance, prochází psychologickým rozkladem kvůli “procesu“</a:t>
            </a:r>
          </a:p>
          <a:p>
            <a:pPr marL="685800" indent="-685800">
              <a:lnSpc>
                <a:spcPct val="150000"/>
              </a:lnSpc>
              <a:buFont typeface="Arial" panose="020B0604020202020204" pitchFamily="34" charset="0"/>
              <a:buChar char="•"/>
            </a:pPr>
            <a:r>
              <a:rPr lang="cs-CZ" sz="2400" noProof="0" dirty="0">
                <a:latin typeface="+mn-lt"/>
              </a:rPr>
              <a:t>Paní </a:t>
            </a:r>
            <a:r>
              <a:rPr lang="cs-CZ" sz="2400" noProof="0" dirty="0" err="1">
                <a:latin typeface="+mn-lt"/>
              </a:rPr>
              <a:t>Grubachova</a:t>
            </a:r>
            <a:r>
              <a:rPr lang="cs-CZ" sz="2400" noProof="0" dirty="0">
                <a:latin typeface="+mn-lt"/>
              </a:rPr>
              <a:t> </a:t>
            </a:r>
            <a:r>
              <a:rPr lang="cs-CZ" sz="2400" b="0" noProof="0" dirty="0">
                <a:latin typeface="+mn-lt"/>
              </a:rPr>
              <a:t>– paní bytná, vše sleduje</a:t>
            </a:r>
          </a:p>
          <a:p>
            <a:pPr marL="685800" indent="-685800">
              <a:lnSpc>
                <a:spcPct val="150000"/>
              </a:lnSpc>
              <a:buFont typeface="Arial" panose="020B0604020202020204" pitchFamily="34" charset="0"/>
              <a:buChar char="•"/>
            </a:pPr>
            <a:r>
              <a:rPr lang="cs-CZ" sz="2400" noProof="0" dirty="0">
                <a:latin typeface="+mn-lt"/>
              </a:rPr>
              <a:t>Strýc Albert - </a:t>
            </a:r>
            <a:r>
              <a:rPr lang="cs-CZ" sz="2400" b="0" noProof="0" dirty="0">
                <a:latin typeface="+mn-lt"/>
              </a:rPr>
              <a:t>Přivádí Josefa k advokátovi a snaží se mu pomoci</a:t>
            </a:r>
            <a:endParaRPr lang="cs-CZ" sz="2400" noProof="0" dirty="0">
              <a:latin typeface="+mn-lt"/>
            </a:endParaRPr>
          </a:p>
          <a:p>
            <a:pPr marL="685800" indent="-685800">
              <a:lnSpc>
                <a:spcPct val="150000"/>
              </a:lnSpc>
              <a:buFont typeface="Arial" panose="020B0604020202020204" pitchFamily="34" charset="0"/>
              <a:buChar char="•"/>
            </a:pPr>
            <a:r>
              <a:rPr lang="cs-CZ" sz="2400" noProof="0" dirty="0">
                <a:latin typeface="+mn-lt"/>
              </a:rPr>
              <a:t>Advokát Dr. </a:t>
            </a:r>
            <a:r>
              <a:rPr lang="cs-CZ" sz="2400" noProof="0" dirty="0" err="1">
                <a:latin typeface="+mn-lt"/>
              </a:rPr>
              <a:t>Huld</a:t>
            </a:r>
            <a:r>
              <a:rPr lang="cs-CZ" sz="2400" noProof="0" dirty="0">
                <a:latin typeface="+mn-lt"/>
              </a:rPr>
              <a:t> - </a:t>
            </a:r>
            <a:r>
              <a:rPr lang="pl-PL" sz="2400" b="0" noProof="0" dirty="0">
                <a:latin typeface="+mn-lt"/>
              </a:rPr>
              <a:t>Neustále slibuje pomoc, ale nic reálného nepodnik</a:t>
            </a:r>
          </a:p>
          <a:p>
            <a:pPr marL="685800" indent="-685800">
              <a:lnSpc>
                <a:spcPct val="150000"/>
              </a:lnSpc>
              <a:buFont typeface="Arial" panose="020B0604020202020204" pitchFamily="34" charset="0"/>
              <a:buChar char="•"/>
            </a:pPr>
            <a:r>
              <a:rPr lang="pl-PL" sz="2400" noProof="0" dirty="0">
                <a:latin typeface="+mn-lt"/>
              </a:rPr>
              <a:t>Titorelli - </a:t>
            </a:r>
            <a:r>
              <a:rPr lang="pl-PL" sz="2400" b="0" noProof="0" dirty="0">
                <a:latin typeface="+mn-lt"/>
              </a:rPr>
              <a:t>Soudní malíř, vysvětluje Josefovi různé možnosti výsledku procesu</a:t>
            </a:r>
          </a:p>
          <a:p>
            <a:pPr marL="685800" indent="-685800">
              <a:lnSpc>
                <a:spcPct val="150000"/>
              </a:lnSpc>
              <a:buFont typeface="Arial" panose="020B0604020202020204" pitchFamily="34" charset="0"/>
              <a:buChar char="•"/>
            </a:pPr>
            <a:r>
              <a:rPr lang="pl-PL" sz="2400" noProof="0" dirty="0">
                <a:latin typeface="+mn-lt"/>
              </a:rPr>
              <a:t>Obchodník Block - </a:t>
            </a:r>
            <a:r>
              <a:rPr lang="pl-PL" sz="2400" b="0" noProof="0" dirty="0">
                <a:latin typeface="+mn-lt"/>
              </a:rPr>
              <a:t>klient advokáta, procesem už naprosto zlomený člověk</a:t>
            </a:r>
          </a:p>
        </p:txBody>
      </p:sp>
    </p:spTree>
    <p:extLst>
      <p:ext uri="{BB962C8B-B14F-4D97-AF65-F5344CB8AC3E}">
        <p14:creationId xmlns:p14="http://schemas.microsoft.com/office/powerpoint/2010/main" val="2879988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Nadpis 1">
            <a:extLst>
              <a:ext uri="{FF2B5EF4-FFF2-40B4-BE49-F238E27FC236}">
                <a16:creationId xmlns:a16="http://schemas.microsoft.com/office/drawing/2014/main" id="{F136ECF0-10BB-E5D4-CC9A-E89B41A170A4}"/>
              </a:ext>
            </a:extLst>
          </p:cNvPr>
          <p:cNvSpPr>
            <a:spLocks noGrp="1"/>
          </p:cNvSpPr>
          <p:nvPr>
            <p:ph type="ctrTitle"/>
          </p:nvPr>
        </p:nvSpPr>
        <p:spPr>
          <a:xfrm>
            <a:off x="517868" y="973876"/>
            <a:ext cx="5463831" cy="930730"/>
          </a:xfrm>
        </p:spPr>
        <p:txBody>
          <a:bodyPr anchor="b">
            <a:normAutofit/>
          </a:bodyPr>
          <a:lstStyle/>
          <a:p>
            <a:r>
              <a:rPr lang="cs-CZ" sz="4800" dirty="0"/>
              <a:t>DĚJ – Narozeniny </a:t>
            </a:r>
          </a:p>
        </p:txBody>
      </p:sp>
      <p:sp>
        <p:nvSpPr>
          <p:cNvPr id="3" name="Podnadpis 2">
            <a:extLst>
              <a:ext uri="{FF2B5EF4-FFF2-40B4-BE49-F238E27FC236}">
                <a16:creationId xmlns:a16="http://schemas.microsoft.com/office/drawing/2014/main" id="{F4A85380-E3ED-2E2B-A574-889B07B1ABB3}"/>
              </a:ext>
            </a:extLst>
          </p:cNvPr>
          <p:cNvSpPr>
            <a:spLocks noGrp="1"/>
          </p:cNvSpPr>
          <p:nvPr>
            <p:ph type="subTitle" idx="1"/>
          </p:nvPr>
        </p:nvSpPr>
        <p:spPr>
          <a:xfrm>
            <a:off x="517868" y="1904606"/>
            <a:ext cx="6025807" cy="3322715"/>
          </a:xfrm>
        </p:spPr>
        <p:txBody>
          <a:bodyPr anchor="t">
            <a:noAutofit/>
          </a:bodyPr>
          <a:lstStyle/>
          <a:p>
            <a:pPr>
              <a:lnSpc>
                <a:spcPct val="90000"/>
              </a:lnSpc>
            </a:pPr>
            <a:r>
              <a:rPr lang="cs-CZ" sz="2400" i="0" dirty="0"/>
              <a:t>Jednoho rána, k Josefovým třicátým narozeninám, do jeho bytu přijdou dva podivní muži – Franz a </a:t>
            </a:r>
            <a:r>
              <a:rPr lang="cs-CZ" sz="2400" i="0" dirty="0" err="1"/>
              <a:t>Willem</a:t>
            </a:r>
            <a:r>
              <a:rPr lang="cs-CZ" sz="2400" i="0" dirty="0"/>
              <a:t> – a oznámí mu, že je zatčen. Nedozví se za co a není mu nijak omezen pohyb – může chodit do práce a dál žít svůj život, jen s tím, že proti němu běží proces. Nikdo mu nic nevysvětluje, každý se chová, jako by to byla naprosto normální věc. </a:t>
            </a:r>
          </a:p>
        </p:txBody>
      </p:sp>
      <p:sp>
        <p:nvSpPr>
          <p:cNvPr id="21" name="Freeform: Shape 20">
            <a:extLst>
              <a:ext uri="{FF2B5EF4-FFF2-40B4-BE49-F238E27FC236}">
                <a16:creationId xmlns:a16="http://schemas.microsoft.com/office/drawing/2014/main" id="{BD0C058D-27D4-3139-E199-E2C11099B6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Obrázek 5" descr="Obsah obrázku oblečení, kreslené, grafický design, anime&#10;&#10;Obsah vygenerovaný umělou inteligencí může být nesprávný.">
            <a:extLst>
              <a:ext uri="{FF2B5EF4-FFF2-40B4-BE49-F238E27FC236}">
                <a16:creationId xmlns:a16="http://schemas.microsoft.com/office/drawing/2014/main" id="{1D009DF6-36C8-2328-6C4E-2F7EDEB10A5E}"/>
              </a:ext>
            </a:extLst>
          </p:cNvPr>
          <p:cNvPicPr>
            <a:picLocks noChangeAspect="1"/>
          </p:cNvPicPr>
          <p:nvPr/>
        </p:nvPicPr>
        <p:blipFill>
          <a:blip r:embed="rId2">
            <a:extLst>
              <a:ext uri="{28A0092B-C50C-407E-A947-70E740481C1C}">
                <a14:useLocalDpi xmlns:a14="http://schemas.microsoft.com/office/drawing/2010/main" val="0"/>
              </a:ext>
            </a:extLst>
          </a:blip>
          <a:srcRect r="66393"/>
          <a:stretch/>
        </p:blipFill>
        <p:spPr>
          <a:xfrm>
            <a:off x="7916807" y="950973"/>
            <a:ext cx="2823013" cy="49560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3" name="Freeform: Shape 22">
            <a:extLst>
              <a:ext uri="{FF2B5EF4-FFF2-40B4-BE49-F238E27FC236}">
                <a16:creationId xmlns:a16="http://schemas.microsoft.com/office/drawing/2014/main" id="{E94E0531-D614-3CB6-996E-FF0184A33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6300216"/>
            <a:ext cx="11165482" cy="45719"/>
          </a:xfrm>
          <a:custGeom>
            <a:avLst/>
            <a:gdLst>
              <a:gd name="connsiteX0" fmla="*/ 0 w 11165482"/>
              <a:gd name="connsiteY0" fmla="*/ 0 h 45719"/>
              <a:gd name="connsiteX1" fmla="*/ 3694525 w 11165482"/>
              <a:gd name="connsiteY1" fmla="*/ 0 h 45719"/>
              <a:gd name="connsiteX2" fmla="*/ 5021183 w 11165482"/>
              <a:gd name="connsiteY2" fmla="*/ 0 h 45719"/>
              <a:gd name="connsiteX3" fmla="*/ 6144299 w 11165482"/>
              <a:gd name="connsiteY3" fmla="*/ 0 h 45719"/>
              <a:gd name="connsiteX4" fmla="*/ 8715708 w 11165482"/>
              <a:gd name="connsiteY4" fmla="*/ 0 h 45719"/>
              <a:gd name="connsiteX5" fmla="*/ 11165482 w 11165482"/>
              <a:gd name="connsiteY5" fmla="*/ 0 h 45719"/>
              <a:gd name="connsiteX6" fmla="*/ 11165482 w 11165482"/>
              <a:gd name="connsiteY6" fmla="*/ 45719 h 45719"/>
              <a:gd name="connsiteX7" fmla="*/ 8715708 w 11165482"/>
              <a:gd name="connsiteY7" fmla="*/ 45719 h 45719"/>
              <a:gd name="connsiteX8" fmla="*/ 6144299 w 11165482"/>
              <a:gd name="connsiteY8" fmla="*/ 45719 h 45719"/>
              <a:gd name="connsiteX9" fmla="*/ 5021183 w 11165482"/>
              <a:gd name="connsiteY9" fmla="*/ 45719 h 45719"/>
              <a:gd name="connsiteX10" fmla="*/ 3694525 w 11165482"/>
              <a:gd name="connsiteY10" fmla="*/ 45719 h 45719"/>
              <a:gd name="connsiteX11" fmla="*/ 0 w 11165482"/>
              <a:gd name="connsiteY11" fmla="*/ 45719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3694525 w 11165482"/>
              <a:gd name="connsiteY9" fmla="*/ 45719 h 45719"/>
              <a:gd name="connsiteX10" fmla="*/ 0 w 11165482"/>
              <a:gd name="connsiteY10" fmla="*/ 45719 h 45719"/>
              <a:gd name="connsiteX11" fmla="*/ 0 w 11165482"/>
              <a:gd name="connsiteY11" fmla="*/ 0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0 w 11165482"/>
              <a:gd name="connsiteY9" fmla="*/ 45719 h 45719"/>
              <a:gd name="connsiteX10" fmla="*/ 0 w 11165482"/>
              <a:gd name="connsiteY10"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6144299 w 11165482"/>
              <a:gd name="connsiteY6" fmla="*/ 45719 h 45719"/>
              <a:gd name="connsiteX7" fmla="*/ 5021183 w 11165482"/>
              <a:gd name="connsiteY7" fmla="*/ 45719 h 45719"/>
              <a:gd name="connsiteX8" fmla="*/ 0 w 11165482"/>
              <a:gd name="connsiteY8" fmla="*/ 45719 h 45719"/>
              <a:gd name="connsiteX9" fmla="*/ 0 w 11165482"/>
              <a:gd name="connsiteY9"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5021183 w 11165482"/>
              <a:gd name="connsiteY6" fmla="*/ 45719 h 45719"/>
              <a:gd name="connsiteX7" fmla="*/ 0 w 11165482"/>
              <a:gd name="connsiteY7" fmla="*/ 45719 h 45719"/>
              <a:gd name="connsiteX8" fmla="*/ 0 w 11165482"/>
              <a:gd name="connsiteY8"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5021183 w 11165482"/>
              <a:gd name="connsiteY5" fmla="*/ 45719 h 45719"/>
              <a:gd name="connsiteX6" fmla="*/ 0 w 11165482"/>
              <a:gd name="connsiteY6" fmla="*/ 45719 h 45719"/>
              <a:gd name="connsiteX7" fmla="*/ 0 w 11165482"/>
              <a:gd name="connsiteY7"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0 w 11165482"/>
              <a:gd name="connsiteY5" fmla="*/ 45719 h 45719"/>
              <a:gd name="connsiteX6" fmla="*/ 0 w 11165482"/>
              <a:gd name="connsiteY6"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0 w 11165482"/>
              <a:gd name="connsiteY4" fmla="*/ 45719 h 45719"/>
              <a:gd name="connsiteX5" fmla="*/ 0 w 11165482"/>
              <a:gd name="connsiteY5" fmla="*/ 0 h 45719"/>
              <a:gd name="connsiteX0" fmla="*/ 0 w 11165482"/>
              <a:gd name="connsiteY0" fmla="*/ 0 h 45719"/>
              <a:gd name="connsiteX1" fmla="*/ 11165482 w 11165482"/>
              <a:gd name="connsiteY1" fmla="*/ 0 h 45719"/>
              <a:gd name="connsiteX2" fmla="*/ 11165482 w 11165482"/>
              <a:gd name="connsiteY2" fmla="*/ 45719 h 45719"/>
              <a:gd name="connsiteX3" fmla="*/ 0 w 11165482"/>
              <a:gd name="connsiteY3" fmla="*/ 45719 h 45719"/>
              <a:gd name="connsiteX4" fmla="*/ 0 w 11165482"/>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482" h="45719">
                <a:moveTo>
                  <a:pt x="0" y="0"/>
                </a:moveTo>
                <a:lnTo>
                  <a:pt x="11165482" y="0"/>
                </a:lnTo>
                <a:lnTo>
                  <a:pt x="11165482" y="45719"/>
                </a:lnTo>
                <a:lnTo>
                  <a:pt x="0" y="4571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92941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BBB10B-CDD9-73B0-10BA-8A547AAE1EA6}"/>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7A7C490-FB0D-4946-BDB7-1CF2F58DA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Nadpis 1">
            <a:extLst>
              <a:ext uri="{FF2B5EF4-FFF2-40B4-BE49-F238E27FC236}">
                <a16:creationId xmlns:a16="http://schemas.microsoft.com/office/drawing/2014/main" id="{397E4B53-4B8A-D355-7A07-33849AE8EA75}"/>
              </a:ext>
            </a:extLst>
          </p:cNvPr>
          <p:cNvSpPr>
            <a:spLocks noGrp="1"/>
          </p:cNvSpPr>
          <p:nvPr>
            <p:ph type="ctrTitle"/>
          </p:nvPr>
        </p:nvSpPr>
        <p:spPr>
          <a:xfrm>
            <a:off x="517870" y="978408"/>
            <a:ext cx="6654455" cy="2334247"/>
          </a:xfrm>
        </p:spPr>
        <p:txBody>
          <a:bodyPr anchor="t">
            <a:normAutofit/>
          </a:bodyPr>
          <a:lstStyle/>
          <a:p>
            <a:r>
              <a:rPr lang="cs-CZ" dirty="0"/>
              <a:t>DĚJ – První návštěva soudu  </a:t>
            </a:r>
          </a:p>
        </p:txBody>
      </p:sp>
      <p:sp>
        <p:nvSpPr>
          <p:cNvPr id="3" name="Podnadpis 2">
            <a:extLst>
              <a:ext uri="{FF2B5EF4-FFF2-40B4-BE49-F238E27FC236}">
                <a16:creationId xmlns:a16="http://schemas.microsoft.com/office/drawing/2014/main" id="{B7DC6B53-C4E6-31F9-646A-C2A913D65320}"/>
              </a:ext>
            </a:extLst>
          </p:cNvPr>
          <p:cNvSpPr>
            <a:spLocks noGrp="1"/>
          </p:cNvSpPr>
          <p:nvPr>
            <p:ph type="subTitle" idx="1"/>
          </p:nvPr>
        </p:nvSpPr>
        <p:spPr>
          <a:xfrm>
            <a:off x="517870" y="2714529"/>
            <a:ext cx="6968780" cy="3016475"/>
          </a:xfrm>
        </p:spPr>
        <p:txBody>
          <a:bodyPr anchor="t">
            <a:noAutofit/>
          </a:bodyPr>
          <a:lstStyle/>
          <a:p>
            <a:pPr>
              <a:lnSpc>
                <a:spcPct val="90000"/>
              </a:lnSpc>
            </a:pPr>
            <a:r>
              <a:rPr lang="cs-CZ" sz="2400" i="0" dirty="0"/>
              <a:t>Josef se rozhodne zjistit pravdu a bránit se. Postupně se setkává s několika lidmi, kteří mu mají údajně pomoci, ale jen ho vtahují hlouběji do chaosu. Dostaví se na první slyšení do jakéhosi podkroví činžovního domu, kde je místnost plná lidí. Soud působí naprosto neuspořádaně, nikdo mu nic nevysvětlí, soudci mlčí nebo pronášejí nesrozumitelná prohlášení.</a:t>
            </a:r>
          </a:p>
        </p:txBody>
      </p:sp>
      <p:sp>
        <p:nvSpPr>
          <p:cNvPr id="22" name="Rectangle 21">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1264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Obrázek 14" descr="Obsah obrázku umění, kresba, černobílá, černobílý&#10;&#10;Obsah vygenerovaný umělou inteligencí může být nesprávný.">
            <a:extLst>
              <a:ext uri="{FF2B5EF4-FFF2-40B4-BE49-F238E27FC236}">
                <a16:creationId xmlns:a16="http://schemas.microsoft.com/office/drawing/2014/main" id="{906EA947-B557-EA9D-052C-5B982BC82203}"/>
              </a:ext>
            </a:extLst>
          </p:cNvPr>
          <p:cNvPicPr>
            <a:picLocks noChangeAspect="1"/>
          </p:cNvPicPr>
          <p:nvPr/>
        </p:nvPicPr>
        <p:blipFill>
          <a:blip r:embed="rId2">
            <a:extLst>
              <a:ext uri="{28A0092B-C50C-407E-A947-70E740481C1C}">
                <a14:useLocalDpi xmlns:a14="http://schemas.microsoft.com/office/drawing/2010/main" val="0"/>
              </a:ext>
            </a:extLst>
          </a:blip>
          <a:srcRect l="8651" t="8750" r="8852" b="10000"/>
          <a:stretch/>
        </p:blipFill>
        <p:spPr>
          <a:xfrm>
            <a:off x="7630897" y="657369"/>
            <a:ext cx="3704102" cy="53877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4" name="Rectangle 23">
            <a:extLst>
              <a:ext uri="{FF2B5EF4-FFF2-40B4-BE49-F238E27FC236}">
                <a16:creationId xmlns:a16="http://schemas.microsoft.com/office/drawing/2014/main" id="{F261CD1D-C921-4DD4-B856-8EA1D71A4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49513" y="6209925"/>
            <a:ext cx="445472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4199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8F343-253A-371A-F204-0DBC8A63BAE0}"/>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96EADC78-232E-B86D-DE24-208699BA55C4}"/>
              </a:ext>
            </a:extLst>
          </p:cNvPr>
          <p:cNvSpPr>
            <a:spLocks noGrp="1"/>
          </p:cNvSpPr>
          <p:nvPr>
            <p:ph type="ctrTitle"/>
          </p:nvPr>
        </p:nvSpPr>
        <p:spPr>
          <a:xfrm>
            <a:off x="517870" y="978409"/>
            <a:ext cx="7873655" cy="1174242"/>
          </a:xfrm>
        </p:spPr>
        <p:txBody>
          <a:bodyPr anchor="t">
            <a:normAutofit/>
          </a:bodyPr>
          <a:lstStyle/>
          <a:p>
            <a:r>
              <a:rPr lang="cs-CZ" dirty="0"/>
              <a:t>DĚJ – Advokát a další </a:t>
            </a:r>
          </a:p>
        </p:txBody>
      </p:sp>
      <p:sp>
        <p:nvSpPr>
          <p:cNvPr id="3" name="Podnadpis 2">
            <a:extLst>
              <a:ext uri="{FF2B5EF4-FFF2-40B4-BE49-F238E27FC236}">
                <a16:creationId xmlns:a16="http://schemas.microsoft.com/office/drawing/2014/main" id="{4ABCA392-1567-7BD7-312D-C9F402540289}"/>
              </a:ext>
            </a:extLst>
          </p:cNvPr>
          <p:cNvSpPr>
            <a:spLocks noGrp="1"/>
          </p:cNvSpPr>
          <p:nvPr>
            <p:ph type="subTitle" idx="1"/>
          </p:nvPr>
        </p:nvSpPr>
        <p:spPr>
          <a:xfrm>
            <a:off x="489052" y="2033652"/>
            <a:ext cx="6146479" cy="4316258"/>
          </a:xfrm>
        </p:spPr>
        <p:txBody>
          <a:bodyPr anchor="t">
            <a:noAutofit/>
          </a:bodyPr>
          <a:lstStyle/>
          <a:p>
            <a:r>
              <a:rPr lang="cs-CZ" sz="2400" i="0" dirty="0"/>
              <a:t>Na radu svého strýce kontaktuje nemocného advokáta Dr. </a:t>
            </a:r>
            <a:r>
              <a:rPr lang="cs-CZ" sz="2400" i="0" dirty="0" err="1"/>
              <a:t>Hulda</a:t>
            </a:r>
            <a:r>
              <a:rPr lang="cs-CZ" sz="2400" i="0" dirty="0"/>
              <a:t>. </a:t>
            </a:r>
            <a:r>
              <a:rPr lang="cs-CZ" sz="2400" i="0" dirty="0" err="1"/>
              <a:t>Huld</a:t>
            </a:r>
            <a:r>
              <a:rPr lang="cs-CZ" sz="2400" i="0" dirty="0"/>
              <a:t> ho ale jen zdržuje, neustále mluví o svých konexích, ale reálně pro něj nic neudělá. Josef má pocit, že jen ztrácí čas. U </a:t>
            </a:r>
            <a:r>
              <a:rPr lang="cs-CZ" sz="2400" i="0" dirty="0" err="1"/>
              <a:t>Hulda</a:t>
            </a:r>
            <a:r>
              <a:rPr lang="cs-CZ" sz="2400" i="0" dirty="0"/>
              <a:t> se seznamuje s jeho služebnou Leni, která mu nabídne pomoc – a zároveň s ním naváže milostný vztah. Tvrdí, že zná soudce a má „vliv“. </a:t>
            </a:r>
          </a:p>
        </p:txBody>
      </p:sp>
      <p:pic>
        <p:nvPicPr>
          <p:cNvPr id="8" name="Obrázek 7" descr="Obsah obrázku oblečení, osoba, kreslené, umění&#10;&#10;Obsah vygenerovaný umělou inteligencí může být nesprávný.">
            <a:extLst>
              <a:ext uri="{FF2B5EF4-FFF2-40B4-BE49-F238E27FC236}">
                <a16:creationId xmlns:a16="http://schemas.microsoft.com/office/drawing/2014/main" id="{FB48338C-2EE5-79B0-0C74-C40A7D6660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7331" y="2162175"/>
            <a:ext cx="3718087" cy="3786252"/>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699735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DD868A-3BC0-0932-B421-9634AF6C3A52}"/>
            </a:ext>
          </a:extLst>
        </p:cNvPr>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Nadpis 1">
            <a:extLst>
              <a:ext uri="{FF2B5EF4-FFF2-40B4-BE49-F238E27FC236}">
                <a16:creationId xmlns:a16="http://schemas.microsoft.com/office/drawing/2014/main" id="{72C85AD5-5327-4CB1-A9C2-48D810AD7F50}"/>
              </a:ext>
            </a:extLst>
          </p:cNvPr>
          <p:cNvSpPr>
            <a:spLocks noGrp="1"/>
          </p:cNvSpPr>
          <p:nvPr>
            <p:ph type="ctrTitle"/>
          </p:nvPr>
        </p:nvSpPr>
        <p:spPr>
          <a:xfrm>
            <a:off x="516346" y="759333"/>
            <a:ext cx="5790730" cy="1707642"/>
          </a:xfrm>
        </p:spPr>
        <p:txBody>
          <a:bodyPr anchor="t">
            <a:normAutofit/>
          </a:bodyPr>
          <a:lstStyle/>
          <a:p>
            <a:r>
              <a:rPr lang="cs-CZ" sz="4800" dirty="0">
                <a:solidFill>
                  <a:schemeClr val="tx2"/>
                </a:solidFill>
              </a:rPr>
              <a:t>DĚJ – </a:t>
            </a:r>
            <a:r>
              <a:rPr lang="cs-CZ" sz="4800" dirty="0" err="1">
                <a:solidFill>
                  <a:schemeClr val="tx2"/>
                </a:solidFill>
              </a:rPr>
              <a:t>Titorelli</a:t>
            </a:r>
            <a:r>
              <a:rPr lang="cs-CZ" sz="4800" dirty="0">
                <a:solidFill>
                  <a:schemeClr val="tx2"/>
                </a:solidFill>
              </a:rPr>
              <a:t> a Obchodník </a:t>
            </a:r>
            <a:r>
              <a:rPr lang="cs-CZ" sz="4800" dirty="0" err="1">
                <a:solidFill>
                  <a:schemeClr val="tx2"/>
                </a:solidFill>
              </a:rPr>
              <a:t>Block</a:t>
            </a:r>
            <a:endParaRPr lang="cs-CZ" sz="4800" dirty="0">
              <a:solidFill>
                <a:schemeClr val="tx2"/>
              </a:solidFill>
            </a:endParaRPr>
          </a:p>
        </p:txBody>
      </p:sp>
      <p:sp>
        <p:nvSpPr>
          <p:cNvPr id="3" name="Podnadpis 2">
            <a:extLst>
              <a:ext uri="{FF2B5EF4-FFF2-40B4-BE49-F238E27FC236}">
                <a16:creationId xmlns:a16="http://schemas.microsoft.com/office/drawing/2014/main" id="{2A6B0492-8114-1D7E-3B5B-84F9637A6017}"/>
              </a:ext>
            </a:extLst>
          </p:cNvPr>
          <p:cNvSpPr>
            <a:spLocks noGrp="1"/>
          </p:cNvSpPr>
          <p:nvPr>
            <p:ph type="subTitle" idx="1"/>
          </p:nvPr>
        </p:nvSpPr>
        <p:spPr>
          <a:xfrm>
            <a:off x="516346" y="2388461"/>
            <a:ext cx="7008404" cy="3793617"/>
          </a:xfrm>
        </p:spPr>
        <p:txBody>
          <a:bodyPr anchor="t">
            <a:noAutofit/>
          </a:bodyPr>
          <a:lstStyle/>
          <a:p>
            <a:pPr>
              <a:lnSpc>
                <a:spcPct val="90000"/>
              </a:lnSpc>
            </a:pPr>
            <a:r>
              <a:rPr lang="cs-CZ" sz="2000" i="0" dirty="0"/>
              <a:t>Josef navštěvuje soudního malíře </a:t>
            </a:r>
            <a:r>
              <a:rPr lang="cs-CZ" sz="2000" i="0" dirty="0" err="1"/>
              <a:t>Titorelliho</a:t>
            </a:r>
            <a:r>
              <a:rPr lang="cs-CZ" sz="2000" i="0" dirty="0"/>
              <a:t>, který mu nabízí tři možnosti výsledku procesu: </a:t>
            </a:r>
            <a:r>
              <a:rPr lang="cs-CZ" sz="2000" b="1" i="0" dirty="0"/>
              <a:t>Skutečné osvobození </a:t>
            </a:r>
            <a:r>
              <a:rPr lang="cs-CZ" sz="2000" i="0" dirty="0"/>
              <a:t>(prakticky nemožné). </a:t>
            </a:r>
            <a:r>
              <a:rPr lang="cs-CZ" sz="2000" b="1" i="0" dirty="0"/>
              <a:t>Zdánlivé osvobození </a:t>
            </a:r>
            <a:r>
              <a:rPr lang="cs-CZ" sz="2000" i="0" dirty="0"/>
              <a:t>(časem stejně zrušené) a </a:t>
            </a:r>
            <a:r>
              <a:rPr lang="cs-CZ" sz="2000" b="1" i="0" dirty="0"/>
              <a:t>odklad. </a:t>
            </a:r>
            <a:r>
              <a:rPr lang="cs-CZ" sz="2000" i="0" dirty="0"/>
              <a:t>Josef pochopí, že vítězství není možné – proces se nedá vyhrát, jen prodlužovat. Potkává dalšího nešťastníka </a:t>
            </a:r>
            <a:r>
              <a:rPr lang="cs-CZ" sz="2000" b="1" i="0" dirty="0" err="1"/>
              <a:t>Blocka</a:t>
            </a:r>
            <a:r>
              <a:rPr lang="cs-CZ" sz="2000" i="0" dirty="0"/>
              <a:t>, který je už roky v procesu. </a:t>
            </a:r>
            <a:r>
              <a:rPr lang="cs-CZ" sz="2000" i="0" dirty="0" err="1"/>
              <a:t>Block</a:t>
            </a:r>
            <a:r>
              <a:rPr lang="cs-CZ" sz="2000" i="0" dirty="0"/>
              <a:t> se stal otrokem svého advokáta, je naprosto zlomený a zcela závislý na systému, který ho ničí. Celou dobu se Josef snaží najít někoho, kdo mu skutečně pomůže, ale každý kontakt ho jen víc zaplétá do absurdní sítě soudního systému, který je naprosto anonymní a nekontrolovatelný.</a:t>
            </a:r>
          </a:p>
        </p:txBody>
      </p:sp>
      <p:sp>
        <p:nvSpPr>
          <p:cNvPr id="16" name="Rectangle 10">
            <a:extLst>
              <a:ext uri="{FF2B5EF4-FFF2-40B4-BE49-F238E27FC236}">
                <a16:creationId xmlns:a16="http://schemas.microsoft.com/office/drawing/2014/main" id="{D91952F0-771E-D2ED-C333-EEED6708B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brázek 3" descr="Obsah obrázku oblečení, kreslené, grafický design, anime&#10;&#10;Obsah vygenerovaný umělou inteligencí může být nesprávný.">
            <a:extLst>
              <a:ext uri="{FF2B5EF4-FFF2-40B4-BE49-F238E27FC236}">
                <a16:creationId xmlns:a16="http://schemas.microsoft.com/office/drawing/2014/main" id="{D3B7F99A-8C04-29F5-80EB-F0D89A1898E9}"/>
              </a:ext>
            </a:extLst>
          </p:cNvPr>
          <p:cNvPicPr>
            <a:picLocks noChangeAspect="1"/>
          </p:cNvPicPr>
          <p:nvPr/>
        </p:nvPicPr>
        <p:blipFill>
          <a:blip r:embed="rId2">
            <a:extLst>
              <a:ext uri="{28A0092B-C50C-407E-A947-70E740481C1C}">
                <a14:useLocalDpi xmlns:a14="http://schemas.microsoft.com/office/drawing/2010/main" val="0"/>
              </a:ext>
            </a:extLst>
          </a:blip>
          <a:srcRect l="33142" r="33285"/>
          <a:stretch/>
        </p:blipFill>
        <p:spPr>
          <a:xfrm>
            <a:off x="7994113" y="607914"/>
            <a:ext cx="3210582" cy="564216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7" name="Rectangle 12">
            <a:extLst>
              <a:ext uri="{FF2B5EF4-FFF2-40B4-BE49-F238E27FC236}">
                <a16:creationId xmlns:a16="http://schemas.microsoft.com/office/drawing/2014/main" id="{3FB6D83C-2377-9CAD-A991-9E0B6AF25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314304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CF4E82-B362-F147-7E8D-687FB2B24F1F}"/>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F9FFCE1-E057-415B-A971-88EC7E22A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Nadpis 1">
            <a:extLst>
              <a:ext uri="{FF2B5EF4-FFF2-40B4-BE49-F238E27FC236}">
                <a16:creationId xmlns:a16="http://schemas.microsoft.com/office/drawing/2014/main" id="{1A674659-8712-D554-25EF-AE4211D14F7C}"/>
              </a:ext>
            </a:extLst>
          </p:cNvPr>
          <p:cNvSpPr>
            <a:spLocks noGrp="1"/>
          </p:cNvSpPr>
          <p:nvPr>
            <p:ph type="ctrTitle"/>
          </p:nvPr>
        </p:nvSpPr>
        <p:spPr>
          <a:xfrm>
            <a:off x="521209" y="971397"/>
            <a:ext cx="4555616" cy="2947460"/>
          </a:xfrm>
        </p:spPr>
        <p:txBody>
          <a:bodyPr anchor="t">
            <a:normAutofit/>
          </a:bodyPr>
          <a:lstStyle/>
          <a:p>
            <a:r>
              <a:rPr lang="cs-CZ" sz="4800" dirty="0"/>
              <a:t>DĚJ – Konec</a:t>
            </a:r>
          </a:p>
        </p:txBody>
      </p:sp>
      <p:sp>
        <p:nvSpPr>
          <p:cNvPr id="3" name="Podnadpis 2">
            <a:extLst>
              <a:ext uri="{FF2B5EF4-FFF2-40B4-BE49-F238E27FC236}">
                <a16:creationId xmlns:a16="http://schemas.microsoft.com/office/drawing/2014/main" id="{D6C4D357-9DA8-63B9-D699-4A58579678CF}"/>
              </a:ext>
            </a:extLst>
          </p:cNvPr>
          <p:cNvSpPr>
            <a:spLocks noGrp="1"/>
          </p:cNvSpPr>
          <p:nvPr>
            <p:ph type="subTitle" idx="1"/>
          </p:nvPr>
        </p:nvSpPr>
        <p:spPr>
          <a:xfrm>
            <a:off x="517868" y="1958325"/>
            <a:ext cx="5473357" cy="3829831"/>
          </a:xfrm>
        </p:spPr>
        <p:txBody>
          <a:bodyPr anchor="t">
            <a:noAutofit/>
          </a:bodyPr>
          <a:lstStyle/>
          <a:p>
            <a:pPr>
              <a:lnSpc>
                <a:spcPct val="90000"/>
              </a:lnSpc>
            </a:pPr>
            <a:r>
              <a:rPr lang="cs-CZ" sz="2400" i="0" dirty="0"/>
              <a:t>Po roce marného boje, (31. narozeniny) během kterého se Josef pomalu stává lhostejným ke svému osudu, si pro něj přijdou dva muži. Vedou ho za město, na opuštěné místo. Josef už skoro bez odporu přijímá svůj osud. Jeden z mužů mu zarazí nůž do srdce. Jeho poslední myšlenka je plná studu – cítí vinu, kterou nikdy nepochopil, a umírá bez vysvětlení, proč byl vůbec odsouzen.</a:t>
            </a:r>
          </a:p>
        </p:txBody>
      </p:sp>
      <p:sp>
        <p:nvSpPr>
          <p:cNvPr id="13" name="Rectangle 12">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346557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brázek 5" descr="Obsah obrázku oblečení, kreslené, grafický design, anime&#10;&#10;Obsah vygenerovaný umělou inteligencí může být nesprávný.">
            <a:extLst>
              <a:ext uri="{FF2B5EF4-FFF2-40B4-BE49-F238E27FC236}">
                <a16:creationId xmlns:a16="http://schemas.microsoft.com/office/drawing/2014/main" id="{6186A8C1-26C3-8F32-D364-7010F0E4875A}"/>
              </a:ext>
            </a:extLst>
          </p:cNvPr>
          <p:cNvPicPr>
            <a:picLocks noChangeAspect="1"/>
          </p:cNvPicPr>
          <p:nvPr/>
        </p:nvPicPr>
        <p:blipFill>
          <a:blip r:embed="rId2">
            <a:extLst>
              <a:ext uri="{28A0092B-C50C-407E-A947-70E740481C1C}">
                <a14:useLocalDpi xmlns:a14="http://schemas.microsoft.com/office/drawing/2010/main" val="0"/>
              </a:ext>
            </a:extLst>
          </a:blip>
          <a:srcRect l="67251"/>
          <a:stretch/>
        </p:blipFill>
        <p:spPr>
          <a:xfrm>
            <a:off x="6456952" y="508090"/>
            <a:ext cx="3123108" cy="56265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Rectangle 14">
            <a:extLst>
              <a:ext uri="{FF2B5EF4-FFF2-40B4-BE49-F238E27FC236}">
                <a16:creationId xmlns:a16="http://schemas.microsoft.com/office/drawing/2014/main" id="{D58401B5-5F1B-4D21-9AC3-AAEC8D366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1704" y="6300216"/>
            <a:ext cx="729360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5672578"/>
      </p:ext>
    </p:extLst>
  </p:cSld>
  <p:clrMapOvr>
    <a:masterClrMapping/>
  </p:clrMapOvr>
</p:sld>
</file>

<file path=ppt/theme/theme1.xml><?xml version="1.0" encoding="utf-8"?>
<a:theme xmlns:a="http://schemas.openxmlformats.org/drawingml/2006/main" name="GestaltVTI">
  <a:themeElements>
    <a:clrScheme name="Custom 86">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249</TotalTime>
  <Words>613</Words>
  <Application>Microsoft Office PowerPoint</Application>
  <PresentationFormat>Širokoúhlá obrazovka</PresentationFormat>
  <Paragraphs>28</Paragraphs>
  <Slides>9</Slides>
  <Notes>0</Notes>
  <HiddenSlides>0</HiddenSlides>
  <MMClips>0</MMClips>
  <ScaleCrop>false</ScaleCrop>
  <HeadingPairs>
    <vt:vector size="6" baseType="variant">
      <vt:variant>
        <vt:lpstr>Použitá písma</vt:lpstr>
      </vt:variant>
      <vt:variant>
        <vt:i4>2</vt:i4>
      </vt:variant>
      <vt:variant>
        <vt:lpstr>Motiv</vt:lpstr>
      </vt:variant>
      <vt:variant>
        <vt:i4>1</vt:i4>
      </vt:variant>
      <vt:variant>
        <vt:lpstr>Nadpisy snímků</vt:lpstr>
      </vt:variant>
      <vt:variant>
        <vt:i4>9</vt:i4>
      </vt:variant>
    </vt:vector>
  </HeadingPairs>
  <TitlesOfParts>
    <vt:vector size="12" baseType="lpstr">
      <vt:lpstr>Arial</vt:lpstr>
      <vt:lpstr>Bierstadt</vt:lpstr>
      <vt:lpstr>GestaltVTI</vt:lpstr>
      <vt:lpstr>PROCES</vt:lpstr>
      <vt:lpstr>ZÁKLADNÍ INFORMACE Literární směr – Existencialismus a Expresionismus Literární žánr – Psychologický román Literární druh – Epika Forma – Próza </vt:lpstr>
      <vt:lpstr>HLAVNÍ TÉMA: - Absurdita byrokratického politického systému  - Varovaní před ideologickými režimy - Úzkost, bezvýchodnost, marný boj proti nejasnosti</vt:lpstr>
      <vt:lpstr>POSTAVY</vt:lpstr>
      <vt:lpstr>DĚJ – Narozeniny </vt:lpstr>
      <vt:lpstr>DĚJ – První návštěva soudu  </vt:lpstr>
      <vt:lpstr>DĚJ – Advokát a další </vt:lpstr>
      <vt:lpstr>DĚJ – Titorelli a Obchodník Block</vt:lpstr>
      <vt:lpstr>DĚJ – Konec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Popov Savva</dc:creator>
  <cp:lastModifiedBy>Popov Savva</cp:lastModifiedBy>
  <cp:revision>6</cp:revision>
  <dcterms:created xsi:type="dcterms:W3CDTF">2025-03-02T16:48:13Z</dcterms:created>
  <dcterms:modified xsi:type="dcterms:W3CDTF">2025-03-02T21:05:06Z</dcterms:modified>
</cp:coreProperties>
</file>