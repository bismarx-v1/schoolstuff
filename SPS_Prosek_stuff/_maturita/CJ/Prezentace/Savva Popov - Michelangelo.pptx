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B9B69-7FD9-4B58-99BD-F65615A3A8C2}" v="153" dt="2023-03-08T22:36:52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B80B9B69-7FD9-4B58-99BD-F65615A3A8C2}"/>
    <pc:docChg chg="undo custSel addSld delSld modSld sldOrd">
      <pc:chgData name="Popov Savva" userId="bc132019-2944-47dc-b2a0-f031fbe56d5e" providerId="ADAL" clId="{B80B9B69-7FD9-4B58-99BD-F65615A3A8C2}" dt="2023-03-08T22:38:46.860" v="1300" actId="1076"/>
      <pc:docMkLst>
        <pc:docMk/>
      </pc:docMkLst>
      <pc:sldChg chg="modSp mod">
        <pc:chgData name="Popov Savva" userId="bc132019-2944-47dc-b2a0-f031fbe56d5e" providerId="ADAL" clId="{B80B9B69-7FD9-4B58-99BD-F65615A3A8C2}" dt="2023-03-05T15:12:37.823" v="85" actId="1076"/>
        <pc:sldMkLst>
          <pc:docMk/>
          <pc:sldMk cId="899864349" sldId="256"/>
        </pc:sldMkLst>
        <pc:spChg chg="mod">
          <ac:chgData name="Popov Savva" userId="bc132019-2944-47dc-b2a0-f031fbe56d5e" providerId="ADAL" clId="{B80B9B69-7FD9-4B58-99BD-F65615A3A8C2}" dt="2023-03-05T15:12:37.823" v="85" actId="1076"/>
          <ac:spMkLst>
            <pc:docMk/>
            <pc:sldMk cId="899864349" sldId="256"/>
            <ac:spMk id="2" creationId="{18C4262E-F280-FB17-49B0-6C67DC914586}"/>
          </ac:spMkLst>
        </pc:spChg>
      </pc:sldChg>
      <pc:sldChg chg="addSp delSp modSp mod setBg">
        <pc:chgData name="Popov Savva" userId="bc132019-2944-47dc-b2a0-f031fbe56d5e" providerId="ADAL" clId="{B80B9B69-7FD9-4B58-99BD-F65615A3A8C2}" dt="2023-03-08T19:41:11.444" v="300" actId="20577"/>
        <pc:sldMkLst>
          <pc:docMk/>
          <pc:sldMk cId="836900038" sldId="257"/>
        </pc:sldMkLst>
        <pc:spChg chg="add del mod">
          <ac:chgData name="Popov Savva" userId="bc132019-2944-47dc-b2a0-f031fbe56d5e" providerId="ADAL" clId="{B80B9B69-7FD9-4B58-99BD-F65615A3A8C2}" dt="2023-03-08T19:40:35.520" v="295" actId="1076"/>
          <ac:spMkLst>
            <pc:docMk/>
            <pc:sldMk cId="836900038" sldId="257"/>
            <ac:spMk id="2" creationId="{1A0BCC0E-3132-7947-C1B8-DA158838445C}"/>
          </ac:spMkLst>
        </pc:spChg>
        <pc:spChg chg="mod">
          <ac:chgData name="Popov Savva" userId="bc132019-2944-47dc-b2a0-f031fbe56d5e" providerId="ADAL" clId="{B80B9B69-7FD9-4B58-99BD-F65615A3A8C2}" dt="2023-03-08T19:41:11.444" v="300" actId="20577"/>
          <ac:spMkLst>
            <pc:docMk/>
            <pc:sldMk cId="836900038" sldId="257"/>
            <ac:spMk id="3" creationId="{EB0DBA02-0CD7-7C8C-D828-E1760343319C}"/>
          </ac:spMkLst>
        </pc:spChg>
        <pc:graphicFrameChg chg="add del mod">
          <ac:chgData name="Popov Savva" userId="bc132019-2944-47dc-b2a0-f031fbe56d5e" providerId="ADAL" clId="{B80B9B69-7FD9-4B58-99BD-F65615A3A8C2}" dt="2023-03-05T15:15:46.308" v="112"/>
          <ac:graphicFrameMkLst>
            <pc:docMk/>
            <pc:sldMk cId="836900038" sldId="257"/>
            <ac:graphicFrameMk id="4" creationId="{487CBD07-59F9-5623-F32E-800EF98CFA90}"/>
          </ac:graphicFrameMkLst>
        </pc:graphicFrameChg>
        <pc:picChg chg="add mod">
          <ac:chgData name="Popov Savva" userId="bc132019-2944-47dc-b2a0-f031fbe56d5e" providerId="ADAL" clId="{B80B9B69-7FD9-4B58-99BD-F65615A3A8C2}" dt="2023-03-08T19:40:41.540" v="297" actId="1076"/>
          <ac:picMkLst>
            <pc:docMk/>
            <pc:sldMk cId="836900038" sldId="257"/>
            <ac:picMk id="1026" creationId="{01C72BB0-ADCD-3B08-C818-03339CC3BFDE}"/>
          </ac:picMkLst>
        </pc:picChg>
      </pc:sldChg>
      <pc:sldChg chg="modSp mod">
        <pc:chgData name="Popov Savva" userId="bc132019-2944-47dc-b2a0-f031fbe56d5e" providerId="ADAL" clId="{B80B9B69-7FD9-4B58-99BD-F65615A3A8C2}" dt="2023-03-08T19:39:09.987" v="288" actId="1076"/>
        <pc:sldMkLst>
          <pc:docMk/>
          <pc:sldMk cId="3337125989" sldId="258"/>
        </pc:sldMkLst>
        <pc:spChg chg="mod">
          <ac:chgData name="Popov Savva" userId="bc132019-2944-47dc-b2a0-f031fbe56d5e" providerId="ADAL" clId="{B80B9B69-7FD9-4B58-99BD-F65615A3A8C2}" dt="2023-03-08T19:35:58.262" v="208" actId="2711"/>
          <ac:spMkLst>
            <pc:docMk/>
            <pc:sldMk cId="3337125989" sldId="258"/>
            <ac:spMk id="2" creationId="{CBE80ED0-34FF-B53C-0EAB-76853466B05C}"/>
          </ac:spMkLst>
        </pc:spChg>
        <pc:spChg chg="mod">
          <ac:chgData name="Popov Savva" userId="bc132019-2944-47dc-b2a0-f031fbe56d5e" providerId="ADAL" clId="{B80B9B69-7FD9-4B58-99BD-F65615A3A8C2}" dt="2023-03-08T19:38:58.656" v="284" actId="1076"/>
          <ac:spMkLst>
            <pc:docMk/>
            <pc:sldMk cId="3337125989" sldId="258"/>
            <ac:spMk id="4" creationId="{C9461E0C-2B29-B341-9218-9611769162AE}"/>
          </ac:spMkLst>
        </pc:spChg>
        <pc:spChg chg="mod">
          <ac:chgData name="Popov Savva" userId="bc132019-2944-47dc-b2a0-f031fbe56d5e" providerId="ADAL" clId="{B80B9B69-7FD9-4B58-99BD-F65615A3A8C2}" dt="2023-03-08T19:39:09.987" v="288" actId="1076"/>
          <ac:spMkLst>
            <pc:docMk/>
            <pc:sldMk cId="3337125989" sldId="258"/>
            <ac:spMk id="5" creationId="{F0E9B07B-805E-6B25-AA90-DD455832EBE7}"/>
          </ac:spMkLst>
        </pc:spChg>
        <pc:picChg chg="mod">
          <ac:chgData name="Popov Savva" userId="bc132019-2944-47dc-b2a0-f031fbe56d5e" providerId="ADAL" clId="{B80B9B69-7FD9-4B58-99BD-F65615A3A8C2}" dt="2023-03-08T19:39:03.032" v="285" actId="1076"/>
          <ac:picMkLst>
            <pc:docMk/>
            <pc:sldMk cId="3337125989" sldId="258"/>
            <ac:picMk id="1030" creationId="{8A1C820D-081F-89B0-6C61-5ADFAF7E1026}"/>
          </ac:picMkLst>
        </pc:picChg>
      </pc:sldChg>
      <pc:sldChg chg="modSp mod ord">
        <pc:chgData name="Popov Savva" userId="bc132019-2944-47dc-b2a0-f031fbe56d5e" providerId="ADAL" clId="{B80B9B69-7FD9-4B58-99BD-F65615A3A8C2}" dt="2023-03-08T22:19:00.651" v="1100" actId="20577"/>
        <pc:sldMkLst>
          <pc:docMk/>
          <pc:sldMk cId="2643918934" sldId="259"/>
        </pc:sldMkLst>
        <pc:spChg chg="mod">
          <ac:chgData name="Popov Savva" userId="bc132019-2944-47dc-b2a0-f031fbe56d5e" providerId="ADAL" clId="{B80B9B69-7FD9-4B58-99BD-F65615A3A8C2}" dt="2023-03-08T20:33:06.180" v="737" actId="113"/>
          <ac:spMkLst>
            <pc:docMk/>
            <pc:sldMk cId="2643918934" sldId="259"/>
            <ac:spMk id="2" creationId="{4E12D93A-0CC3-01F8-600F-938D82D94C59}"/>
          </ac:spMkLst>
        </pc:spChg>
        <pc:spChg chg="mod">
          <ac:chgData name="Popov Savva" userId="bc132019-2944-47dc-b2a0-f031fbe56d5e" providerId="ADAL" clId="{B80B9B69-7FD9-4B58-99BD-F65615A3A8C2}" dt="2023-03-08T22:19:00.651" v="1100" actId="20577"/>
          <ac:spMkLst>
            <pc:docMk/>
            <pc:sldMk cId="2643918934" sldId="259"/>
            <ac:spMk id="3" creationId="{DFD233C7-ED6E-5C75-5BDF-D1A07A4F134C}"/>
          </ac:spMkLst>
        </pc:spChg>
        <pc:spChg chg="mod">
          <ac:chgData name="Popov Savva" userId="bc132019-2944-47dc-b2a0-f031fbe56d5e" providerId="ADAL" clId="{B80B9B69-7FD9-4B58-99BD-F65615A3A8C2}" dt="2023-03-08T22:18:59.616" v="1099" actId="20577"/>
          <ac:spMkLst>
            <pc:docMk/>
            <pc:sldMk cId="2643918934" sldId="259"/>
            <ac:spMk id="4" creationId="{F52D6DB9-427D-8359-70F1-D9AA45F5E8F6}"/>
          </ac:spMkLst>
        </pc:spChg>
        <pc:spChg chg="mod">
          <ac:chgData name="Popov Savva" userId="bc132019-2944-47dc-b2a0-f031fbe56d5e" providerId="ADAL" clId="{B80B9B69-7FD9-4B58-99BD-F65615A3A8C2}" dt="2023-03-08T20:33:11.390" v="738" actId="113"/>
          <ac:spMkLst>
            <pc:docMk/>
            <pc:sldMk cId="2643918934" sldId="259"/>
            <ac:spMk id="5" creationId="{3A5DDD60-4D5E-0C5F-07C4-56383A1EF959}"/>
          </ac:spMkLst>
        </pc:spChg>
      </pc:sldChg>
      <pc:sldChg chg="addSp delSp modSp mod ord">
        <pc:chgData name="Popov Savva" userId="bc132019-2944-47dc-b2a0-f031fbe56d5e" providerId="ADAL" clId="{B80B9B69-7FD9-4B58-99BD-F65615A3A8C2}" dt="2023-03-08T22:01:45.400" v="1020" actId="1076"/>
        <pc:sldMkLst>
          <pc:docMk/>
          <pc:sldMk cId="1551393235" sldId="260"/>
        </pc:sldMkLst>
        <pc:spChg chg="mod">
          <ac:chgData name="Popov Savva" userId="bc132019-2944-47dc-b2a0-f031fbe56d5e" providerId="ADAL" clId="{B80B9B69-7FD9-4B58-99BD-F65615A3A8C2}" dt="2023-03-08T19:57:28.435" v="416" actId="255"/>
          <ac:spMkLst>
            <pc:docMk/>
            <pc:sldMk cId="1551393235" sldId="260"/>
            <ac:spMk id="3" creationId="{6DE703D9-2FC8-3179-C91C-8184DC51967E}"/>
          </ac:spMkLst>
        </pc:spChg>
        <pc:spChg chg="add mod">
          <ac:chgData name="Popov Savva" userId="bc132019-2944-47dc-b2a0-f031fbe56d5e" providerId="ADAL" clId="{B80B9B69-7FD9-4B58-99BD-F65615A3A8C2}" dt="2023-03-08T22:01:45.400" v="1020" actId="1076"/>
          <ac:spMkLst>
            <pc:docMk/>
            <pc:sldMk cId="1551393235" sldId="260"/>
            <ac:spMk id="4" creationId="{560B30E2-7C7F-47D6-AE7C-DBFD0BCD0708}"/>
          </ac:spMkLst>
        </pc:spChg>
        <pc:picChg chg="add del mod">
          <ac:chgData name="Popov Savva" userId="bc132019-2944-47dc-b2a0-f031fbe56d5e" providerId="ADAL" clId="{B80B9B69-7FD9-4B58-99BD-F65615A3A8C2}" dt="2023-03-08T19:33:54.296" v="161"/>
          <ac:picMkLst>
            <pc:docMk/>
            <pc:sldMk cId="1551393235" sldId="260"/>
            <ac:picMk id="1026" creationId="{37C00FDA-9790-C6CA-5A2F-EDFADA003CD3}"/>
          </ac:picMkLst>
        </pc:picChg>
        <pc:picChg chg="add mod">
          <ac:chgData name="Popov Savva" userId="bc132019-2944-47dc-b2a0-f031fbe56d5e" providerId="ADAL" clId="{B80B9B69-7FD9-4B58-99BD-F65615A3A8C2}" dt="2023-03-08T19:34:46.911" v="191" actId="1076"/>
          <ac:picMkLst>
            <pc:docMk/>
            <pc:sldMk cId="1551393235" sldId="260"/>
            <ac:picMk id="1028" creationId="{65507F25-52B1-13BE-6FB5-93782FD15C37}"/>
          </ac:picMkLst>
        </pc:picChg>
        <pc:picChg chg="add mod">
          <ac:chgData name="Popov Savva" userId="bc132019-2944-47dc-b2a0-f031fbe56d5e" providerId="ADAL" clId="{B80B9B69-7FD9-4B58-99BD-F65615A3A8C2}" dt="2023-03-08T19:44:44.152" v="311" actId="1076"/>
          <ac:picMkLst>
            <pc:docMk/>
            <pc:sldMk cId="1551393235" sldId="260"/>
            <ac:picMk id="1030" creationId="{64243D79-4502-5500-E29B-5FF049546BE2}"/>
          </ac:picMkLst>
        </pc:picChg>
        <pc:inkChg chg="add del">
          <ac:chgData name="Popov Savva" userId="bc132019-2944-47dc-b2a0-f031fbe56d5e" providerId="ADAL" clId="{B80B9B69-7FD9-4B58-99BD-F65615A3A8C2}" dt="2023-03-08T19:45:39.628" v="313" actId="9405"/>
          <ac:inkMkLst>
            <pc:docMk/>
            <pc:sldMk cId="1551393235" sldId="260"/>
            <ac:inkMk id="2" creationId="{8AA08B97-2AF7-F7AF-418D-95E847F433EB}"/>
          </ac:inkMkLst>
        </pc:inkChg>
      </pc:sldChg>
      <pc:sldChg chg="addSp delSp modSp new mod">
        <pc:chgData name="Popov Savva" userId="bc132019-2944-47dc-b2a0-f031fbe56d5e" providerId="ADAL" clId="{B80B9B69-7FD9-4B58-99BD-F65615A3A8C2}" dt="2023-03-08T22:32:34.879" v="1231" actId="255"/>
        <pc:sldMkLst>
          <pc:docMk/>
          <pc:sldMk cId="3138035987" sldId="261"/>
        </pc:sldMkLst>
        <pc:spChg chg="del">
          <ac:chgData name="Popov Savva" userId="bc132019-2944-47dc-b2a0-f031fbe56d5e" providerId="ADAL" clId="{B80B9B69-7FD9-4B58-99BD-F65615A3A8C2}" dt="2023-03-08T19:57:40.330" v="417" actId="478"/>
          <ac:spMkLst>
            <pc:docMk/>
            <pc:sldMk cId="3138035987" sldId="261"/>
            <ac:spMk id="2" creationId="{85D8F4EA-8242-68A7-E982-C9158ED08F53}"/>
          </ac:spMkLst>
        </pc:spChg>
        <pc:spChg chg="mod">
          <ac:chgData name="Popov Savva" userId="bc132019-2944-47dc-b2a0-f031fbe56d5e" providerId="ADAL" clId="{B80B9B69-7FD9-4B58-99BD-F65615A3A8C2}" dt="2023-03-08T22:32:34.879" v="1231" actId="255"/>
          <ac:spMkLst>
            <pc:docMk/>
            <pc:sldMk cId="3138035987" sldId="261"/>
            <ac:spMk id="3" creationId="{3BCEF9BF-E093-D4AD-9461-AEE83507ED85}"/>
          </ac:spMkLst>
        </pc:spChg>
        <pc:grpChg chg="mod">
          <ac:chgData name="Popov Savva" userId="bc132019-2944-47dc-b2a0-f031fbe56d5e" providerId="ADAL" clId="{B80B9B69-7FD9-4B58-99BD-F65615A3A8C2}" dt="2023-03-08T20:06:00.612" v="558"/>
          <ac:grpSpMkLst>
            <pc:docMk/>
            <pc:sldMk cId="3138035987" sldId="261"/>
            <ac:grpSpMk id="11" creationId="{006A2A28-194F-7B2A-50EA-038D0FBB4442}"/>
          </ac:grpSpMkLst>
        </pc:grpChg>
        <pc:grpChg chg="del mod">
          <ac:chgData name="Popov Savva" userId="bc132019-2944-47dc-b2a0-f031fbe56d5e" providerId="ADAL" clId="{B80B9B69-7FD9-4B58-99BD-F65615A3A8C2}" dt="2023-03-08T20:08:01.991" v="585"/>
          <ac:grpSpMkLst>
            <pc:docMk/>
            <pc:sldMk cId="3138035987" sldId="261"/>
            <ac:grpSpMk id="22" creationId="{E6C9FB64-5B15-0C19-1F32-95123C1DAD41}"/>
          </ac:grpSpMkLst>
        </pc:grpChg>
        <pc:grpChg chg="del mod">
          <ac:chgData name="Popov Savva" userId="bc132019-2944-47dc-b2a0-f031fbe56d5e" providerId="ADAL" clId="{B80B9B69-7FD9-4B58-99BD-F65615A3A8C2}" dt="2023-03-08T20:08:01.991" v="585"/>
          <ac:grpSpMkLst>
            <pc:docMk/>
            <pc:sldMk cId="3138035987" sldId="261"/>
            <ac:grpSpMk id="36" creationId="{2D10FEA5-099D-6F6D-4201-18CCEB99355F}"/>
          </ac:grpSpMkLst>
        </pc:grpChg>
        <pc:grpChg chg="del mod">
          <ac:chgData name="Popov Savva" userId="bc132019-2944-47dc-b2a0-f031fbe56d5e" providerId="ADAL" clId="{B80B9B69-7FD9-4B58-99BD-F65615A3A8C2}" dt="2023-03-08T20:08:05.329" v="589"/>
          <ac:grpSpMkLst>
            <pc:docMk/>
            <pc:sldMk cId="3138035987" sldId="261"/>
            <ac:grpSpMk id="37" creationId="{A115F8C3-0EB9-8E9B-5064-ADB9E379EE41}"/>
          </ac:grpSpMkLst>
        </pc:grpChg>
        <pc:grpChg chg="del mod">
          <ac:chgData name="Popov Savva" userId="bc132019-2944-47dc-b2a0-f031fbe56d5e" providerId="ADAL" clId="{B80B9B69-7FD9-4B58-99BD-F65615A3A8C2}" dt="2023-03-08T20:08:11.410" v="597"/>
          <ac:grpSpMkLst>
            <pc:docMk/>
            <pc:sldMk cId="3138035987" sldId="261"/>
            <ac:grpSpMk id="41" creationId="{0FE33A20-D606-A659-F909-3B15EB815ABD}"/>
          </ac:grpSpMkLst>
        </pc:grpChg>
        <pc:grpChg chg="add del mod">
          <ac:chgData name="Popov Savva" userId="bc132019-2944-47dc-b2a0-f031fbe56d5e" providerId="ADAL" clId="{B80B9B69-7FD9-4B58-99BD-F65615A3A8C2}" dt="2023-03-08T20:10:25.478" v="649" actId="478"/>
          <ac:grpSpMkLst>
            <pc:docMk/>
            <pc:sldMk cId="3138035987" sldId="261"/>
            <ac:grpSpMk id="49" creationId="{DA5091D3-E4F0-30B7-778E-C6F49F57CB4B}"/>
          </ac:grpSpMkLst>
        </pc:grpChg>
        <pc:grpChg chg="add del mod">
          <ac:chgData name="Popov Savva" userId="bc132019-2944-47dc-b2a0-f031fbe56d5e" providerId="ADAL" clId="{B80B9B69-7FD9-4B58-99BD-F65615A3A8C2}" dt="2023-03-08T20:10:13.487" v="643"/>
          <ac:grpSpMkLst>
            <pc:docMk/>
            <pc:sldMk cId="3138035987" sldId="261"/>
            <ac:grpSpMk id="55" creationId="{D8B62F93-FC72-8525-FC96-D753BB38801B}"/>
          </ac:grpSpMkLst>
        </pc:grpChg>
        <pc:grpChg chg="add del mod">
          <ac:chgData name="Popov Savva" userId="bc132019-2944-47dc-b2a0-f031fbe56d5e" providerId="ADAL" clId="{B80B9B69-7FD9-4B58-99BD-F65615A3A8C2}" dt="2023-03-08T20:10:10.483" v="629"/>
          <ac:grpSpMkLst>
            <pc:docMk/>
            <pc:sldMk cId="3138035987" sldId="261"/>
            <ac:grpSpMk id="2054" creationId="{4E5EA878-7488-0487-A1F9-CECA8A78E878}"/>
          </ac:grpSpMkLst>
        </pc:grpChg>
        <pc:grpChg chg="add del mod">
          <ac:chgData name="Popov Savva" userId="bc132019-2944-47dc-b2a0-f031fbe56d5e" providerId="ADAL" clId="{B80B9B69-7FD9-4B58-99BD-F65615A3A8C2}" dt="2023-03-08T20:10:10.166" v="627"/>
          <ac:grpSpMkLst>
            <pc:docMk/>
            <pc:sldMk cId="3138035987" sldId="261"/>
            <ac:grpSpMk id="2056" creationId="{5C6DEC09-9482-86F6-A996-74571C998814}"/>
          </ac:grpSpMkLst>
        </pc:grpChg>
        <pc:grpChg chg="mod">
          <ac:chgData name="Popov Savva" userId="bc132019-2944-47dc-b2a0-f031fbe56d5e" providerId="ADAL" clId="{B80B9B69-7FD9-4B58-99BD-F65615A3A8C2}" dt="2023-03-08T20:10:09.374" v="624"/>
          <ac:grpSpMkLst>
            <pc:docMk/>
            <pc:sldMk cId="3138035987" sldId="261"/>
            <ac:grpSpMk id="2059" creationId="{30D6522D-FC46-2515-2DD3-D2EFB79D5839}"/>
          </ac:grpSpMkLst>
        </pc:grpChg>
        <pc:picChg chg="add mod">
          <ac:chgData name="Popov Savva" userId="bc132019-2944-47dc-b2a0-f031fbe56d5e" providerId="ADAL" clId="{B80B9B69-7FD9-4B58-99BD-F65615A3A8C2}" dt="2023-03-08T21:08:41.058" v="942" actId="1076"/>
          <ac:picMkLst>
            <pc:docMk/>
            <pc:sldMk cId="3138035987" sldId="261"/>
            <ac:picMk id="2050" creationId="{1DC1C4ED-615B-E4F1-8202-3A59DB05EBC1}"/>
          </ac:picMkLst>
        </pc:picChg>
        <pc:picChg chg="add mod">
          <ac:chgData name="Popov Savva" userId="bc132019-2944-47dc-b2a0-f031fbe56d5e" providerId="ADAL" clId="{B80B9B69-7FD9-4B58-99BD-F65615A3A8C2}" dt="2023-03-08T21:08:43.206" v="943" actId="1076"/>
          <ac:picMkLst>
            <pc:docMk/>
            <pc:sldMk cId="3138035987" sldId="261"/>
            <ac:picMk id="2060" creationId="{E4357B8D-201E-2D8F-4F05-9E304EF0D942}"/>
          </ac:picMkLst>
        </pc:picChg>
        <pc:inkChg chg="add del">
          <ac:chgData name="Popov Savva" userId="bc132019-2944-47dc-b2a0-f031fbe56d5e" providerId="ADAL" clId="{B80B9B69-7FD9-4B58-99BD-F65615A3A8C2}" dt="2023-03-08T20:05:40.073" v="545" actId="9405"/>
          <ac:inkMkLst>
            <pc:docMk/>
            <pc:sldMk cId="3138035987" sldId="261"/>
            <ac:inkMk id="4" creationId="{1A19DF23-7340-2A70-E48E-81229F1176D8}"/>
          </ac:inkMkLst>
        </pc:inkChg>
        <pc:inkChg chg="add del">
          <ac:chgData name="Popov Savva" userId="bc132019-2944-47dc-b2a0-f031fbe56d5e" providerId="ADAL" clId="{B80B9B69-7FD9-4B58-99BD-F65615A3A8C2}" dt="2023-03-08T20:05:43.985" v="547" actId="9405"/>
          <ac:inkMkLst>
            <pc:docMk/>
            <pc:sldMk cId="3138035987" sldId="261"/>
            <ac:inkMk id="5" creationId="{DB93A081-1933-EA64-D167-C9CE966CFD07}"/>
          </ac:inkMkLst>
        </pc:inkChg>
        <pc:inkChg chg="add del">
          <ac:chgData name="Popov Savva" userId="bc132019-2944-47dc-b2a0-f031fbe56d5e" providerId="ADAL" clId="{B80B9B69-7FD9-4B58-99BD-F65615A3A8C2}" dt="2023-03-08T20:05:48.250" v="549" actId="9405"/>
          <ac:inkMkLst>
            <pc:docMk/>
            <pc:sldMk cId="3138035987" sldId="261"/>
            <ac:inkMk id="6" creationId="{A1B3266D-03EE-344E-C649-1A8267E15445}"/>
          </ac:inkMkLst>
        </pc:inkChg>
        <pc:inkChg chg="add del">
          <ac:chgData name="Popov Savva" userId="bc132019-2944-47dc-b2a0-f031fbe56d5e" providerId="ADAL" clId="{B80B9B69-7FD9-4B58-99BD-F65615A3A8C2}" dt="2023-03-08T20:05:52.727" v="551" actId="9405"/>
          <ac:inkMkLst>
            <pc:docMk/>
            <pc:sldMk cId="3138035987" sldId="261"/>
            <ac:inkMk id="7" creationId="{A666FF92-38F1-35AC-1B30-7ABE85B09DBB}"/>
          </ac:inkMkLst>
        </pc:inkChg>
        <pc:inkChg chg="add del">
          <ac:chgData name="Popov Savva" userId="bc132019-2944-47dc-b2a0-f031fbe56d5e" providerId="ADAL" clId="{B80B9B69-7FD9-4B58-99BD-F65615A3A8C2}" dt="2023-03-08T20:05:55.079" v="553" actId="9405"/>
          <ac:inkMkLst>
            <pc:docMk/>
            <pc:sldMk cId="3138035987" sldId="261"/>
            <ac:inkMk id="8" creationId="{41BB8D78-41EF-427C-66D3-40BD57B4ABE1}"/>
          </ac:inkMkLst>
        </pc:inkChg>
        <pc:inkChg chg="add del mod">
          <ac:chgData name="Popov Savva" userId="bc132019-2944-47dc-b2a0-f031fbe56d5e" providerId="ADAL" clId="{B80B9B69-7FD9-4B58-99BD-F65615A3A8C2}" dt="2023-03-08T20:06:01.081" v="559" actId="9405"/>
          <ac:inkMkLst>
            <pc:docMk/>
            <pc:sldMk cId="3138035987" sldId="261"/>
            <ac:inkMk id="9" creationId="{486AB892-12DD-8392-2A11-33D00EE31030}"/>
          </ac:inkMkLst>
        </pc:inkChg>
        <pc:inkChg chg="add del mod">
          <ac:chgData name="Popov Savva" userId="bc132019-2944-47dc-b2a0-f031fbe56d5e" providerId="ADAL" clId="{B80B9B69-7FD9-4B58-99BD-F65615A3A8C2}" dt="2023-03-08T20:06:00.612" v="558"/>
          <ac:inkMkLst>
            <pc:docMk/>
            <pc:sldMk cId="3138035987" sldId="261"/>
            <ac:inkMk id="10" creationId="{6EEC0B82-F571-2CD5-3357-A344D8B141F9}"/>
          </ac:inkMkLst>
        </pc:inkChg>
        <pc:inkChg chg="add del">
          <ac:chgData name="Popov Savva" userId="bc132019-2944-47dc-b2a0-f031fbe56d5e" providerId="ADAL" clId="{B80B9B69-7FD9-4B58-99BD-F65615A3A8C2}" dt="2023-03-08T20:06:07.074" v="561" actId="9405"/>
          <ac:inkMkLst>
            <pc:docMk/>
            <pc:sldMk cId="3138035987" sldId="261"/>
            <ac:inkMk id="12" creationId="{CF947B40-C3B2-7815-9FFE-E6B0601333AA}"/>
          </ac:inkMkLst>
        </pc:inkChg>
        <pc:inkChg chg="add del">
          <ac:chgData name="Popov Savva" userId="bc132019-2944-47dc-b2a0-f031fbe56d5e" providerId="ADAL" clId="{B80B9B69-7FD9-4B58-99BD-F65615A3A8C2}" dt="2023-03-08T20:10:27.260" v="651" actId="478"/>
          <ac:inkMkLst>
            <pc:docMk/>
            <pc:sldMk cId="3138035987" sldId="261"/>
            <ac:inkMk id="13" creationId="{47C7C290-7EA9-63DB-F35D-2EA716B9956D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4" creationId="{47F68C9C-09CB-AAA8-8969-E5EE75905C26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5" creationId="{00C318CA-658D-B73D-0ACB-91816FBD92B2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6" creationId="{E101409C-413F-0713-8D8A-8603BED3D351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7" creationId="{3962472A-5004-7877-F4C6-3AF8A90476D5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8" creationId="{172B5E33-C519-F985-957A-9B66431249C9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19" creationId="{6C36850E-EEF0-9D1A-0156-D326C7E3E737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0" creationId="{F70B9E20-5A14-BCE6-8B33-E1EF462E6D84}"/>
          </ac:inkMkLst>
        </pc:inkChg>
        <pc:inkChg chg="add del mod">
          <ac:chgData name="Popov Savva" userId="bc132019-2944-47dc-b2a0-f031fbe56d5e" providerId="ADAL" clId="{B80B9B69-7FD9-4B58-99BD-F65615A3A8C2}" dt="2023-03-08T20:10:26.366" v="650" actId="478"/>
          <ac:inkMkLst>
            <pc:docMk/>
            <pc:sldMk cId="3138035987" sldId="261"/>
            <ac:inkMk id="21" creationId="{21CBBA8F-DF62-3990-9EAF-CE06116D7859}"/>
          </ac:inkMkLst>
        </pc:inkChg>
        <pc:inkChg chg="add del mod">
          <ac:chgData name="Popov Savva" userId="bc132019-2944-47dc-b2a0-f031fbe56d5e" providerId="ADAL" clId="{B80B9B69-7FD9-4B58-99BD-F65615A3A8C2}" dt="2023-03-08T20:10:28.341" v="652" actId="478"/>
          <ac:inkMkLst>
            <pc:docMk/>
            <pc:sldMk cId="3138035987" sldId="261"/>
            <ac:inkMk id="23" creationId="{A3032CC5-B8F9-CF3C-0E8E-A9E7DB44EF14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4" creationId="{D4B877AB-667E-9013-85BD-0025B7E64AD9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5" creationId="{411B23E2-21E3-26A9-CB8F-3D57A3D2D0BC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6" creationId="{909DD90B-DA56-05C0-B163-F42B516F3856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7" creationId="{F83C5FC7-9C06-5853-3722-31D3F43015FB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8" creationId="{9D72E77E-CA70-DB95-615C-756E77EDE89A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29" creationId="{A88E9D6F-363D-B99B-C2BD-07B2DBE526CC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0" creationId="{F8EABD55-D976-C323-0667-D9C2CDDE6424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1" creationId="{D03099FE-0AC0-0116-EFAF-345097BC586C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2" creationId="{F4DE743F-1FB0-145F-BC2B-6718A456DB2C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3" creationId="{D47411D2-27D5-764F-0CAB-E5C0A9E125AC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4" creationId="{8653C23B-C771-D66B-A989-31AF2E22744B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5" creationId="{CC09FCED-F36A-7C7B-AFBF-0D347BED9F0E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8" creationId="{64CEA5C5-4A34-C351-1E22-F57A8B942D83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39" creationId="{6CAA5724-BA33-A227-E3AD-28A65053C9A1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0" creationId="{D867DA0C-8ABB-B995-3593-96CFFAA09157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2" creationId="{3D63FF5B-4FFC-6C26-E2BA-AC55D5862825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3" creationId="{91E17C99-B33B-444D-5051-E74CAD0FCDD6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4" creationId="{0A2AF4BD-15F5-AC9B-D9A4-A7300ACB81D6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5" creationId="{EE9346BE-7261-C767-A0B6-9EB811DB88E1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6" creationId="{01FA5DFB-FD13-FB4B-310E-4D42A860295B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7" creationId="{D9EC36C1-055A-6256-6097-E18C39B3095E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48" creationId="{3ED5AA21-43E5-51F4-E006-D78298DE702D}"/>
          </ac:inkMkLst>
        </pc:inkChg>
        <pc:inkChg chg="add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50" creationId="{FD9DE39D-93C9-2B21-E411-044F169C1A44}"/>
          </ac:inkMkLst>
        </pc:inkChg>
        <pc:inkChg chg="add del mod">
          <ac:chgData name="Popov Savva" userId="bc132019-2944-47dc-b2a0-f031fbe56d5e" providerId="ADAL" clId="{B80B9B69-7FD9-4B58-99BD-F65615A3A8C2}" dt="2023-03-08T20:10:14.069" v="646" actId="9405"/>
          <ac:inkMkLst>
            <pc:docMk/>
            <pc:sldMk cId="3138035987" sldId="261"/>
            <ac:inkMk id="51" creationId="{68FA4F06-4EC8-7C86-BF2A-4DB0C533B6F6}"/>
          </ac:inkMkLst>
        </pc:inkChg>
        <pc:inkChg chg="add del mod">
          <ac:chgData name="Popov Savva" userId="bc132019-2944-47dc-b2a0-f031fbe56d5e" providerId="ADAL" clId="{B80B9B69-7FD9-4B58-99BD-F65615A3A8C2}" dt="2023-03-08T20:10:13.895" v="645" actId="9405"/>
          <ac:inkMkLst>
            <pc:docMk/>
            <pc:sldMk cId="3138035987" sldId="261"/>
            <ac:inkMk id="52" creationId="{4953E561-95CB-766A-2171-FB5F149AE7CF}"/>
          </ac:inkMkLst>
        </pc:inkChg>
        <pc:inkChg chg="add del mod">
          <ac:chgData name="Popov Savva" userId="bc132019-2944-47dc-b2a0-f031fbe56d5e" providerId="ADAL" clId="{B80B9B69-7FD9-4B58-99BD-F65615A3A8C2}" dt="2023-03-08T20:10:13.671" v="644" actId="9405"/>
          <ac:inkMkLst>
            <pc:docMk/>
            <pc:sldMk cId="3138035987" sldId="261"/>
            <ac:inkMk id="53" creationId="{5C3F622D-016C-D82C-3AF7-DD0CB0636BA2}"/>
          </ac:inkMkLst>
        </pc:inkChg>
        <pc:inkChg chg="add del mod">
          <ac:chgData name="Popov Savva" userId="bc132019-2944-47dc-b2a0-f031fbe56d5e" providerId="ADAL" clId="{B80B9B69-7FD9-4B58-99BD-F65615A3A8C2}" dt="2023-03-08T20:10:13.487" v="643"/>
          <ac:inkMkLst>
            <pc:docMk/>
            <pc:sldMk cId="3138035987" sldId="261"/>
            <ac:inkMk id="54" creationId="{F97BDEEF-5B1C-56D5-2EFA-7A942DF821B0}"/>
          </ac:inkMkLst>
        </pc:inkChg>
        <pc:inkChg chg="add del mod">
          <ac:chgData name="Popov Savva" userId="bc132019-2944-47dc-b2a0-f031fbe56d5e" providerId="ADAL" clId="{B80B9B69-7FD9-4B58-99BD-F65615A3A8C2}" dt="2023-03-08T20:10:13.295" v="641" actId="9405"/>
          <ac:inkMkLst>
            <pc:docMk/>
            <pc:sldMk cId="3138035987" sldId="261"/>
            <ac:inkMk id="56" creationId="{C98CBFE1-0CF0-2E36-428E-F2A9B16D88BD}"/>
          </ac:inkMkLst>
        </pc:inkChg>
        <pc:inkChg chg="add del mod">
          <ac:chgData name="Popov Savva" userId="bc132019-2944-47dc-b2a0-f031fbe56d5e" providerId="ADAL" clId="{B80B9B69-7FD9-4B58-99BD-F65615A3A8C2}" dt="2023-03-08T20:10:13.102" v="640" actId="9405"/>
          <ac:inkMkLst>
            <pc:docMk/>
            <pc:sldMk cId="3138035987" sldId="261"/>
            <ac:inkMk id="57" creationId="{EF040003-977B-3339-C845-A95631A56C5E}"/>
          </ac:inkMkLst>
        </pc:inkChg>
        <pc:inkChg chg="add del mod">
          <ac:chgData name="Popov Savva" userId="bc132019-2944-47dc-b2a0-f031fbe56d5e" providerId="ADAL" clId="{B80B9B69-7FD9-4B58-99BD-F65615A3A8C2}" dt="2023-03-08T20:10:12.919" v="639" actId="9405"/>
          <ac:inkMkLst>
            <pc:docMk/>
            <pc:sldMk cId="3138035987" sldId="261"/>
            <ac:inkMk id="58" creationId="{0EC3B420-3FF6-AB10-8553-204E58FD2679}"/>
          </ac:inkMkLst>
        </pc:inkChg>
        <pc:inkChg chg="add del mod">
          <ac:chgData name="Popov Savva" userId="bc132019-2944-47dc-b2a0-f031fbe56d5e" providerId="ADAL" clId="{B80B9B69-7FD9-4B58-99BD-F65615A3A8C2}" dt="2023-03-08T20:10:12.712" v="638" actId="9405"/>
          <ac:inkMkLst>
            <pc:docMk/>
            <pc:sldMk cId="3138035987" sldId="261"/>
            <ac:inkMk id="59" creationId="{4D3C84F7-3F5F-B3B4-BBE9-64D4A4CCC72E}"/>
          </ac:inkMkLst>
        </pc:inkChg>
        <pc:inkChg chg="add del mod">
          <ac:chgData name="Popov Savva" userId="bc132019-2944-47dc-b2a0-f031fbe56d5e" providerId="ADAL" clId="{B80B9B69-7FD9-4B58-99BD-F65615A3A8C2}" dt="2023-03-08T20:10:12.530" v="637" actId="9405"/>
          <ac:inkMkLst>
            <pc:docMk/>
            <pc:sldMk cId="3138035987" sldId="261"/>
            <ac:inkMk id="60" creationId="{0518937C-F75B-53A8-5ACE-634754C99ACF}"/>
          </ac:inkMkLst>
        </pc:inkChg>
        <pc:inkChg chg="add del mod">
          <ac:chgData name="Popov Savva" userId="bc132019-2944-47dc-b2a0-f031fbe56d5e" providerId="ADAL" clId="{B80B9B69-7FD9-4B58-99BD-F65615A3A8C2}" dt="2023-03-08T20:10:12.336" v="636" actId="9405"/>
          <ac:inkMkLst>
            <pc:docMk/>
            <pc:sldMk cId="3138035987" sldId="261"/>
            <ac:inkMk id="61" creationId="{8B339665-113F-F401-FD3D-617880C9E759}"/>
          </ac:inkMkLst>
        </pc:inkChg>
        <pc:inkChg chg="add del mod">
          <ac:chgData name="Popov Savva" userId="bc132019-2944-47dc-b2a0-f031fbe56d5e" providerId="ADAL" clId="{B80B9B69-7FD9-4B58-99BD-F65615A3A8C2}" dt="2023-03-08T20:10:12.087" v="635" actId="9405"/>
          <ac:inkMkLst>
            <pc:docMk/>
            <pc:sldMk cId="3138035987" sldId="261"/>
            <ac:inkMk id="62" creationId="{DA27E40F-38F6-8F4F-C1E5-064ECACE8A02}"/>
          </ac:inkMkLst>
        </pc:inkChg>
        <pc:inkChg chg="add del mod">
          <ac:chgData name="Popov Savva" userId="bc132019-2944-47dc-b2a0-f031fbe56d5e" providerId="ADAL" clId="{B80B9B69-7FD9-4B58-99BD-F65615A3A8C2}" dt="2023-03-08T20:10:11.912" v="634" actId="9405"/>
          <ac:inkMkLst>
            <pc:docMk/>
            <pc:sldMk cId="3138035987" sldId="261"/>
            <ac:inkMk id="63" creationId="{3612BBAD-C28E-6C2C-2840-EBFD8CA87AF0}"/>
          </ac:inkMkLst>
        </pc:inkChg>
        <pc:inkChg chg="add del mod">
          <ac:chgData name="Popov Savva" userId="bc132019-2944-47dc-b2a0-f031fbe56d5e" providerId="ADAL" clId="{B80B9B69-7FD9-4B58-99BD-F65615A3A8C2}" dt="2023-03-08T20:10:11.717" v="633" actId="9405"/>
          <ac:inkMkLst>
            <pc:docMk/>
            <pc:sldMk cId="3138035987" sldId="261"/>
            <ac:inkMk id="2048" creationId="{55A7BD91-D4EE-CB50-7046-E41E9293AF78}"/>
          </ac:inkMkLst>
        </pc:inkChg>
        <pc:inkChg chg="add del mod">
          <ac:chgData name="Popov Savva" userId="bc132019-2944-47dc-b2a0-f031fbe56d5e" providerId="ADAL" clId="{B80B9B69-7FD9-4B58-99BD-F65615A3A8C2}" dt="2023-03-08T20:10:11.152" v="632" actId="9405"/>
          <ac:inkMkLst>
            <pc:docMk/>
            <pc:sldMk cId="3138035987" sldId="261"/>
            <ac:inkMk id="2049" creationId="{A260D5E1-F0EC-B128-651D-02E1D1EC1916}"/>
          </ac:inkMkLst>
        </pc:inkChg>
        <pc:inkChg chg="add del mod">
          <ac:chgData name="Popov Savva" userId="bc132019-2944-47dc-b2a0-f031fbe56d5e" providerId="ADAL" clId="{B80B9B69-7FD9-4B58-99BD-F65615A3A8C2}" dt="2023-03-08T20:10:10.959" v="631" actId="9405"/>
          <ac:inkMkLst>
            <pc:docMk/>
            <pc:sldMk cId="3138035987" sldId="261"/>
            <ac:inkMk id="2051" creationId="{96E99BDE-A8CE-744E-4DF5-FC5A62829655}"/>
          </ac:inkMkLst>
        </pc:inkChg>
        <pc:inkChg chg="add del mod">
          <ac:chgData name="Popov Savva" userId="bc132019-2944-47dc-b2a0-f031fbe56d5e" providerId="ADAL" clId="{B80B9B69-7FD9-4B58-99BD-F65615A3A8C2}" dt="2023-03-08T20:10:10.717" v="630" actId="9405"/>
          <ac:inkMkLst>
            <pc:docMk/>
            <pc:sldMk cId="3138035987" sldId="261"/>
            <ac:inkMk id="2052" creationId="{1B9BFA0E-BD97-A4E1-8999-78A9CA27CE69}"/>
          </ac:inkMkLst>
        </pc:inkChg>
        <pc:inkChg chg="add del mod">
          <ac:chgData name="Popov Savva" userId="bc132019-2944-47dc-b2a0-f031fbe56d5e" providerId="ADAL" clId="{B80B9B69-7FD9-4B58-99BD-F65615A3A8C2}" dt="2023-03-08T20:10:10.483" v="629"/>
          <ac:inkMkLst>
            <pc:docMk/>
            <pc:sldMk cId="3138035987" sldId="261"/>
            <ac:inkMk id="2053" creationId="{9B69553B-AD9A-F501-21A9-29D50D059052}"/>
          </ac:inkMkLst>
        </pc:inkChg>
        <pc:inkChg chg="add del mod">
          <ac:chgData name="Popov Savva" userId="bc132019-2944-47dc-b2a0-f031fbe56d5e" providerId="ADAL" clId="{B80B9B69-7FD9-4B58-99BD-F65615A3A8C2}" dt="2023-03-08T20:10:10.166" v="627"/>
          <ac:inkMkLst>
            <pc:docMk/>
            <pc:sldMk cId="3138035987" sldId="261"/>
            <ac:inkMk id="2055" creationId="{76CB080D-A150-9521-56EF-3E524CA97C7D}"/>
          </ac:inkMkLst>
        </pc:inkChg>
        <pc:inkChg chg="add del mod">
          <ac:chgData name="Popov Savva" userId="bc132019-2944-47dc-b2a0-f031fbe56d5e" providerId="ADAL" clId="{B80B9B69-7FD9-4B58-99BD-F65615A3A8C2}" dt="2023-03-08T20:10:09.623" v="625" actId="9405"/>
          <ac:inkMkLst>
            <pc:docMk/>
            <pc:sldMk cId="3138035987" sldId="261"/>
            <ac:inkMk id="2057" creationId="{11006A9A-58B0-CB44-0037-3B55D16A4E05}"/>
          </ac:inkMkLst>
        </pc:inkChg>
        <pc:inkChg chg="add del mod">
          <ac:chgData name="Popov Savva" userId="bc132019-2944-47dc-b2a0-f031fbe56d5e" providerId="ADAL" clId="{B80B9B69-7FD9-4B58-99BD-F65615A3A8C2}" dt="2023-03-08T20:10:09.374" v="624"/>
          <ac:inkMkLst>
            <pc:docMk/>
            <pc:sldMk cId="3138035987" sldId="261"/>
            <ac:inkMk id="2058" creationId="{1F177642-ED6B-5EC8-C359-2D1A3A285B7F}"/>
          </ac:inkMkLst>
        </pc:inkChg>
      </pc:sldChg>
      <pc:sldChg chg="addSp delSp modSp new mod">
        <pc:chgData name="Popov Savva" userId="bc132019-2944-47dc-b2a0-f031fbe56d5e" providerId="ADAL" clId="{B80B9B69-7FD9-4B58-99BD-F65615A3A8C2}" dt="2023-03-08T22:19:03.933" v="1101" actId="20577"/>
        <pc:sldMkLst>
          <pc:docMk/>
          <pc:sldMk cId="3191561647" sldId="262"/>
        </pc:sldMkLst>
        <pc:spChg chg="mod">
          <ac:chgData name="Popov Savva" userId="bc132019-2944-47dc-b2a0-f031fbe56d5e" providerId="ADAL" clId="{B80B9B69-7FD9-4B58-99BD-F65615A3A8C2}" dt="2023-03-08T22:19:03.933" v="1101" actId="20577"/>
          <ac:spMkLst>
            <pc:docMk/>
            <pc:sldMk cId="3191561647" sldId="262"/>
            <ac:spMk id="2" creationId="{67A7A165-640F-7CB4-53C9-ACC2FE571BE0}"/>
          </ac:spMkLst>
        </pc:spChg>
        <pc:spChg chg="add del mod">
          <ac:chgData name="Popov Savva" userId="bc132019-2944-47dc-b2a0-f031fbe56d5e" providerId="ADAL" clId="{B80B9B69-7FD9-4B58-99BD-F65615A3A8C2}" dt="2023-03-08T21:18:01.408" v="968" actId="1076"/>
          <ac:spMkLst>
            <pc:docMk/>
            <pc:sldMk cId="3191561647" sldId="262"/>
            <ac:spMk id="3" creationId="{23F93A98-B8AC-7B96-A915-AAD1918ABD5E}"/>
          </ac:spMkLst>
        </pc:spChg>
        <pc:picChg chg="add del mod">
          <ac:chgData name="Popov Savva" userId="bc132019-2944-47dc-b2a0-f031fbe56d5e" providerId="ADAL" clId="{B80B9B69-7FD9-4B58-99BD-F65615A3A8C2}" dt="2023-03-08T20:42:35.196" v="828"/>
          <ac:picMkLst>
            <pc:docMk/>
            <pc:sldMk cId="3191561647" sldId="262"/>
            <ac:picMk id="3074" creationId="{F6505744-2004-6D87-059B-BB6D676D93B9}"/>
          </ac:picMkLst>
        </pc:picChg>
        <pc:picChg chg="add mod">
          <ac:chgData name="Popov Savva" userId="bc132019-2944-47dc-b2a0-f031fbe56d5e" providerId="ADAL" clId="{B80B9B69-7FD9-4B58-99BD-F65615A3A8C2}" dt="2023-03-08T21:17:44.185" v="962" actId="1076"/>
          <ac:picMkLst>
            <pc:docMk/>
            <pc:sldMk cId="3191561647" sldId="262"/>
            <ac:picMk id="3076" creationId="{74352213-0EF9-5853-9F2F-51F078CD8CF0}"/>
          </ac:picMkLst>
        </pc:picChg>
        <pc:picChg chg="add mod">
          <ac:chgData name="Popov Savva" userId="bc132019-2944-47dc-b2a0-f031fbe56d5e" providerId="ADAL" clId="{B80B9B69-7FD9-4B58-99BD-F65615A3A8C2}" dt="2023-03-08T21:17:44.473" v="963" actId="1076"/>
          <ac:picMkLst>
            <pc:docMk/>
            <pc:sldMk cId="3191561647" sldId="262"/>
            <ac:picMk id="3078" creationId="{6FF57B2D-7EA8-3F67-716C-7876BF6241FB}"/>
          </ac:picMkLst>
        </pc:picChg>
      </pc:sldChg>
      <pc:sldChg chg="new del">
        <pc:chgData name="Popov Savva" userId="bc132019-2944-47dc-b2a0-f031fbe56d5e" providerId="ADAL" clId="{B80B9B69-7FD9-4B58-99BD-F65615A3A8C2}" dt="2023-03-08T21:16:22.563" v="945" actId="47"/>
        <pc:sldMkLst>
          <pc:docMk/>
          <pc:sldMk cId="202762733" sldId="263"/>
        </pc:sldMkLst>
      </pc:sldChg>
      <pc:sldChg chg="addSp delSp modSp new mod">
        <pc:chgData name="Popov Savva" userId="bc132019-2944-47dc-b2a0-f031fbe56d5e" providerId="ADAL" clId="{B80B9B69-7FD9-4B58-99BD-F65615A3A8C2}" dt="2023-03-08T22:26:12.875" v="1157" actId="1076"/>
        <pc:sldMkLst>
          <pc:docMk/>
          <pc:sldMk cId="1822523962" sldId="263"/>
        </pc:sldMkLst>
        <pc:spChg chg="mod">
          <ac:chgData name="Popov Savva" userId="bc132019-2944-47dc-b2a0-f031fbe56d5e" providerId="ADAL" clId="{B80B9B69-7FD9-4B58-99BD-F65615A3A8C2}" dt="2023-03-08T22:06:53.042" v="1035" actId="1076"/>
          <ac:spMkLst>
            <pc:docMk/>
            <pc:sldMk cId="1822523962" sldId="263"/>
            <ac:spMk id="2" creationId="{F663AE1A-1AFE-013D-6AE4-23E5812088A3}"/>
          </ac:spMkLst>
        </pc:spChg>
        <pc:spChg chg="del">
          <ac:chgData name="Popov Savva" userId="bc132019-2944-47dc-b2a0-f031fbe56d5e" providerId="ADAL" clId="{B80B9B69-7FD9-4B58-99BD-F65615A3A8C2}" dt="2023-03-08T21:59:22.753" v="982" actId="21"/>
          <ac:spMkLst>
            <pc:docMk/>
            <pc:sldMk cId="1822523962" sldId="263"/>
            <ac:spMk id="3" creationId="{654099F7-9AE0-8C57-FC1D-B146AFB98E53}"/>
          </ac:spMkLst>
        </pc:spChg>
        <pc:spChg chg="add mod">
          <ac:chgData name="Popov Savva" userId="bc132019-2944-47dc-b2a0-f031fbe56d5e" providerId="ADAL" clId="{B80B9B69-7FD9-4B58-99BD-F65615A3A8C2}" dt="2023-03-08T22:26:12.875" v="1157" actId="1076"/>
          <ac:spMkLst>
            <pc:docMk/>
            <pc:sldMk cId="1822523962" sldId="263"/>
            <ac:spMk id="4" creationId="{7ABE9D46-4BBB-96D1-7B8A-E255A18FFACE}"/>
          </ac:spMkLst>
        </pc:spChg>
        <pc:picChg chg="add mod">
          <ac:chgData name="Popov Savva" userId="bc132019-2944-47dc-b2a0-f031fbe56d5e" providerId="ADAL" clId="{B80B9B69-7FD9-4B58-99BD-F65615A3A8C2}" dt="2023-03-08T22:06:48.323" v="1034" actId="1076"/>
          <ac:picMkLst>
            <pc:docMk/>
            <pc:sldMk cId="1822523962" sldId="263"/>
            <ac:picMk id="4098" creationId="{35D0B7A6-3FD1-2311-97DA-DA09E8409BDF}"/>
          </ac:picMkLst>
        </pc:picChg>
        <pc:picChg chg="add mod">
          <ac:chgData name="Popov Savva" userId="bc132019-2944-47dc-b2a0-f031fbe56d5e" providerId="ADAL" clId="{B80B9B69-7FD9-4B58-99BD-F65615A3A8C2}" dt="2023-03-08T22:06:46.932" v="1033" actId="1076"/>
          <ac:picMkLst>
            <pc:docMk/>
            <pc:sldMk cId="1822523962" sldId="263"/>
            <ac:picMk id="4100" creationId="{7DC60846-ACD8-CA4D-115F-76CCCA575B49}"/>
          </ac:picMkLst>
        </pc:picChg>
      </pc:sldChg>
      <pc:sldChg chg="addSp delSp modSp new mod setBg">
        <pc:chgData name="Popov Savva" userId="bc132019-2944-47dc-b2a0-f031fbe56d5e" providerId="ADAL" clId="{B80B9B69-7FD9-4B58-99BD-F65615A3A8C2}" dt="2023-03-08T22:32:18.547" v="1229" actId="255"/>
        <pc:sldMkLst>
          <pc:docMk/>
          <pc:sldMk cId="3245581529" sldId="264"/>
        </pc:sldMkLst>
        <pc:spChg chg="del mod">
          <ac:chgData name="Popov Savva" userId="bc132019-2944-47dc-b2a0-f031fbe56d5e" providerId="ADAL" clId="{B80B9B69-7FD9-4B58-99BD-F65615A3A8C2}" dt="2023-03-08T22:18:12.136" v="1067" actId="478"/>
          <ac:spMkLst>
            <pc:docMk/>
            <pc:sldMk cId="3245581529" sldId="264"/>
            <ac:spMk id="2" creationId="{812FA4B0-A189-691E-AA0F-7756A2A8D6CE}"/>
          </ac:spMkLst>
        </pc:spChg>
        <pc:spChg chg="mod">
          <ac:chgData name="Popov Savva" userId="bc132019-2944-47dc-b2a0-f031fbe56d5e" providerId="ADAL" clId="{B80B9B69-7FD9-4B58-99BD-F65615A3A8C2}" dt="2023-03-08T22:32:18.547" v="1229" actId="255"/>
          <ac:spMkLst>
            <pc:docMk/>
            <pc:sldMk cId="3245581529" sldId="264"/>
            <ac:spMk id="3" creationId="{D425F6B1-9C0C-F48E-669B-D62A6536DF03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8" creationId="{5A0118C5-4F8D-4CF4-BADD-53FEACC6C42A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10" creationId="{4E0A5C5C-2A95-428E-9F6A-0D29EBD57C9F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12" creationId="{1056F38F-7C4E-461D-8709-7D0024AE1F79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14" creationId="{C7278469-3C3C-49CE-AEEE-E176A4900B78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20" creationId="{4C6598AB-1C17-4D54-951C-A082D94ACB7A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22" creationId="{C83B66D7-137D-4AC1-B172-53D60F08BEB5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24" creationId="{F6B92503-6984-4D15-8B98-8718709B785D}"/>
          </ac:spMkLst>
        </pc:spChg>
        <pc:spChg chg="add del">
          <ac:chgData name="Popov Savva" userId="bc132019-2944-47dc-b2a0-f031fbe56d5e" providerId="ADAL" clId="{B80B9B69-7FD9-4B58-99BD-F65615A3A8C2}" dt="2023-03-08T22:12:22.068" v="1040" actId="26606"/>
          <ac:spMkLst>
            <pc:docMk/>
            <pc:sldMk cId="3245581529" sldId="264"/>
            <ac:spMk id="26" creationId="{08DDF938-524E-4C18-A47D-C00627832366}"/>
          </ac:spMkLst>
        </pc:spChg>
        <pc:grpChg chg="add del">
          <ac:chgData name="Popov Savva" userId="bc132019-2944-47dc-b2a0-f031fbe56d5e" providerId="ADAL" clId="{B80B9B69-7FD9-4B58-99BD-F65615A3A8C2}" dt="2023-03-08T22:12:22.068" v="1040" actId="26606"/>
          <ac:grpSpMkLst>
            <pc:docMk/>
            <pc:sldMk cId="3245581529" sldId="264"/>
            <ac:grpSpMk id="16" creationId="{93DC754C-7E09-422D-A8BB-AF632E90DFA2}"/>
          </ac:grpSpMkLst>
        </pc:grpChg>
        <pc:grpChg chg="add del">
          <ac:chgData name="Popov Savva" userId="bc132019-2944-47dc-b2a0-f031fbe56d5e" providerId="ADAL" clId="{B80B9B69-7FD9-4B58-99BD-F65615A3A8C2}" dt="2023-03-08T22:12:22.068" v="1040" actId="26606"/>
          <ac:grpSpMkLst>
            <pc:docMk/>
            <pc:sldMk cId="3245581529" sldId="264"/>
            <ac:grpSpMk id="28" creationId="{3773FAF5-C452-4455-9411-D6AF5EBD4CA9}"/>
          </ac:grpSpMkLst>
        </pc:grpChg>
        <pc:picChg chg="add del mod">
          <ac:chgData name="Popov Savva" userId="bc132019-2944-47dc-b2a0-f031fbe56d5e" providerId="ADAL" clId="{B80B9B69-7FD9-4B58-99BD-F65615A3A8C2}" dt="2023-03-08T22:14:57.139" v="1044"/>
          <ac:picMkLst>
            <pc:docMk/>
            <pc:sldMk cId="3245581529" sldId="264"/>
            <ac:picMk id="5122" creationId="{D9B1005E-0F14-5FED-AF14-F16155141A02}"/>
          </ac:picMkLst>
        </pc:picChg>
        <pc:picChg chg="add mod">
          <ac:chgData name="Popov Savva" userId="bc132019-2944-47dc-b2a0-f031fbe56d5e" providerId="ADAL" clId="{B80B9B69-7FD9-4B58-99BD-F65615A3A8C2}" dt="2023-03-08T22:18:09.537" v="1066" actId="1076"/>
          <ac:picMkLst>
            <pc:docMk/>
            <pc:sldMk cId="3245581529" sldId="264"/>
            <ac:picMk id="5124" creationId="{9376413E-C71A-8298-990B-2F1536EA64AD}"/>
          </ac:picMkLst>
        </pc:picChg>
        <pc:picChg chg="add del">
          <ac:chgData name="Popov Savva" userId="bc132019-2944-47dc-b2a0-f031fbe56d5e" providerId="ADAL" clId="{B80B9B69-7FD9-4B58-99BD-F65615A3A8C2}" dt="2023-03-08T22:31:33.966" v="1206"/>
          <ac:picMkLst>
            <pc:docMk/>
            <pc:sldMk cId="3245581529" sldId="264"/>
            <ac:picMk id="5126" creationId="{6CD8B187-3C16-57CE-745D-3C2B1D4A527B}"/>
          </ac:picMkLst>
        </pc:picChg>
        <pc:picChg chg="add del mod">
          <ac:chgData name="Popov Savva" userId="bc132019-2944-47dc-b2a0-f031fbe56d5e" providerId="ADAL" clId="{B80B9B69-7FD9-4B58-99BD-F65615A3A8C2}" dt="2023-03-08T22:31:33.635" v="1205"/>
          <ac:picMkLst>
            <pc:docMk/>
            <pc:sldMk cId="3245581529" sldId="264"/>
            <ac:picMk id="5128" creationId="{ABF60367-A2BD-D152-938F-6E5C1499F5B3}"/>
          </ac:picMkLst>
        </pc:picChg>
        <pc:picChg chg="add mod">
          <ac:chgData name="Popov Savva" userId="bc132019-2944-47dc-b2a0-f031fbe56d5e" providerId="ADAL" clId="{B80B9B69-7FD9-4B58-99BD-F65615A3A8C2}" dt="2023-03-08T22:31:54.927" v="1218" actId="1076"/>
          <ac:picMkLst>
            <pc:docMk/>
            <pc:sldMk cId="3245581529" sldId="264"/>
            <ac:picMk id="5130" creationId="{845406C2-97C4-6925-F07F-6023E21C0E54}"/>
          </ac:picMkLst>
        </pc:picChg>
      </pc:sldChg>
      <pc:sldChg chg="new del">
        <pc:chgData name="Popov Savva" userId="bc132019-2944-47dc-b2a0-f031fbe56d5e" providerId="ADAL" clId="{B80B9B69-7FD9-4B58-99BD-F65615A3A8C2}" dt="2023-03-08T22:12:21.439" v="1039" actId="680"/>
        <pc:sldMkLst>
          <pc:docMk/>
          <pc:sldMk cId="1448597540" sldId="265"/>
        </pc:sldMkLst>
      </pc:sldChg>
      <pc:sldChg chg="addSp delSp modSp new mod setBg">
        <pc:chgData name="Popov Savva" userId="bc132019-2944-47dc-b2a0-f031fbe56d5e" providerId="ADAL" clId="{B80B9B69-7FD9-4B58-99BD-F65615A3A8C2}" dt="2023-03-08T22:38:46.860" v="1300" actId="1076"/>
        <pc:sldMkLst>
          <pc:docMk/>
          <pc:sldMk cId="2030517141" sldId="265"/>
        </pc:sldMkLst>
        <pc:spChg chg="del">
          <ac:chgData name="Popov Savva" userId="bc132019-2944-47dc-b2a0-f031fbe56d5e" providerId="ADAL" clId="{B80B9B69-7FD9-4B58-99BD-F65615A3A8C2}" dt="2023-03-08T22:34:56.069" v="1236" actId="26606"/>
          <ac:spMkLst>
            <pc:docMk/>
            <pc:sldMk cId="2030517141" sldId="265"/>
            <ac:spMk id="2" creationId="{447B01DF-684A-9CAA-C2E5-33953A43421F}"/>
          </ac:spMkLst>
        </pc:spChg>
        <pc:spChg chg="del">
          <ac:chgData name="Popov Savva" userId="bc132019-2944-47dc-b2a0-f031fbe56d5e" providerId="ADAL" clId="{B80B9B69-7FD9-4B58-99BD-F65615A3A8C2}" dt="2023-03-08T22:34:56.069" v="1236" actId="26606"/>
          <ac:spMkLst>
            <pc:docMk/>
            <pc:sldMk cId="2030517141" sldId="265"/>
            <ac:spMk id="3" creationId="{30B28CD0-698F-2228-AF48-C9D87BAD91E7}"/>
          </ac:spMkLst>
        </pc:spChg>
        <pc:spChg chg="add del mod">
          <ac:chgData name="Popov Savva" userId="bc132019-2944-47dc-b2a0-f031fbe56d5e" providerId="ADAL" clId="{B80B9B69-7FD9-4B58-99BD-F65615A3A8C2}" dt="2023-03-08T22:36:41.970" v="1244" actId="478"/>
          <ac:spMkLst>
            <pc:docMk/>
            <pc:sldMk cId="2030517141" sldId="265"/>
            <ac:spMk id="4" creationId="{206CCD5A-EDEA-B720-24A7-9E6F808825C6}"/>
          </ac:spMkLst>
        </pc:spChg>
        <pc:spChg chg="add mod">
          <ac:chgData name="Popov Savva" userId="bc132019-2944-47dc-b2a0-f031fbe56d5e" providerId="ADAL" clId="{B80B9B69-7FD9-4B58-99BD-F65615A3A8C2}" dt="2023-03-08T22:38:46.860" v="1300" actId="1076"/>
          <ac:spMkLst>
            <pc:docMk/>
            <pc:sldMk cId="2030517141" sldId="265"/>
            <ac:spMk id="5" creationId="{C51E3A1B-D360-E357-5313-053D6CBD2A31}"/>
          </ac:spMkLst>
        </pc:spChg>
        <pc:spChg chg="add del">
          <ac:chgData name="Popov Savva" userId="bc132019-2944-47dc-b2a0-f031fbe56d5e" providerId="ADAL" clId="{B80B9B69-7FD9-4B58-99BD-F65615A3A8C2}" dt="2023-03-08T22:36:38.697" v="1242" actId="26606"/>
          <ac:spMkLst>
            <pc:docMk/>
            <pc:sldMk cId="2030517141" sldId="265"/>
            <ac:spMk id="6151" creationId="{42A4FC2C-047E-45A5-965D-8E1E3BF09BC6}"/>
          </ac:spMkLst>
        </pc:spChg>
        <pc:spChg chg="add del">
          <ac:chgData name="Popov Savva" userId="bc132019-2944-47dc-b2a0-f031fbe56d5e" providerId="ADAL" clId="{B80B9B69-7FD9-4B58-99BD-F65615A3A8C2}" dt="2023-03-08T22:36:29.912" v="1240" actId="26606"/>
          <ac:spMkLst>
            <pc:docMk/>
            <pc:sldMk cId="2030517141" sldId="265"/>
            <ac:spMk id="6156" creationId="{80DF40B2-80F7-4E71-B46C-284163F3654A}"/>
          </ac:spMkLst>
        </pc:spChg>
        <pc:spChg chg="add del">
          <ac:chgData name="Popov Savva" userId="bc132019-2944-47dc-b2a0-f031fbe56d5e" providerId="ADAL" clId="{B80B9B69-7FD9-4B58-99BD-F65615A3A8C2}" dt="2023-03-08T22:36:38.697" v="1242" actId="26606"/>
          <ac:spMkLst>
            <pc:docMk/>
            <pc:sldMk cId="2030517141" sldId="265"/>
            <ac:spMk id="6158" creationId="{91DE43FD-EB47-414A-B0AB-169B0FFFA527}"/>
          </ac:spMkLst>
        </pc:spChg>
        <pc:spChg chg="add del">
          <ac:chgData name="Popov Savva" userId="bc132019-2944-47dc-b2a0-f031fbe56d5e" providerId="ADAL" clId="{B80B9B69-7FD9-4B58-99BD-F65615A3A8C2}" dt="2023-03-08T22:36:38.697" v="1242" actId="26606"/>
          <ac:spMkLst>
            <pc:docMk/>
            <pc:sldMk cId="2030517141" sldId="265"/>
            <ac:spMk id="6159" creationId="{0B761509-3B9A-49A6-A84B-C3D86811697D}"/>
          </ac:spMkLst>
        </pc:spChg>
        <pc:grpChg chg="add del">
          <ac:chgData name="Popov Savva" userId="bc132019-2944-47dc-b2a0-f031fbe56d5e" providerId="ADAL" clId="{B80B9B69-7FD9-4B58-99BD-F65615A3A8C2}" dt="2023-03-08T22:36:38.697" v="1242" actId="26606"/>
          <ac:grpSpMkLst>
            <pc:docMk/>
            <pc:sldMk cId="2030517141" sldId="265"/>
            <ac:grpSpMk id="6160" creationId="{58495BCC-CE77-4CC2-952E-846F41119FD5}"/>
          </ac:grpSpMkLst>
        </pc:grpChg>
        <pc:picChg chg="add del mod">
          <ac:chgData name="Popov Savva" userId="bc132019-2944-47dc-b2a0-f031fbe56d5e" providerId="ADAL" clId="{B80B9B69-7FD9-4B58-99BD-F65615A3A8C2}" dt="2023-03-08T22:36:41.970" v="1244" actId="478"/>
          <ac:picMkLst>
            <pc:docMk/>
            <pc:sldMk cId="2030517141" sldId="265"/>
            <ac:picMk id="6146" creationId="{7C5D9ABB-ED40-9183-C30B-7D5A32D10B75}"/>
          </ac:picMkLst>
        </pc:picChg>
        <pc:picChg chg="add del mod">
          <ac:chgData name="Popov Savva" userId="bc132019-2944-47dc-b2a0-f031fbe56d5e" providerId="ADAL" clId="{B80B9B69-7FD9-4B58-99BD-F65615A3A8C2}" dt="2023-03-08T22:36:41.241" v="1243"/>
          <ac:picMkLst>
            <pc:docMk/>
            <pc:sldMk cId="2030517141" sldId="265"/>
            <ac:picMk id="6148" creationId="{9FF346FA-3B2D-9B8E-F9C5-4886D8E594B2}"/>
          </ac:picMkLst>
        </pc:picChg>
      </pc:sldChg>
      <pc:sldChg chg="new del">
        <pc:chgData name="Popov Savva" userId="bc132019-2944-47dc-b2a0-f031fbe56d5e" providerId="ADAL" clId="{B80B9B69-7FD9-4B58-99BD-F65615A3A8C2}" dt="2023-03-08T22:34:50.178" v="1234" actId="680"/>
        <pc:sldMkLst>
          <pc:docMk/>
          <pc:sldMk cId="577199575" sldId="266"/>
        </pc:sldMkLst>
      </pc:sldChg>
    </pc:docChg>
  </pc:docChgLst>
  <pc:docChgLst>
    <pc:chgData name="Popov Savva" userId="bc132019-2944-47dc-b2a0-f031fbe56d5e" providerId="ADAL" clId="{DAD3DCF2-9063-4789-BD48-59ECA7DFC6EA}"/>
    <pc:docChg chg="undo custSel addSld modSld sldOrd">
      <pc:chgData name="Popov Savva" userId="bc132019-2944-47dc-b2a0-f031fbe56d5e" providerId="ADAL" clId="{DAD3DCF2-9063-4789-BD48-59ECA7DFC6EA}" dt="2023-03-07T14:06:01.007" v="558" actId="1076"/>
      <pc:docMkLst>
        <pc:docMk/>
      </pc:docMkLst>
      <pc:sldChg chg="modSp mod">
        <pc:chgData name="Popov Savva" userId="bc132019-2944-47dc-b2a0-f031fbe56d5e" providerId="ADAL" clId="{DAD3DCF2-9063-4789-BD48-59ECA7DFC6EA}" dt="2023-03-07T13:47:40.721" v="487" actId="255"/>
        <pc:sldMkLst>
          <pc:docMk/>
          <pc:sldMk cId="836900038" sldId="257"/>
        </pc:sldMkLst>
        <pc:spChg chg="mod">
          <ac:chgData name="Popov Savva" userId="bc132019-2944-47dc-b2a0-f031fbe56d5e" providerId="ADAL" clId="{DAD3DCF2-9063-4789-BD48-59ECA7DFC6EA}" dt="2023-03-07T13:47:40.721" v="487" actId="255"/>
          <ac:spMkLst>
            <pc:docMk/>
            <pc:sldMk cId="836900038" sldId="257"/>
            <ac:spMk id="3" creationId="{EB0DBA02-0CD7-7C8C-D828-E1760343319C}"/>
          </ac:spMkLst>
        </pc:spChg>
        <pc:picChg chg="mod">
          <ac:chgData name="Popov Savva" userId="bc132019-2944-47dc-b2a0-f031fbe56d5e" providerId="ADAL" clId="{DAD3DCF2-9063-4789-BD48-59ECA7DFC6EA}" dt="2023-03-07T13:47:11.523" v="481" actId="1076"/>
          <ac:picMkLst>
            <pc:docMk/>
            <pc:sldMk cId="836900038" sldId="257"/>
            <ac:picMk id="1026" creationId="{01C72BB0-ADCD-3B08-C818-03339CC3BFDE}"/>
          </ac:picMkLst>
        </pc:picChg>
      </pc:sldChg>
      <pc:sldChg chg="addSp delSp modSp new mod">
        <pc:chgData name="Popov Savva" userId="bc132019-2944-47dc-b2a0-f031fbe56d5e" providerId="ADAL" clId="{DAD3DCF2-9063-4789-BD48-59ECA7DFC6EA}" dt="2023-03-07T14:06:01.007" v="558" actId="1076"/>
        <pc:sldMkLst>
          <pc:docMk/>
          <pc:sldMk cId="3337125989" sldId="258"/>
        </pc:sldMkLst>
        <pc:spChg chg="mod">
          <ac:chgData name="Popov Savva" userId="bc132019-2944-47dc-b2a0-f031fbe56d5e" providerId="ADAL" clId="{DAD3DCF2-9063-4789-BD48-59ECA7DFC6EA}" dt="2023-03-07T06:29:30.548" v="59" actId="255"/>
          <ac:spMkLst>
            <pc:docMk/>
            <pc:sldMk cId="3337125989" sldId="258"/>
            <ac:spMk id="2" creationId="{CBE80ED0-34FF-B53C-0EAB-76853466B05C}"/>
          </ac:spMkLst>
        </pc:spChg>
        <pc:spChg chg="del">
          <ac:chgData name="Popov Savva" userId="bc132019-2944-47dc-b2a0-f031fbe56d5e" providerId="ADAL" clId="{DAD3DCF2-9063-4789-BD48-59ECA7DFC6EA}" dt="2023-03-07T06:31:46.718" v="60"/>
          <ac:spMkLst>
            <pc:docMk/>
            <pc:sldMk cId="3337125989" sldId="258"/>
            <ac:spMk id="3" creationId="{96F15DF9-BAA3-E019-BD79-F1C44DB45CDB}"/>
          </ac:spMkLst>
        </pc:spChg>
        <pc:spChg chg="add mod">
          <ac:chgData name="Popov Savva" userId="bc132019-2944-47dc-b2a0-f031fbe56d5e" providerId="ADAL" clId="{DAD3DCF2-9063-4789-BD48-59ECA7DFC6EA}" dt="2023-03-07T14:05:21.466" v="550" actId="1076"/>
          <ac:spMkLst>
            <pc:docMk/>
            <pc:sldMk cId="3337125989" sldId="258"/>
            <ac:spMk id="4" creationId="{C9461E0C-2B29-B341-9218-9611769162AE}"/>
          </ac:spMkLst>
        </pc:spChg>
        <pc:spChg chg="add mod">
          <ac:chgData name="Popov Savva" userId="bc132019-2944-47dc-b2a0-f031fbe56d5e" providerId="ADAL" clId="{DAD3DCF2-9063-4789-BD48-59ECA7DFC6EA}" dt="2023-03-07T14:06:01.007" v="558" actId="1076"/>
          <ac:spMkLst>
            <pc:docMk/>
            <pc:sldMk cId="3337125989" sldId="258"/>
            <ac:spMk id="5" creationId="{F0E9B07B-805E-6B25-AA90-DD455832EBE7}"/>
          </ac:spMkLst>
        </pc:spChg>
        <pc:picChg chg="add mod">
          <ac:chgData name="Popov Savva" userId="bc132019-2944-47dc-b2a0-f031fbe56d5e" providerId="ADAL" clId="{DAD3DCF2-9063-4789-BD48-59ECA7DFC6EA}" dt="2023-03-07T14:05:45.369" v="555" actId="1076"/>
          <ac:picMkLst>
            <pc:docMk/>
            <pc:sldMk cId="3337125989" sldId="258"/>
            <ac:picMk id="1026" creationId="{9A5AFCC4-C584-1CD6-58CC-BE34332FDBB4}"/>
          </ac:picMkLst>
        </pc:picChg>
        <pc:picChg chg="add del mod">
          <ac:chgData name="Popov Savva" userId="bc132019-2944-47dc-b2a0-f031fbe56d5e" providerId="ADAL" clId="{DAD3DCF2-9063-4789-BD48-59ECA7DFC6EA}" dt="2023-03-07T06:39:29.929" v="101" actId="478"/>
          <ac:picMkLst>
            <pc:docMk/>
            <pc:sldMk cId="3337125989" sldId="258"/>
            <ac:picMk id="1028" creationId="{1424723A-4E88-F900-F2CE-E0F95B1ED03E}"/>
          </ac:picMkLst>
        </pc:picChg>
        <pc:picChg chg="add mod">
          <ac:chgData name="Popov Savva" userId="bc132019-2944-47dc-b2a0-f031fbe56d5e" providerId="ADAL" clId="{DAD3DCF2-9063-4789-BD48-59ECA7DFC6EA}" dt="2023-03-07T14:05:53.914" v="557" actId="1076"/>
          <ac:picMkLst>
            <pc:docMk/>
            <pc:sldMk cId="3337125989" sldId="258"/>
            <ac:picMk id="1030" creationId="{8A1C820D-081F-89B0-6C61-5ADFAF7E1026}"/>
          </ac:picMkLst>
        </pc:picChg>
      </pc:sldChg>
      <pc:sldChg chg="addSp delSp modSp new mod ord">
        <pc:chgData name="Popov Savva" userId="bc132019-2944-47dc-b2a0-f031fbe56d5e" providerId="ADAL" clId="{DAD3DCF2-9063-4789-BD48-59ECA7DFC6EA}" dt="2023-03-07T14:04:49.668" v="549"/>
        <pc:sldMkLst>
          <pc:docMk/>
          <pc:sldMk cId="2643918934" sldId="259"/>
        </pc:sldMkLst>
        <pc:spChg chg="add mod">
          <ac:chgData name="Popov Savva" userId="bc132019-2944-47dc-b2a0-f031fbe56d5e" providerId="ADAL" clId="{DAD3DCF2-9063-4789-BD48-59ECA7DFC6EA}" dt="2023-03-07T13:46:06.892" v="476" actId="1076"/>
          <ac:spMkLst>
            <pc:docMk/>
            <pc:sldMk cId="2643918934" sldId="259"/>
            <ac:spMk id="2" creationId="{4E12D93A-0CC3-01F8-600F-938D82D94C59}"/>
          </ac:spMkLst>
        </pc:spChg>
        <pc:spChg chg="del mod">
          <ac:chgData name="Popov Savva" userId="bc132019-2944-47dc-b2a0-f031fbe56d5e" providerId="ADAL" clId="{DAD3DCF2-9063-4789-BD48-59ECA7DFC6EA}" dt="2023-03-07T06:48:44.272" v="142" actId="478"/>
          <ac:spMkLst>
            <pc:docMk/>
            <pc:sldMk cId="2643918934" sldId="259"/>
            <ac:spMk id="2" creationId="{E326A690-AA01-FF18-8C73-A93CE902A3AB}"/>
          </ac:spMkLst>
        </pc:spChg>
        <pc:spChg chg="mod">
          <ac:chgData name="Popov Savva" userId="bc132019-2944-47dc-b2a0-f031fbe56d5e" providerId="ADAL" clId="{DAD3DCF2-9063-4789-BD48-59ECA7DFC6EA}" dt="2023-03-07T11:25:54.060" v="212" actId="1076"/>
          <ac:spMkLst>
            <pc:docMk/>
            <pc:sldMk cId="2643918934" sldId="259"/>
            <ac:spMk id="3" creationId="{DFD233C7-ED6E-5C75-5BDF-D1A07A4F134C}"/>
          </ac:spMkLst>
        </pc:spChg>
        <pc:spChg chg="add mod">
          <ac:chgData name="Popov Savva" userId="bc132019-2944-47dc-b2a0-f031fbe56d5e" providerId="ADAL" clId="{DAD3DCF2-9063-4789-BD48-59ECA7DFC6EA}" dt="2023-03-07T13:27:34.941" v="339" actId="20577"/>
          <ac:spMkLst>
            <pc:docMk/>
            <pc:sldMk cId="2643918934" sldId="259"/>
            <ac:spMk id="4" creationId="{F52D6DB9-427D-8359-70F1-D9AA45F5E8F6}"/>
          </ac:spMkLst>
        </pc:spChg>
        <pc:spChg chg="add mod">
          <ac:chgData name="Popov Savva" userId="bc132019-2944-47dc-b2a0-f031fbe56d5e" providerId="ADAL" clId="{DAD3DCF2-9063-4789-BD48-59ECA7DFC6EA}" dt="2023-03-07T13:45:42.987" v="470" actId="113"/>
          <ac:spMkLst>
            <pc:docMk/>
            <pc:sldMk cId="2643918934" sldId="259"/>
            <ac:spMk id="5" creationId="{3A5DDD60-4D5E-0C5F-07C4-56383A1EF959}"/>
          </ac:spMkLst>
        </pc:spChg>
        <pc:spChg chg="add del mod">
          <ac:chgData name="Popov Savva" userId="bc132019-2944-47dc-b2a0-f031fbe56d5e" providerId="ADAL" clId="{DAD3DCF2-9063-4789-BD48-59ECA7DFC6EA}" dt="2023-03-07T06:48:46.962" v="143" actId="478"/>
          <ac:spMkLst>
            <pc:docMk/>
            <pc:sldMk cId="2643918934" sldId="259"/>
            <ac:spMk id="5" creationId="{D0748E66-2B36-F3F5-B3A0-756DF24C61E4}"/>
          </ac:spMkLst>
        </pc:spChg>
        <pc:picChg chg="add mod">
          <ac:chgData name="Popov Savva" userId="bc132019-2944-47dc-b2a0-f031fbe56d5e" providerId="ADAL" clId="{DAD3DCF2-9063-4789-BD48-59ECA7DFC6EA}" dt="2023-03-07T13:44:55.886" v="461" actId="1076"/>
          <ac:picMkLst>
            <pc:docMk/>
            <pc:sldMk cId="2643918934" sldId="259"/>
            <ac:picMk id="1026" creationId="{2726C4C5-DEF4-A600-76FA-C727688FCABE}"/>
          </ac:picMkLst>
        </pc:picChg>
        <pc:picChg chg="add del mod">
          <ac:chgData name="Popov Savva" userId="bc132019-2944-47dc-b2a0-f031fbe56d5e" providerId="ADAL" clId="{DAD3DCF2-9063-4789-BD48-59ECA7DFC6EA}" dt="2023-03-07T11:20:24.641" v="171"/>
          <ac:picMkLst>
            <pc:docMk/>
            <pc:sldMk cId="2643918934" sldId="259"/>
            <ac:picMk id="1026" creationId="{ACA222E8-3DA1-F5D1-7FEA-D92704098835}"/>
          </ac:picMkLst>
        </pc:picChg>
        <pc:picChg chg="add mod">
          <ac:chgData name="Popov Savva" userId="bc132019-2944-47dc-b2a0-f031fbe56d5e" providerId="ADAL" clId="{DAD3DCF2-9063-4789-BD48-59ECA7DFC6EA}" dt="2023-03-07T11:24:48.405" v="208" actId="1076"/>
          <ac:picMkLst>
            <pc:docMk/>
            <pc:sldMk cId="2643918934" sldId="259"/>
            <ac:picMk id="1028" creationId="{710D655A-C228-A429-0C00-6802F18AB776}"/>
          </ac:picMkLst>
        </pc:picChg>
      </pc:sldChg>
      <pc:sldChg chg="delSp modSp new mod">
        <pc:chgData name="Popov Savva" userId="bc132019-2944-47dc-b2a0-f031fbe56d5e" providerId="ADAL" clId="{DAD3DCF2-9063-4789-BD48-59ECA7DFC6EA}" dt="2023-03-07T14:04:34.823" v="547" actId="113"/>
        <pc:sldMkLst>
          <pc:docMk/>
          <pc:sldMk cId="1551393235" sldId="260"/>
        </pc:sldMkLst>
        <pc:spChg chg="del">
          <ac:chgData name="Popov Savva" userId="bc132019-2944-47dc-b2a0-f031fbe56d5e" providerId="ADAL" clId="{DAD3DCF2-9063-4789-BD48-59ECA7DFC6EA}" dt="2023-03-07T14:04:15.341" v="545" actId="21"/>
          <ac:spMkLst>
            <pc:docMk/>
            <pc:sldMk cId="1551393235" sldId="260"/>
            <ac:spMk id="2" creationId="{84711C24-F09A-E6F6-B7E3-8F9B16874C9F}"/>
          </ac:spMkLst>
        </pc:spChg>
        <pc:spChg chg="mod">
          <ac:chgData name="Popov Savva" userId="bc132019-2944-47dc-b2a0-f031fbe56d5e" providerId="ADAL" clId="{DAD3DCF2-9063-4789-BD48-59ECA7DFC6EA}" dt="2023-03-07T14:04:34.823" v="547" actId="113"/>
          <ac:spMkLst>
            <pc:docMk/>
            <pc:sldMk cId="1551393235" sldId="260"/>
            <ac:spMk id="3" creationId="{6DE703D9-2FC8-3179-C91C-8184DC51967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20:08:11.58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3019.08911"/>
      <inkml:brushProperty name="anchorY" value="-6566.90137"/>
      <inkml:brushProperty name="scaleFactor" value="0.5"/>
    </inkml:brush>
  </inkml:definitions>
  <inkml:trace contextRef="#ctx0" brushRef="#br0">1 11 24575,'0'0'0,"0"-5"0,0-1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43E9-66D4-44C4-A3D4-A3A3D20EF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F013-B87F-7078-E8DE-4D2501E4E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D9BAF-B0AD-FFE7-73F1-6CEDAA91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F6B8-9B52-DAB7-B147-341E7AE5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ABE1-BECB-64DA-A00B-B560373C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8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967E-2F7C-3C77-6616-D0D4B9F6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502F6-C18F-D8CE-9B8D-44282A382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F0CC9-40EF-3ADF-1995-6C3DB22B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FBAA0-D834-0C8E-5AB5-762E54A8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F8DAD-86C6-4A5B-57F6-41E433E4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4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044B-BDF0-C6E1-1BC7-0A58E870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B6D05-0B83-7A84-F828-FEE623112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0FD-8FDF-A9C8-5709-C72A0980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8174-1F27-F89B-E8B5-024EF0FA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C9D0-9BDC-A338-22C6-8B0E045F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90AC-D1AB-FA58-7E26-42941A6B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059DC-44C3-F79F-CA15-21B8A823E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2C9B8-AE26-9608-0DB1-F0EDCEDDF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754BC-0DFC-D51E-6DED-E43E2C24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E48D7-72C9-0EEA-FE29-07EEE2A3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04A75-E136-2B2C-D893-A6C9F93A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2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CA10-E224-2128-6707-49ABBD2B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7C3B6-9EF4-2FDF-EBA2-E629098BD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D14E5-CEC6-0751-26D0-01C93CE0B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CD1A5-77EE-BFF6-D002-8C9B89B7E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DE73E-BAD0-15E4-DCF6-F209D5F6B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AC050-6CFA-4DB4-421C-B47C054C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37334-3C51-96E9-CDA9-35851C51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7EA04-F1C4-B2C7-02A7-19B5C437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9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8D0A-CA62-73CA-26FA-9E1A17078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9B6F5-CC25-E419-58B4-E3BE88C6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B684D-89E5-EA0B-A39F-DAD04808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C8670-CCF2-698C-1DA0-9251B026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2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7C5B1-F17B-B074-A96C-7702E62E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46384-60D0-C533-25AF-A5B1FD50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A35D9-8E44-7F4F-D4FD-80DE9EB3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C6A7-7E69-27EE-7A3C-0604CB27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8A253-4466-8CB3-1627-3B71C6BA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B62CE-E406-7A42-CF43-2FE161A33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BE06E-0CCB-4C00-448D-1F5C850B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2167C-C715-BABA-14EC-2A8F3F34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30DFB-94C3-E7CB-570F-E37B2714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2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A63F-8B47-7BDE-E8E7-3BA907E9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21D0A-9380-5F06-7556-D30667FB4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E3BB5-FAA9-8A5C-5194-B21F6142D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1680-18E7-D9B1-0C2E-5BF5C562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A0982-82F3-292D-0AB0-1DD3319B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643FD-30D2-28F7-278D-28153B02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4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8B98-7736-CD15-950B-F27764FA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7FAAE-682D-D048-D7B0-377E1C4E7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58FC-BE40-2BE8-07C3-A7F3625C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54DBC-2CA3-33E4-6FEB-B0941367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02B0-238B-8ED2-7CAB-0110FA45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0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11B3A-7A00-A076-8280-2BCA52F9C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46CC8-115D-E9D6-7CAD-55C8382F3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0DC6A-DF46-267F-7A81-850DE120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1096-F9B4-87CE-D37B-08F4ED62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78E6F-F984-0948-267A-360130E9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9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ED635-495C-36D0-BB4B-BE516711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FFC28-DF37-9E40-CD22-5508B4FB2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D1860-F9E6-5B2B-39CC-84A483F48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6F8BA-DD66-4B7A-A584-0EFF8EE264AD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3771-0AFC-41A0-56BB-21D3C881A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3CFB-C147-E789-8741-49714FC35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FD26C-B5B9-4BC8-87FA-28318871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6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Italsk%C3%A1_renesance" TargetMode="External"/><Relationship Id="rId3" Type="http://schemas.openxmlformats.org/officeDocument/2006/relationships/hyperlink" Target="https://cs.wikipedia.org/wiki/1475" TargetMode="External"/><Relationship Id="rId7" Type="http://schemas.openxmlformats.org/officeDocument/2006/relationships/hyperlink" Target="https://cs.wikipedia.org/wiki/%C5%98%C3%ADm" TargetMode="External"/><Relationship Id="rId12" Type="http://schemas.openxmlformats.org/officeDocument/2006/relationships/image" Target="../media/image2.jpeg"/><Relationship Id="rId2" Type="http://schemas.openxmlformats.org/officeDocument/2006/relationships/hyperlink" Target="https://cs.wikipedia.org/wiki/6._b%C5%99ez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1564" TargetMode="External"/><Relationship Id="rId11" Type="http://schemas.openxmlformats.org/officeDocument/2006/relationships/hyperlink" Target="https://cs.wikipedia.org/wiki/Vysok%C3%A1_%C5%A1kola" TargetMode="External"/><Relationship Id="rId5" Type="http://schemas.openxmlformats.org/officeDocument/2006/relationships/hyperlink" Target="https://cs.wikipedia.org/wiki/18._%C3%BAnor" TargetMode="External"/><Relationship Id="rId10" Type="http://schemas.openxmlformats.org/officeDocument/2006/relationships/hyperlink" Target="https://cs.wikipedia.org/wiki/Univerzita" TargetMode="External"/><Relationship Id="rId4" Type="http://schemas.openxmlformats.org/officeDocument/2006/relationships/hyperlink" Target="https://cs.wikipedia.org/wiki/Caprese_Michelangelo" TargetMode="External"/><Relationship Id="rId9" Type="http://schemas.openxmlformats.org/officeDocument/2006/relationships/hyperlink" Target="https://cs.wikipedia.org/wiki/Metafor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group of men lying on the ground&#10;&#10;Description automatically generated with low confidence">
            <a:extLst>
              <a:ext uri="{FF2B5EF4-FFF2-40B4-BE49-F238E27FC236}">
                <a16:creationId xmlns:a16="http://schemas.microsoft.com/office/drawing/2014/main" id="{E94AB3CC-685F-6760-930A-C20CE7AD4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C4262E-F280-FB17-49B0-6C67DC914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0751" y="3600450"/>
            <a:ext cx="8370498" cy="1323974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Linux Libertine"/>
              </a:rPr>
              <a:t>Michelangelo Buonarroti</a:t>
            </a:r>
            <a:br>
              <a:rPr lang="en-US" b="0" i="0" dirty="0">
                <a:effectLst/>
                <a:latin typeface="Linux Libertine"/>
              </a:rPr>
            </a:br>
            <a:r>
              <a:rPr lang="en-US" sz="2000" b="0" i="0" dirty="0">
                <a:effectLst/>
                <a:latin typeface="Linux Libertine"/>
              </a:rPr>
              <a:t>- Savva Popov</a:t>
            </a:r>
            <a:endParaRPr lang="en-US" b="0" i="0" dirty="0"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899864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BA02-0CD7-7C8C-D828-E1760343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8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b="1" i="0" dirty="0">
                <a:solidFill>
                  <a:srgbClr val="202122"/>
                </a:solidFill>
                <a:effectLst/>
              </a:rPr>
              <a:t>   </a:t>
            </a:r>
            <a:endParaRPr lang="cs-CZ" sz="2000" b="1" i="0" dirty="0">
              <a:solidFill>
                <a:srgbClr val="202122"/>
              </a:solidFill>
              <a:effectLst/>
            </a:endParaRPr>
          </a:p>
          <a:p>
            <a:pPr marL="0" indent="0">
              <a:buNone/>
            </a:pPr>
            <a:r>
              <a:rPr lang="it-IT" sz="2000" b="1" i="0" dirty="0"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Michelangelo di Lodovico Buonarroti Simoni:</a:t>
            </a:r>
            <a:endParaRPr lang="en-GB" sz="2000" b="1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r>
              <a:rPr lang="en-US" sz="2000" b="0" i="0" dirty="0">
                <a:effectLst/>
                <a:cs typeface="Arial" panose="020B0604020202020204" pitchFamily="34" charset="0"/>
              </a:rPr>
              <a:t>(</a:t>
            </a:r>
            <a:r>
              <a:rPr lang="en-US" sz="2000" b="0" i="0" strike="noStrike" dirty="0">
                <a:effectLst/>
                <a:cs typeface="Arial" panose="020B0604020202020204" pitchFamily="34" charset="0"/>
                <a:hlinkClick r:id="rId2" tooltip="6. břez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</a:t>
            </a:r>
            <a:r>
              <a:rPr lang="cs-CZ" sz="2000" b="0" i="0" strike="noStrike" dirty="0">
                <a:effectLst/>
                <a:cs typeface="Arial" panose="020B0604020202020204" pitchFamily="34" charset="0"/>
                <a:hlinkClick r:id="rId2" tooltip="6. břez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března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 </a:t>
            </a:r>
            <a:r>
              <a:rPr lang="en-US" sz="2000" b="0" i="0" strike="noStrike" dirty="0">
                <a:effectLst/>
                <a:cs typeface="Arial" panose="020B0604020202020204" pitchFamily="34" charset="0"/>
                <a:hlinkClick r:id="rId3" tooltip="147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1475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 </a:t>
            </a:r>
            <a:r>
              <a:rPr lang="en-US" sz="2000" b="0" i="0" strike="noStrike" dirty="0">
                <a:effectLst/>
                <a:cs typeface="Arial" panose="020B0604020202020204" pitchFamily="34" charset="0"/>
                <a:hlinkClick r:id="rId4" tooltip="Caprese Michelangel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Caprese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 – </a:t>
            </a:r>
            <a:r>
              <a:rPr lang="cs-CZ" sz="2000" dirty="0">
                <a:cs typeface="Arial" panose="020B0604020202020204" pitchFamily="34" charset="0"/>
              </a:rPr>
              <a:t>18</a:t>
            </a:r>
            <a:r>
              <a:rPr lang="en-US" sz="2000" b="0" i="0" strike="noStrike" dirty="0">
                <a:effectLst/>
                <a:cs typeface="Arial" panose="020B0604020202020204" pitchFamily="34" charset="0"/>
                <a:hlinkClick r:id="rId5" tooltip="18. ún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cs-CZ" sz="2000" b="0" i="0" strike="noStrike" dirty="0">
                <a:effectLst/>
                <a:cs typeface="Arial" panose="020B0604020202020204" pitchFamily="34" charset="0"/>
                <a:hlinkClick r:id="rId5" tooltip="18. ún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února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 </a:t>
            </a:r>
            <a:r>
              <a:rPr lang="en-US" sz="2000" b="0" i="0" strike="noStrike" dirty="0">
                <a:effectLst/>
                <a:cs typeface="Arial" panose="020B0604020202020204" pitchFamily="34" charset="0"/>
                <a:hlinkClick r:id="rId6" tooltip="156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1564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 </a:t>
            </a:r>
            <a:r>
              <a:rPr lang="en-US" sz="2000" b="0" i="0" strike="noStrike" dirty="0" err="1">
                <a:effectLst/>
                <a:cs typeface="Arial" panose="020B0604020202020204" pitchFamily="34" charset="0"/>
                <a:hlinkClick r:id="rId7" tooltip="Ří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Řím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)</a:t>
            </a:r>
          </a:p>
          <a:p>
            <a:r>
              <a:rPr lang="en-US" sz="2000" dirty="0" err="1">
                <a:cs typeface="Arial" panose="020B0604020202020204" pitchFamily="34" charset="0"/>
              </a:rPr>
              <a:t>P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řední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představitel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vrcholné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 </a:t>
            </a:r>
            <a:r>
              <a:rPr lang="en-US" sz="2000" b="0" i="0" dirty="0" err="1">
                <a:effectLst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italské</a:t>
            </a:r>
            <a:r>
              <a:rPr lang="en-US" sz="2000" b="0" i="0" dirty="0">
                <a:effectLst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effectLst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renesance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.</a:t>
            </a:r>
          </a:p>
          <a:p>
            <a:r>
              <a:rPr lang="en-US" sz="2000" dirty="0" err="1">
                <a:cs typeface="Arial" panose="020B0604020202020204" pitchFamily="34" charset="0"/>
              </a:rPr>
              <a:t>I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talský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sochař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projektant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malíř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architekt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básník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2000" dirty="0">
                <a:cs typeface="Arial" panose="020B0604020202020204" pitchFamily="34" charset="0"/>
              </a:rPr>
              <a:t>   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inženýr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,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stavitel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 a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spisovatel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.</a:t>
            </a:r>
          </a:p>
          <a:p>
            <a:r>
              <a:rPr lang="en-US" sz="2000" b="0" i="0" dirty="0">
                <a:effectLst/>
                <a:cs typeface="Arial" panose="020B0604020202020204" pitchFamily="34" charset="0"/>
              </a:rPr>
              <a:t>Alma mater</a:t>
            </a:r>
            <a:r>
              <a:rPr lang="cs-CZ" sz="2000" b="0" i="0" dirty="0">
                <a:effectLst/>
                <a:cs typeface="Arial" panose="020B0604020202020204" pitchFamily="34" charset="0"/>
              </a:rPr>
              <a:t> </a:t>
            </a:r>
            <a:r>
              <a:rPr lang="cs-CZ" sz="2000" dirty="0">
                <a:cs typeface="Arial" panose="020B0604020202020204" pitchFamily="34" charset="0"/>
              </a:rPr>
              <a:t>-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Florentská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effectLst/>
                <a:cs typeface="Arial" panose="020B0604020202020204" pitchFamily="34" charset="0"/>
              </a:rPr>
              <a:t>univerzita</a:t>
            </a:r>
            <a:endParaRPr lang="en-US" sz="2000" b="0" i="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cs-CZ" sz="20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cs-CZ" sz="32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cs typeface="Arial" panose="020B0604020202020204" pitchFamily="34" charset="0"/>
              </a:rPr>
              <a:t>*</a:t>
            </a:r>
            <a:r>
              <a:rPr lang="en-GB" sz="1600" b="1" i="0" dirty="0">
                <a:effectLst/>
                <a:cs typeface="Arial" panose="020B0604020202020204" pitchFamily="34" charset="0"/>
              </a:rPr>
              <a:t>alma mater</a:t>
            </a:r>
            <a:r>
              <a:rPr lang="en-GB" sz="1600" b="0" i="0" dirty="0">
                <a:effectLst/>
                <a:cs typeface="Arial" panose="020B0604020202020204" pitchFamily="34" charset="0"/>
              </a:rPr>
              <a:t> </a:t>
            </a:r>
            <a:r>
              <a:rPr lang="en-GB" sz="1600" b="0" i="0" strike="noStrike" dirty="0" err="1">
                <a:effectLst/>
                <a:cs typeface="Arial" panose="020B0604020202020204" pitchFamily="34" charset="0"/>
                <a:hlinkClick r:id="rId9" tooltip="Metafor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metaforicky</a:t>
            </a:r>
            <a:r>
              <a:rPr lang="en-GB" sz="1600" b="0" i="0" dirty="0">
                <a:effectLst/>
                <a:cs typeface="Arial" panose="020B0604020202020204" pitchFamily="34" charset="0"/>
              </a:rPr>
              <a:t> </a:t>
            </a:r>
            <a:r>
              <a:rPr lang="en-GB" sz="1600" b="0" i="0" dirty="0" err="1">
                <a:effectLst/>
                <a:cs typeface="Arial" panose="020B0604020202020204" pitchFamily="34" charset="0"/>
              </a:rPr>
              <a:t>označuje</a:t>
            </a:r>
            <a:r>
              <a:rPr lang="en-GB" sz="1600" b="0" i="0" dirty="0">
                <a:effectLst/>
                <a:cs typeface="Arial" panose="020B0604020202020204" pitchFamily="34" charset="0"/>
              </a:rPr>
              <a:t> </a:t>
            </a:r>
            <a:r>
              <a:rPr lang="en-GB" sz="1600" b="0" i="0" strike="noStrike" dirty="0" err="1">
                <a:effectLst/>
                <a:cs typeface="Arial" panose="020B0604020202020204" pitchFamily="34" charset="0"/>
                <a:hlinkClick r:id="rId10" tooltip="Univerzi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univerzitu</a:t>
            </a:r>
            <a:r>
              <a:rPr lang="en-GB" sz="1600" b="0" i="0" dirty="0">
                <a:effectLst/>
                <a:cs typeface="Arial" panose="020B0604020202020204" pitchFamily="34" charset="0"/>
              </a:rPr>
              <a:t> </a:t>
            </a:r>
            <a:r>
              <a:rPr lang="en-GB" sz="1600" b="0" i="0" dirty="0" err="1">
                <a:effectLst/>
                <a:cs typeface="Arial" panose="020B0604020202020204" pitchFamily="34" charset="0"/>
              </a:rPr>
              <a:t>nebo</a:t>
            </a:r>
            <a:r>
              <a:rPr lang="en-GB" sz="1600" b="0" i="0" dirty="0">
                <a:effectLst/>
                <a:cs typeface="Arial" panose="020B0604020202020204" pitchFamily="34" charset="0"/>
              </a:rPr>
              <a:t> </a:t>
            </a:r>
            <a:r>
              <a:rPr lang="en-GB" sz="1600" b="0" i="0" strike="noStrike" dirty="0" err="1">
                <a:effectLst/>
                <a:cs typeface="Arial" panose="020B0604020202020204" pitchFamily="34" charset="0"/>
                <a:hlinkClick r:id="rId11" tooltip="Vysoká škol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vysokou</a:t>
            </a:r>
            <a:r>
              <a:rPr lang="en-GB" sz="1600" b="0" i="0" strike="noStrike" dirty="0">
                <a:effectLst/>
                <a:cs typeface="Arial" panose="020B0604020202020204" pitchFamily="34" charset="0"/>
                <a:hlinkClick r:id="rId11" tooltip="Vysoká škol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600" b="0" i="0" strike="noStrike" dirty="0" err="1">
                <a:effectLst/>
                <a:cs typeface="Arial" panose="020B0604020202020204" pitchFamily="34" charset="0"/>
                <a:hlinkClick r:id="rId11" tooltip="Vysoká škol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školu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0BCC0E-3132-7947-C1B8-DA158838445C}"/>
              </a:ext>
            </a:extLst>
          </p:cNvPr>
          <p:cNvSpPr txBox="1"/>
          <p:nvPr/>
        </p:nvSpPr>
        <p:spPr>
          <a:xfrm>
            <a:off x="708804" y="747044"/>
            <a:ext cx="3377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</a:t>
            </a:r>
            <a:r>
              <a:rPr lang="cs-CZ" sz="2400" b="1" dirty="0"/>
              <a:t>ÁKLADNÍ INFORMACE</a:t>
            </a:r>
            <a:r>
              <a:rPr lang="en-US" sz="2400" b="1" dirty="0"/>
              <a:t>:</a:t>
            </a:r>
          </a:p>
        </p:txBody>
      </p:sp>
      <p:pic>
        <p:nvPicPr>
          <p:cNvPr id="1026" name="Picture 2" descr="Michelangelo | Biography, Sculptures, David, Pieta, Paintings, Facts, &amp;  Accomplishments | Britannica">
            <a:extLst>
              <a:ext uri="{FF2B5EF4-FFF2-40B4-BE49-F238E27FC236}">
                <a16:creationId xmlns:a16="http://schemas.microsoft.com/office/drawing/2014/main" id="{01C72BB0-ADCD-3B08-C818-03339CC3B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612" y="1528785"/>
            <a:ext cx="2669978" cy="3800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3690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0ED0-34FF-B53C-0EAB-76853466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i="0" dirty="0">
                <a:solidFill>
                  <a:srgbClr val="000000"/>
                </a:solidFill>
                <a:effectLst/>
                <a:latin typeface="+mn-lt"/>
              </a:rPr>
              <a:t>V</a:t>
            </a:r>
            <a:r>
              <a:rPr lang="cs-CZ" sz="2400" b="1" i="0" dirty="0">
                <a:solidFill>
                  <a:srgbClr val="000000"/>
                </a:solidFill>
                <a:effectLst/>
                <a:latin typeface="+mn-lt"/>
              </a:rPr>
              <a:t>ÝZNAMNÁ DÍLA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endParaRPr lang="en-GB" sz="2400" b="1" dirty="0">
              <a:latin typeface="+mn-lt"/>
            </a:endParaRPr>
          </a:p>
        </p:txBody>
      </p:sp>
      <p:pic>
        <p:nvPicPr>
          <p:cNvPr id="1026" name="Picture 2" descr="Michelangelo's David: Admire World's Greatest Sculpture at Accademia  GalleryAccademia.org">
            <a:extLst>
              <a:ext uri="{FF2B5EF4-FFF2-40B4-BE49-F238E27FC236}">
                <a16:creationId xmlns:a16="http://schemas.microsoft.com/office/drawing/2014/main" id="{9A5AFCC4-C584-1CD6-58CC-BE34332FDB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" y="1512888"/>
            <a:ext cx="2335218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461E0C-2B29-B341-9218-9611769162AE}"/>
              </a:ext>
            </a:extLst>
          </p:cNvPr>
          <p:cNvSpPr txBox="1"/>
          <p:nvPr/>
        </p:nvSpPr>
        <p:spPr>
          <a:xfrm>
            <a:off x="838200" y="6020433"/>
            <a:ext cx="264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DAVID </a:t>
            </a:r>
            <a:r>
              <a:rPr lang="en-GB" b="0" i="0" dirty="0">
                <a:solidFill>
                  <a:srgbClr val="202122"/>
                </a:solidFill>
                <a:effectLst/>
              </a:rPr>
              <a:t>1504, h </a:t>
            </a:r>
            <a:r>
              <a:rPr lang="en-GB" dirty="0">
                <a:solidFill>
                  <a:srgbClr val="202122"/>
                </a:solidFill>
              </a:rPr>
              <a:t>= 4m</a:t>
            </a:r>
            <a:endParaRPr lang="en-GB" dirty="0"/>
          </a:p>
        </p:txBody>
      </p:sp>
      <p:pic>
        <p:nvPicPr>
          <p:cNvPr id="1030" name="Picture 6" descr="Michelangelovi se do Sixtinské kaple nechtělo. Nakonec vytvořil jedno z  nejpozoruhodnějších uměleckých děl renesance – G.cz">
            <a:extLst>
              <a:ext uri="{FF2B5EF4-FFF2-40B4-BE49-F238E27FC236}">
                <a16:creationId xmlns:a16="http://schemas.microsoft.com/office/drawing/2014/main" id="{8A1C820D-081F-89B0-6C61-5ADFAF7E1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44" y="1418352"/>
            <a:ext cx="6642056" cy="44458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E9B07B-805E-6B25-AA90-DD455832EBE7}"/>
              </a:ext>
            </a:extLst>
          </p:cNvPr>
          <p:cNvSpPr txBox="1"/>
          <p:nvPr/>
        </p:nvSpPr>
        <p:spPr>
          <a:xfrm>
            <a:off x="6810554" y="6020433"/>
            <a:ext cx="256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0" dirty="0">
                <a:solidFill>
                  <a:srgbClr val="000000"/>
                </a:solidFill>
                <a:effectLst/>
              </a:rPr>
              <a:t>- </a:t>
            </a:r>
            <a:r>
              <a:rPr lang="en-GB" b="0" i="0" dirty="0">
                <a:solidFill>
                  <a:srgbClr val="202122"/>
                </a:solidFill>
                <a:effectLst/>
              </a:rPr>
              <a:t>SIXTINSK</a:t>
            </a:r>
            <a:r>
              <a:rPr lang="cs-CZ" dirty="0">
                <a:solidFill>
                  <a:srgbClr val="202122"/>
                </a:solidFill>
              </a:rPr>
              <a:t>Á KAPLE </a:t>
            </a:r>
            <a:r>
              <a:rPr lang="en-GB" b="0" i="0" dirty="0">
                <a:solidFill>
                  <a:srgbClr val="202122"/>
                </a:solidFill>
                <a:effectLst/>
              </a:rPr>
              <a:t>1508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712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33C7-ED6E-5C75-5BDF-D1A07A4F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366" y="31603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DAVID</a:t>
            </a:r>
            <a:endParaRPr lang="cs-CZ" sz="2600" b="1" dirty="0"/>
          </a:p>
          <a:p>
            <a:r>
              <a:rPr lang="en-US" sz="1700" dirty="0" err="1"/>
              <a:t>Socha</a:t>
            </a:r>
            <a:r>
              <a:rPr lang="en-US" sz="1700" dirty="0"/>
              <a:t> </a:t>
            </a:r>
            <a:r>
              <a:rPr lang="en-US" sz="1700" dirty="0" err="1"/>
              <a:t>vyniká</a:t>
            </a:r>
            <a:r>
              <a:rPr lang="en-US" sz="1700" dirty="0"/>
              <a:t> </a:t>
            </a:r>
            <a:r>
              <a:rPr lang="en-US" sz="1700" dirty="0" err="1"/>
              <a:t>realističností</a:t>
            </a:r>
            <a:r>
              <a:rPr lang="en-US" sz="1700" dirty="0"/>
              <a:t> a </a:t>
            </a:r>
            <a:r>
              <a:rPr lang="en-US" sz="1700" dirty="0" err="1"/>
              <a:t>smyslem</a:t>
            </a:r>
            <a:r>
              <a:rPr lang="en-US" sz="1700" dirty="0"/>
              <a:t> pro detail.</a:t>
            </a:r>
          </a:p>
          <a:p>
            <a:r>
              <a:rPr lang="en-US" sz="1700" dirty="0" err="1"/>
              <a:t>Byl</a:t>
            </a:r>
            <a:r>
              <a:rPr lang="en-US" sz="1700" dirty="0"/>
              <a:t> </a:t>
            </a:r>
            <a:r>
              <a:rPr lang="en-US" sz="1700" dirty="0" err="1"/>
              <a:t>vytesán</a:t>
            </a:r>
            <a:r>
              <a:rPr lang="en-US" sz="1700" dirty="0"/>
              <a:t> z </a:t>
            </a:r>
            <a:r>
              <a:rPr lang="en-US" sz="1700" dirty="0" err="1"/>
              <a:t>jediného</a:t>
            </a:r>
            <a:r>
              <a:rPr lang="en-US" sz="1700" dirty="0"/>
              <a:t> </a:t>
            </a:r>
            <a:r>
              <a:rPr lang="en-US" sz="1700" dirty="0" err="1"/>
              <a:t>bloku</a:t>
            </a:r>
            <a:r>
              <a:rPr lang="en-US" sz="1700" dirty="0"/>
              <a:t> </a:t>
            </a:r>
            <a:r>
              <a:rPr lang="en-US" sz="1700" dirty="0" err="1"/>
              <a:t>mramoru</a:t>
            </a:r>
            <a:r>
              <a:rPr lang="en-US" sz="1700" dirty="0"/>
              <a:t> </a:t>
            </a:r>
            <a:r>
              <a:rPr lang="en-US" sz="1700" dirty="0" err="1"/>
              <a:t>vytěženého</a:t>
            </a:r>
            <a:r>
              <a:rPr lang="en-US" sz="1700" dirty="0"/>
              <a:t> v </a:t>
            </a:r>
            <a:r>
              <a:rPr lang="en-US" sz="1700" dirty="0" err="1"/>
              <a:t>italské</a:t>
            </a:r>
            <a:r>
              <a:rPr lang="en-US" sz="1700" dirty="0"/>
              <a:t> </a:t>
            </a:r>
            <a:r>
              <a:rPr lang="en-US" sz="1700" dirty="0" err="1"/>
              <a:t>Carraře</a:t>
            </a:r>
            <a:r>
              <a:rPr lang="en-US" sz="1700" dirty="0"/>
              <a:t>. </a:t>
            </a:r>
          </a:p>
          <a:p>
            <a:r>
              <a:rPr lang="en-GB" sz="1700" dirty="0" err="1"/>
              <a:t>Když</a:t>
            </a:r>
            <a:r>
              <a:rPr lang="en-GB" sz="1700" dirty="0"/>
              <a:t> </a:t>
            </a:r>
            <a:r>
              <a:rPr lang="en-GB" sz="1700" dirty="0" err="1"/>
              <a:t>byl</a:t>
            </a:r>
            <a:r>
              <a:rPr lang="en-GB" sz="1700" dirty="0"/>
              <a:t> Michelangelo </a:t>
            </a:r>
            <a:r>
              <a:rPr lang="en-GB" sz="1700" dirty="0" err="1"/>
              <a:t>pověřen</a:t>
            </a:r>
            <a:r>
              <a:rPr lang="en-GB" sz="1700" dirty="0"/>
              <a:t> </a:t>
            </a:r>
            <a:r>
              <a:rPr lang="en-GB" sz="1700" dirty="0" err="1"/>
              <a:t>vytvořením</a:t>
            </a:r>
            <a:r>
              <a:rPr lang="en-GB" sz="1700" dirty="0"/>
              <a:t> </a:t>
            </a:r>
            <a:r>
              <a:rPr lang="en-GB" sz="1700" dirty="0" err="1"/>
              <a:t>sochy</a:t>
            </a:r>
            <a:r>
              <a:rPr lang="en-GB" sz="1700" dirty="0"/>
              <a:t>, </a:t>
            </a:r>
            <a:r>
              <a:rPr lang="en-GB" sz="1700" dirty="0" err="1"/>
              <a:t>bylo</a:t>
            </a:r>
            <a:r>
              <a:rPr lang="en-GB" sz="1700" dirty="0"/>
              <a:t> mu 26 let.</a:t>
            </a:r>
            <a:endParaRPr lang="cs-CZ" sz="1700" dirty="0"/>
          </a:p>
          <a:p>
            <a:r>
              <a:rPr lang="en-GB" sz="1700" dirty="0"/>
              <a:t>“</a:t>
            </a:r>
            <a:r>
              <a:rPr lang="en-GB" sz="1700" dirty="0" err="1"/>
              <a:t>Michelangelův</a:t>
            </a:r>
            <a:r>
              <a:rPr lang="en-GB" sz="1700" dirty="0"/>
              <a:t> David, </a:t>
            </a:r>
            <a:r>
              <a:rPr lang="en-GB" sz="1700" dirty="0" err="1"/>
              <a:t>pravděpodobně</a:t>
            </a:r>
            <a:r>
              <a:rPr lang="en-GB" sz="1700" dirty="0"/>
              <a:t> </a:t>
            </a:r>
            <a:r>
              <a:rPr lang="en-GB" sz="1700" dirty="0" err="1"/>
              <a:t>nejslavnější</a:t>
            </a:r>
            <a:r>
              <a:rPr lang="en-GB" sz="1700" dirty="0"/>
              <a:t> </a:t>
            </a:r>
            <a:r>
              <a:rPr lang="en-GB" sz="1700" dirty="0" err="1"/>
              <a:t>socha</a:t>
            </a:r>
            <a:r>
              <a:rPr lang="en-GB" sz="1700" dirty="0"/>
              <a:t> </a:t>
            </a:r>
            <a:r>
              <a:rPr lang="en-GB" sz="1700" dirty="0" err="1"/>
              <a:t>na</a:t>
            </a:r>
            <a:r>
              <a:rPr lang="en-GB" sz="1700" dirty="0"/>
              <a:t> </a:t>
            </a:r>
            <a:r>
              <a:rPr lang="en-GB" sz="1700" dirty="0" err="1"/>
              <a:t>světě</a:t>
            </a:r>
            <a:r>
              <a:rPr lang="en-GB" sz="1700" dirty="0"/>
              <a:t>, </a:t>
            </a:r>
            <a:br>
              <a:rPr lang="cs-CZ" sz="1700" dirty="0"/>
            </a:br>
            <a:r>
              <a:rPr lang="en-GB" sz="1700" dirty="0" err="1"/>
              <a:t>byl</a:t>
            </a:r>
            <a:r>
              <a:rPr lang="cs-CZ" sz="1700" dirty="0"/>
              <a:t>a</a:t>
            </a:r>
            <a:r>
              <a:rPr lang="en-GB" sz="1700" dirty="0"/>
              <a:t> </a:t>
            </a:r>
            <a:r>
              <a:rPr lang="en-GB" sz="1700" dirty="0" err="1"/>
              <a:t>dnes</a:t>
            </a:r>
            <a:r>
              <a:rPr lang="en-GB" sz="1700" dirty="0"/>
              <a:t> </a:t>
            </a:r>
            <a:r>
              <a:rPr lang="en-GB" sz="1700" dirty="0" err="1"/>
              <a:t>ve</a:t>
            </a:r>
            <a:r>
              <a:rPr lang="en-GB" sz="1700" dirty="0"/>
              <a:t> </a:t>
            </a:r>
            <a:r>
              <a:rPr lang="en-GB" sz="1700" dirty="0" err="1"/>
              <a:t>florentském</a:t>
            </a:r>
            <a:r>
              <a:rPr lang="en-GB" sz="1700" dirty="0"/>
              <a:t> </a:t>
            </a:r>
            <a:r>
              <a:rPr lang="en-GB" sz="1700" dirty="0" err="1"/>
              <a:t>muzeu</a:t>
            </a:r>
            <a:r>
              <a:rPr lang="en-GB" sz="1700" dirty="0"/>
              <a:t> </a:t>
            </a:r>
            <a:r>
              <a:rPr lang="en-GB" sz="1700" dirty="0" err="1"/>
              <a:t>poškozen</a:t>
            </a:r>
            <a:r>
              <a:rPr lang="cs-CZ" sz="1700" dirty="0"/>
              <a:t>a</a:t>
            </a:r>
            <a:r>
              <a:rPr lang="en-GB" sz="1700" dirty="0"/>
              <a:t>, </a:t>
            </a:r>
            <a:r>
              <a:rPr lang="en-GB" sz="1700" dirty="0" err="1"/>
              <a:t>když</a:t>
            </a:r>
            <a:r>
              <a:rPr lang="en-GB" sz="1700" dirty="0"/>
              <a:t> </a:t>
            </a:r>
            <a:r>
              <a:rPr lang="en-GB" sz="1700" dirty="0" err="1"/>
              <a:t>muž</a:t>
            </a:r>
            <a:r>
              <a:rPr lang="en-GB" sz="1700" dirty="0"/>
              <a:t>, </a:t>
            </a:r>
            <a:r>
              <a:rPr lang="en-GB" sz="1700" dirty="0" err="1"/>
              <a:t>kterého</a:t>
            </a:r>
            <a:r>
              <a:rPr lang="en-GB" sz="1700" dirty="0"/>
              <a:t> </a:t>
            </a:r>
            <a:r>
              <a:rPr lang="en-GB" sz="1700" dirty="0" err="1"/>
              <a:t>policie</a:t>
            </a:r>
            <a:r>
              <a:rPr lang="en-GB" sz="1700" dirty="0"/>
              <a:t> </a:t>
            </a:r>
            <a:br>
              <a:rPr lang="cs-CZ" sz="1700" dirty="0"/>
            </a:br>
            <a:r>
              <a:rPr lang="en-GB" sz="1700" dirty="0" err="1"/>
              <a:t>označila</a:t>
            </a:r>
            <a:r>
              <a:rPr lang="en-GB" sz="1700" dirty="0"/>
              <a:t> za </a:t>
            </a:r>
            <a:r>
              <a:rPr lang="en-GB" sz="1700" dirty="0" err="1"/>
              <a:t>vyšinutého</a:t>
            </a:r>
            <a:r>
              <a:rPr lang="en-GB" sz="1700" dirty="0"/>
              <a:t>, </a:t>
            </a:r>
            <a:r>
              <a:rPr lang="en-GB" sz="1700" dirty="0" err="1"/>
              <a:t>zlomil</a:t>
            </a:r>
            <a:r>
              <a:rPr lang="en-GB" sz="1700" dirty="0"/>
              <a:t> </a:t>
            </a:r>
            <a:r>
              <a:rPr lang="en-GB" sz="1700" dirty="0" err="1"/>
              <a:t>kladivem</a:t>
            </a:r>
            <a:r>
              <a:rPr lang="en-GB" sz="1700" dirty="0"/>
              <a:t> </a:t>
            </a:r>
            <a:r>
              <a:rPr lang="en-GB" sz="1700" dirty="0" err="1"/>
              <a:t>část</a:t>
            </a:r>
            <a:r>
              <a:rPr lang="en-GB" sz="1700" dirty="0"/>
              <a:t> </a:t>
            </a:r>
            <a:r>
              <a:rPr lang="en-GB" sz="1700" dirty="0" err="1"/>
              <a:t>prstu</a:t>
            </a:r>
            <a:r>
              <a:rPr lang="en-GB" sz="1700" dirty="0"/>
              <a:t> </a:t>
            </a:r>
            <a:r>
              <a:rPr lang="en-GB" sz="1700" dirty="0" err="1"/>
              <a:t>na</a:t>
            </a:r>
            <a:r>
              <a:rPr lang="en-GB" sz="1700" dirty="0"/>
              <a:t> </a:t>
            </a:r>
            <a:r>
              <a:rPr lang="en-GB" sz="1700" dirty="0" err="1"/>
              <a:t>noze</a:t>
            </a:r>
            <a:r>
              <a:rPr lang="en-GB" sz="1700" dirty="0"/>
              <a:t> a </a:t>
            </a:r>
            <a:r>
              <a:rPr lang="en-GB" sz="1700" dirty="0" err="1"/>
              <a:t>tvrdil</a:t>
            </a:r>
            <a:r>
              <a:rPr lang="en-GB" sz="1700" dirty="0"/>
              <a:t>, </a:t>
            </a:r>
            <a:br>
              <a:rPr lang="cs-CZ" sz="1700" dirty="0"/>
            </a:br>
            <a:r>
              <a:rPr lang="en-GB" sz="1700" dirty="0" err="1"/>
              <a:t>že</a:t>
            </a:r>
            <a:r>
              <a:rPr lang="en-GB" sz="1700" dirty="0"/>
              <a:t> mu to </a:t>
            </a:r>
            <a:r>
              <a:rPr lang="en-GB" sz="1700" dirty="0" err="1"/>
              <a:t>nařídil</a:t>
            </a:r>
            <a:r>
              <a:rPr lang="en-GB" sz="1700" dirty="0"/>
              <a:t> model </a:t>
            </a:r>
            <a:r>
              <a:rPr lang="en-GB" sz="1700" dirty="0" err="1"/>
              <a:t>benátského</a:t>
            </a:r>
            <a:r>
              <a:rPr lang="en-GB" sz="1700" dirty="0"/>
              <a:t> </a:t>
            </a:r>
            <a:r>
              <a:rPr lang="en-GB" sz="1700" dirty="0" err="1"/>
              <a:t>malíře</a:t>
            </a:r>
            <a:r>
              <a:rPr lang="en-GB" sz="1700" dirty="0"/>
              <a:t> ze 16. </a:t>
            </a:r>
            <a:r>
              <a:rPr lang="en-GB" sz="1700" dirty="0" err="1"/>
              <a:t>století</a:t>
            </a:r>
            <a:r>
              <a:rPr lang="en-GB" sz="1700" dirty="0"/>
              <a:t>.</a:t>
            </a:r>
            <a:r>
              <a:rPr lang="en-US" sz="1700" dirty="0"/>
              <a:t>” </a:t>
            </a:r>
            <a:br>
              <a:rPr lang="en-US" sz="1700" dirty="0"/>
            </a:br>
            <a:r>
              <a:rPr lang="en-US" sz="1700" b="1" i="1" dirty="0"/>
              <a:t>The </a:t>
            </a:r>
            <a:r>
              <a:rPr lang="en-US" sz="1700" b="1" i="1" dirty="0" err="1"/>
              <a:t>NewYork</a:t>
            </a:r>
            <a:r>
              <a:rPr lang="en-US" sz="1700" b="1" i="1" dirty="0"/>
              <a:t> Times - 1991</a:t>
            </a:r>
            <a:endParaRPr lang="en-GB" sz="1700" b="1" i="1" dirty="0"/>
          </a:p>
        </p:txBody>
      </p:sp>
      <p:pic>
        <p:nvPicPr>
          <p:cNvPr id="1028" name="Picture 4" descr="Close-Up Photos Of Michelangelo's David Statue | Bored Panda">
            <a:extLst>
              <a:ext uri="{FF2B5EF4-FFF2-40B4-BE49-F238E27FC236}">
                <a16:creationId xmlns:a16="http://schemas.microsoft.com/office/drawing/2014/main" id="{710D655A-C228-A429-0C00-6802F18AB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011" y="316033"/>
            <a:ext cx="2257742" cy="28839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2D93A-0CC3-01F8-600F-938D82D94C59}"/>
              </a:ext>
            </a:extLst>
          </p:cNvPr>
          <p:cNvSpPr txBox="1"/>
          <p:nvPr/>
        </p:nvSpPr>
        <p:spPr>
          <a:xfrm>
            <a:off x="8228488" y="3199960"/>
            <a:ext cx="313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cs-CZ" dirty="0"/>
              <a:t> </a:t>
            </a:r>
            <a:r>
              <a:rPr lang="pt-BR" dirty="0"/>
              <a:t>žíly na Davidových pažích</a:t>
            </a:r>
            <a:r>
              <a:rPr lang="cs-CZ" dirty="0"/>
              <a:t>.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2D6DB9-427D-8359-70F1-D9AA45F5E8F6}"/>
              </a:ext>
            </a:extLst>
          </p:cNvPr>
          <p:cNvSpPr txBox="1">
            <a:spLocks/>
          </p:cNvSpPr>
          <p:nvPr/>
        </p:nvSpPr>
        <p:spPr>
          <a:xfrm>
            <a:off x="875034" y="35692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SIXTINSK</a:t>
            </a:r>
            <a:r>
              <a:rPr lang="cs-CZ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Á KAPLE</a:t>
            </a:r>
            <a:endParaRPr lang="cs-CZ" sz="2000" b="1" dirty="0"/>
          </a:p>
          <a:p>
            <a:r>
              <a:rPr lang="cs-CZ" sz="1800" dirty="0" err="1"/>
              <a:t>Nachazí</a:t>
            </a:r>
            <a:r>
              <a:rPr lang="cs-CZ" sz="1800" dirty="0"/>
              <a:t> se v </a:t>
            </a:r>
            <a:r>
              <a:rPr lang="en-GB" sz="1800" dirty="0" err="1"/>
              <a:t>Vatikán</a:t>
            </a:r>
            <a:r>
              <a:rPr lang="cs-CZ" sz="1800" dirty="0"/>
              <a:t>u</a:t>
            </a:r>
            <a:r>
              <a:rPr lang="en-GB" sz="1800" dirty="0"/>
              <a:t>, </a:t>
            </a:r>
            <a:r>
              <a:rPr lang="en-GB" sz="1800" dirty="0" err="1"/>
              <a:t>Řím</a:t>
            </a:r>
            <a:r>
              <a:rPr lang="en-GB" sz="1800" dirty="0"/>
              <a:t>, </a:t>
            </a:r>
            <a:r>
              <a:rPr lang="en-GB" sz="1800" dirty="0" err="1"/>
              <a:t>Itálie</a:t>
            </a:r>
            <a:r>
              <a:rPr lang="cs-CZ" sz="1800" dirty="0"/>
              <a:t>.</a:t>
            </a:r>
          </a:p>
          <a:p>
            <a:r>
              <a:rPr lang="en-GB" sz="1800" dirty="0"/>
              <a:t>Je </a:t>
            </a:r>
            <a:r>
              <a:rPr lang="en-GB" sz="1800" dirty="0" err="1"/>
              <a:t>pojmenován</a:t>
            </a:r>
            <a:r>
              <a:rPr lang="en-GB" sz="1800" dirty="0"/>
              <a:t> po </a:t>
            </a:r>
            <a:r>
              <a:rPr lang="en-GB" sz="1800" dirty="0" err="1"/>
              <a:t>papeži</a:t>
            </a:r>
            <a:r>
              <a:rPr lang="en-GB" sz="1800" dirty="0"/>
              <a:t> </a:t>
            </a:r>
            <a:r>
              <a:rPr lang="en-GB" sz="1800" dirty="0" err="1"/>
              <a:t>Sixtovi</a:t>
            </a:r>
            <a:r>
              <a:rPr lang="en-GB" sz="1800" dirty="0"/>
              <a:t> IV.</a:t>
            </a:r>
            <a:endParaRPr lang="cs-CZ" sz="1800" dirty="0"/>
          </a:p>
          <a:p>
            <a:r>
              <a:rPr lang="en-US" sz="1800" dirty="0"/>
              <a:t>Z</a:t>
            </a:r>
            <a:r>
              <a:rPr lang="cs-CZ" sz="1800" dirty="0"/>
              <a:t>obrazují výjevy </a:t>
            </a:r>
            <a:r>
              <a:rPr lang="en-US" sz="1800" dirty="0"/>
              <a:t>z </a:t>
            </a:r>
            <a:r>
              <a:rPr lang="en-US" sz="1800" dirty="0" err="1"/>
              <a:t>knihy</a:t>
            </a:r>
            <a:r>
              <a:rPr lang="en-US" sz="1800" dirty="0"/>
              <a:t> </a:t>
            </a:r>
            <a:r>
              <a:rPr lang="cs-CZ" sz="1800" dirty="0"/>
              <a:t>„</a:t>
            </a:r>
            <a:r>
              <a:rPr lang="en-GB" sz="1800" dirty="0"/>
              <a:t>Genesis</a:t>
            </a:r>
            <a:r>
              <a:rPr lang="en-US" sz="1800" dirty="0"/>
              <a:t>”</a:t>
            </a:r>
            <a:r>
              <a:rPr lang="en-GB" sz="1800" dirty="0"/>
              <a:t> (</a:t>
            </a:r>
            <a:r>
              <a:rPr lang="en-GB" sz="1800" dirty="0" err="1"/>
              <a:t>Starý</a:t>
            </a:r>
            <a:r>
              <a:rPr lang="en-GB" sz="1800" dirty="0"/>
              <a:t> </a:t>
            </a:r>
            <a:r>
              <a:rPr lang="en-GB" sz="1800" dirty="0" err="1"/>
              <a:t>zákon</a:t>
            </a:r>
            <a:r>
              <a:rPr lang="en-GB" sz="1800" dirty="0"/>
              <a:t>).</a:t>
            </a:r>
          </a:p>
          <a:p>
            <a:pPr marL="0" indent="0">
              <a:buNone/>
            </a:pPr>
            <a:r>
              <a:rPr lang="en-GB" sz="1800" dirty="0"/>
              <a:t>   </a:t>
            </a:r>
            <a:r>
              <a:rPr lang="en-GB" sz="1800" dirty="0" err="1"/>
              <a:t>včetně</a:t>
            </a:r>
            <a:r>
              <a:rPr lang="en-GB" sz="1800" dirty="0"/>
              <a:t> </a:t>
            </a:r>
            <a:r>
              <a:rPr lang="en-GB" sz="1800" dirty="0" err="1"/>
              <a:t>stvoření</a:t>
            </a:r>
            <a:r>
              <a:rPr lang="en-GB" sz="1800" dirty="0"/>
              <a:t> </a:t>
            </a:r>
            <a:r>
              <a:rPr lang="en-GB" sz="1800" dirty="0" err="1"/>
              <a:t>Adama</a:t>
            </a:r>
            <a:r>
              <a:rPr lang="en-GB" sz="1800" dirty="0"/>
              <a:t> a Evy, </a:t>
            </a:r>
            <a:r>
              <a:rPr lang="en-GB" sz="1800" dirty="0" err="1"/>
              <a:t>pokušení</a:t>
            </a:r>
            <a:r>
              <a:rPr lang="en-GB" sz="1800" dirty="0"/>
              <a:t> a </a:t>
            </a:r>
            <a:r>
              <a:rPr lang="en-GB" sz="1800" dirty="0" err="1"/>
              <a:t>pádu</a:t>
            </a:r>
            <a:r>
              <a:rPr lang="en-GB" sz="1800" dirty="0"/>
              <a:t> </a:t>
            </a:r>
            <a:r>
              <a:rPr lang="en-GB" sz="1800" dirty="0" err="1"/>
              <a:t>člověka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   a </a:t>
            </a:r>
            <a:r>
              <a:rPr lang="en-GB" sz="1800" dirty="0" err="1"/>
              <a:t>příběhu</a:t>
            </a:r>
            <a:r>
              <a:rPr lang="en-GB" sz="1800" dirty="0"/>
              <a:t> o </a:t>
            </a:r>
            <a:r>
              <a:rPr lang="en-GB" sz="1800" dirty="0" err="1"/>
              <a:t>Noemově</a:t>
            </a:r>
            <a:r>
              <a:rPr lang="en-GB" sz="1800" dirty="0"/>
              <a:t> </a:t>
            </a:r>
            <a:r>
              <a:rPr lang="en-GB" sz="1800" dirty="0" err="1"/>
              <a:t>arše</a:t>
            </a:r>
            <a:r>
              <a:rPr lang="en-GB" sz="1800" dirty="0"/>
              <a:t>.</a:t>
            </a:r>
          </a:p>
          <a:p>
            <a:endParaRPr lang="en-GB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26C4C5-DEF4-A600-76FA-C727688FC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76" y="3658040"/>
            <a:ext cx="4070504" cy="27191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5DDD60-4D5E-0C5F-07C4-56383A1EF959}"/>
              </a:ext>
            </a:extLst>
          </p:cNvPr>
          <p:cNvSpPr txBox="1"/>
          <p:nvPr/>
        </p:nvSpPr>
        <p:spPr>
          <a:xfrm>
            <a:off x="8669011" y="6394168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cs-CZ" b="1" dirty="0"/>
              <a:t> </a:t>
            </a:r>
            <a:r>
              <a:rPr lang="cs-CZ" sz="1800" b="1" dirty="0"/>
              <a:t>„</a:t>
            </a:r>
            <a:r>
              <a:rPr lang="cs-CZ" dirty="0"/>
              <a:t>S</a:t>
            </a:r>
            <a:r>
              <a:rPr lang="en-GB" sz="1800" dirty="0" err="1"/>
              <a:t>tvoření</a:t>
            </a:r>
            <a:r>
              <a:rPr lang="en-GB" sz="1800" dirty="0"/>
              <a:t> </a:t>
            </a:r>
            <a:r>
              <a:rPr lang="en-GB" sz="1800" dirty="0" err="1"/>
              <a:t>Adama</a:t>
            </a:r>
            <a:r>
              <a:rPr lang="en-US" b="1" dirty="0"/>
              <a:t>”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4391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03D9-2FC8-3179-C91C-8184DC519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5" y="5810113"/>
            <a:ext cx="2719373" cy="6079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- </a:t>
            </a:r>
            <a:r>
              <a:rPr lang="cs-CZ" sz="1800" dirty="0"/>
              <a:t>HROBKA PAPEŽE JULIA II</a:t>
            </a:r>
            <a:r>
              <a:rPr lang="en-US" sz="1800" dirty="0"/>
              <a:t>, </a:t>
            </a:r>
            <a:r>
              <a:rPr lang="he-IL" sz="1800" dirty="0"/>
              <a:t>1513-1515)</a:t>
            </a:r>
            <a:r>
              <a:rPr lang="en-US" sz="1800" dirty="0"/>
              <a:t>)</a:t>
            </a:r>
            <a:endParaRPr lang="he-IL" sz="1800" dirty="0"/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1028" name="Picture 4" descr="Hrobka papeže Julia II. 1453-1513 detail Mojžíše, 1513-16 mramor">
            <a:extLst>
              <a:ext uri="{FF2B5EF4-FFF2-40B4-BE49-F238E27FC236}">
                <a16:creationId xmlns:a16="http://schemas.microsoft.com/office/drawing/2014/main" id="{65507F25-52B1-13BE-6FB5-93782FD15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18" y="1070916"/>
            <a:ext cx="3487881" cy="45494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tikánská bazilika svatého Petra: Gigantický chrám Boží | 100+1 zahraniční  zajímavost">
            <a:extLst>
              <a:ext uri="{FF2B5EF4-FFF2-40B4-BE49-F238E27FC236}">
                <a16:creationId xmlns:a16="http://schemas.microsoft.com/office/drawing/2014/main" id="{64243D79-4502-5500-E29B-5FF049546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431" y="1070916"/>
            <a:ext cx="6653143" cy="4350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560B30E2-7C7F-47D6-AE7C-DBFD0BCD0708}"/>
              </a:ext>
            </a:extLst>
          </p:cNvPr>
          <p:cNvSpPr txBox="1"/>
          <p:nvPr/>
        </p:nvSpPr>
        <p:spPr>
          <a:xfrm>
            <a:off x="6193113" y="5713973"/>
            <a:ext cx="427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i="0" dirty="0">
                <a:solidFill>
                  <a:srgbClr val="202122"/>
                </a:solidFill>
                <a:effectLst/>
              </a:rPr>
              <a:t>- BAZILIKA SVATÉHO PETRA</a:t>
            </a:r>
            <a:r>
              <a:rPr lang="en-US" i="0" dirty="0">
                <a:solidFill>
                  <a:srgbClr val="202122"/>
                </a:solidFill>
                <a:effectLst/>
              </a:rPr>
              <a:t>,</a:t>
            </a:r>
            <a:r>
              <a:rPr lang="cs-CZ" i="0" dirty="0">
                <a:solidFill>
                  <a:srgbClr val="202122"/>
                </a:solidFill>
                <a:effectLst/>
              </a:rPr>
              <a:t> (</a:t>
            </a:r>
            <a:r>
              <a:rPr lang="en-US" sz="1800" dirty="0"/>
              <a:t>1506</a:t>
            </a:r>
            <a:r>
              <a:rPr lang="cs-CZ" sz="1800" dirty="0"/>
              <a:t> – </a:t>
            </a:r>
            <a:r>
              <a:rPr lang="en-US" sz="1800" dirty="0"/>
              <a:t>1626</a:t>
            </a:r>
            <a:r>
              <a:rPr lang="en-US" sz="2000" dirty="0"/>
              <a:t>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5139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CEF9BF-E093-D4AD-9461-AEE83507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33" y="281215"/>
            <a:ext cx="10194987" cy="64956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cs-CZ" sz="1800" dirty="0"/>
          </a:p>
          <a:p>
            <a:pPr marL="0" indent="0">
              <a:buNone/>
            </a:pPr>
            <a:r>
              <a:rPr lang="cs-CZ" sz="2600" b="1" dirty="0"/>
              <a:t>HROBKA PAPEŽE JULIA II</a:t>
            </a:r>
          </a:p>
          <a:p>
            <a:pPr marL="0" indent="0">
              <a:buNone/>
            </a:pPr>
            <a:endParaRPr lang="cs-CZ" sz="1700" b="1" dirty="0"/>
          </a:p>
          <a:p>
            <a:r>
              <a:rPr lang="cs-CZ" sz="1800" dirty="0"/>
              <a:t>Pověřen</a:t>
            </a:r>
            <a:r>
              <a:rPr lang="en-US" sz="1800" dirty="0"/>
              <a:t>o</a:t>
            </a:r>
            <a:r>
              <a:rPr lang="cs-CZ" sz="1800" dirty="0"/>
              <a:t> samotným papežem</a:t>
            </a:r>
          </a:p>
          <a:p>
            <a:r>
              <a:rPr lang="cs-CZ" sz="1800" dirty="0"/>
              <a:t>Kostel </a:t>
            </a:r>
            <a:r>
              <a:rPr lang="it-IT" sz="1800" dirty="0"/>
              <a:t>San Pietro in Vincoli v Římě</a:t>
            </a:r>
            <a:endParaRPr lang="en-US" sz="1800" dirty="0"/>
          </a:p>
          <a:p>
            <a:r>
              <a:rPr lang="cs-CZ" sz="1800" dirty="0"/>
              <a:t>Hrobka byla původně plánována jako velkolepá</a:t>
            </a:r>
            <a:br>
              <a:rPr lang="en-US" sz="1800" dirty="0"/>
            </a:br>
            <a:r>
              <a:rPr lang="cs-CZ" sz="1800" dirty="0"/>
              <a:t>stavba s více než 40 sochami v životní velikosti.</a:t>
            </a:r>
          </a:p>
          <a:p>
            <a:r>
              <a:rPr lang="cs-CZ" sz="1800" dirty="0"/>
              <a:t>Pracoval na něm s přestávkami po dobu čtyřiceti let, </a:t>
            </a:r>
            <a:br>
              <a:rPr lang="cs-CZ" sz="1800" dirty="0"/>
            </a:br>
            <a:r>
              <a:rPr lang="cs-CZ" sz="1800" dirty="0"/>
              <a:t>ale nikdy nebyl dokončen podle původního záměru.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600" b="1" dirty="0"/>
              <a:t>BAZILIKA SVAT</a:t>
            </a:r>
            <a:r>
              <a:rPr lang="cs-CZ" sz="2600" b="1" dirty="0"/>
              <a:t>ÉHO PETRA</a:t>
            </a:r>
          </a:p>
          <a:p>
            <a:pPr marL="0" indent="0">
              <a:buNone/>
            </a:pPr>
            <a:endParaRPr lang="en-US" sz="1700" b="1" dirty="0"/>
          </a:p>
          <a:p>
            <a:pPr>
              <a:lnSpc>
                <a:spcPct val="120000"/>
              </a:lnSpc>
            </a:pPr>
            <a:r>
              <a:rPr lang="en-US" sz="1800" dirty="0" err="1"/>
              <a:t>Stavba</a:t>
            </a:r>
            <a:r>
              <a:rPr lang="en-US" sz="1800" dirty="0"/>
              <a:t> </a:t>
            </a:r>
            <a:r>
              <a:rPr lang="en-US" sz="1800" dirty="0" err="1"/>
              <a:t>baziliky</a:t>
            </a:r>
            <a:r>
              <a:rPr lang="en-US" sz="1800" dirty="0"/>
              <a:t> </a:t>
            </a:r>
            <a:r>
              <a:rPr lang="en-US" sz="1800" dirty="0" err="1"/>
              <a:t>svatého</a:t>
            </a:r>
            <a:r>
              <a:rPr lang="en-US" sz="1800" dirty="0"/>
              <a:t> Petra </a:t>
            </a:r>
            <a:r>
              <a:rPr lang="en-US" sz="1800" dirty="0" err="1"/>
              <a:t>začala</a:t>
            </a:r>
            <a:r>
              <a:rPr lang="en-US" sz="1800" dirty="0"/>
              <a:t> v </a:t>
            </a:r>
            <a:r>
              <a:rPr lang="en-US" sz="1800" dirty="0" err="1"/>
              <a:t>roce</a:t>
            </a:r>
            <a:r>
              <a:rPr lang="en-US" sz="1800" dirty="0"/>
              <a:t> 1506</a:t>
            </a:r>
            <a:br>
              <a:rPr lang="en-US" sz="1800" dirty="0"/>
            </a:br>
            <a:r>
              <a:rPr lang="en-US" sz="1800" dirty="0"/>
              <a:t>a </a:t>
            </a:r>
            <a:r>
              <a:rPr lang="en-US" sz="1800" dirty="0" err="1"/>
              <a:t>byla</a:t>
            </a:r>
            <a:r>
              <a:rPr lang="en-US" sz="1800" dirty="0"/>
              <a:t> </a:t>
            </a:r>
            <a:r>
              <a:rPr lang="en-US" sz="1800" dirty="0" err="1"/>
              <a:t>dokončena</a:t>
            </a:r>
            <a:r>
              <a:rPr lang="en-US" sz="1800" dirty="0"/>
              <a:t> v </a:t>
            </a:r>
            <a:r>
              <a:rPr lang="en-US" sz="1800" dirty="0" err="1"/>
              <a:t>roce</a:t>
            </a:r>
            <a:r>
              <a:rPr lang="en-US" sz="1800" dirty="0"/>
              <a:t> 1626, </a:t>
            </a:r>
            <a:r>
              <a:rPr lang="it-IT" sz="1800" dirty="0"/>
              <a:t>stavba trvala více než sto let.</a:t>
            </a:r>
            <a:endParaRPr lang="en-US" sz="1800" dirty="0"/>
          </a:p>
          <a:p>
            <a:r>
              <a:rPr lang="en-US" sz="1800" dirty="0" err="1"/>
              <a:t>Bazilika</a:t>
            </a:r>
            <a:r>
              <a:rPr lang="en-US" sz="1800" dirty="0"/>
              <a:t> je </a:t>
            </a:r>
            <a:r>
              <a:rPr lang="en-US" sz="1800" dirty="0" err="1"/>
              <a:t>úžasnou</a:t>
            </a:r>
            <a:r>
              <a:rPr lang="en-US" sz="1800" dirty="0"/>
              <a:t> </a:t>
            </a:r>
            <a:r>
              <a:rPr lang="en-US" sz="1800" dirty="0" err="1"/>
              <a:t>ukázkou</a:t>
            </a:r>
            <a:r>
              <a:rPr lang="en-US" sz="1800" dirty="0"/>
              <a:t> </a:t>
            </a:r>
            <a:r>
              <a:rPr lang="en-US" sz="1800" dirty="0" err="1"/>
              <a:t>renesanční</a:t>
            </a:r>
            <a:r>
              <a:rPr lang="en-US" sz="1800" dirty="0"/>
              <a:t> a </a:t>
            </a:r>
            <a:r>
              <a:rPr lang="en-US" sz="1800" dirty="0" err="1"/>
              <a:t>barokní</a:t>
            </a:r>
            <a:r>
              <a:rPr lang="en-US" sz="1800" dirty="0"/>
              <a:t> </a:t>
            </a:r>
            <a:r>
              <a:rPr lang="en-US" sz="1800" dirty="0" err="1"/>
              <a:t>architektury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Uvnitř</a:t>
            </a:r>
            <a:r>
              <a:rPr lang="en-US" sz="1800" dirty="0"/>
              <a:t> se </a:t>
            </a:r>
            <a:r>
              <a:rPr lang="en-US" sz="1800" dirty="0" err="1"/>
              <a:t>nachází</a:t>
            </a:r>
            <a:r>
              <a:rPr lang="en-US" sz="1800" dirty="0"/>
              <a:t> </a:t>
            </a:r>
            <a:r>
              <a:rPr lang="en-US" sz="1800" b="1" dirty="0"/>
              <a:t>Pietà</a:t>
            </a:r>
            <a:endParaRPr lang="cs-CZ" sz="1800" b="1" dirty="0"/>
          </a:p>
          <a:p>
            <a:pPr marL="0" indent="0">
              <a:buNone/>
            </a:pPr>
            <a:endParaRPr lang="cs-CZ" sz="1600" b="1" i="1" dirty="0"/>
          </a:p>
          <a:p>
            <a:pPr marL="0" indent="0">
              <a:buNone/>
            </a:pPr>
            <a:endParaRPr lang="cs-CZ" sz="1600" b="1" i="1" dirty="0"/>
          </a:p>
          <a:p>
            <a:pPr marL="0" indent="0">
              <a:buNone/>
            </a:pPr>
            <a:endParaRPr lang="cs-CZ" sz="1600" b="1" i="1" dirty="0"/>
          </a:p>
          <a:p>
            <a:pPr marL="0" indent="0">
              <a:buNone/>
            </a:pPr>
            <a:r>
              <a:rPr lang="en-US" sz="1600" b="1" i="1" dirty="0"/>
              <a:t>FUN-FACT! </a:t>
            </a:r>
            <a:r>
              <a:rPr lang="cs-CZ" sz="1600" dirty="0"/>
              <a:t>Důvod, proč je Mojžíš na hrobě papeže Julia II. často zobrazován s rohy, je důsledkem chybného překladu Bible.</a:t>
            </a:r>
            <a:r>
              <a:rPr lang="cs-CZ" sz="1800" dirty="0"/>
              <a:t> </a:t>
            </a:r>
            <a:r>
              <a:rPr lang="cs-CZ" sz="1600" dirty="0"/>
              <a:t>Původní hebrejský text v knize Exodus popisuje Mojžíše jako člověka</a:t>
            </a:r>
            <a:r>
              <a:rPr lang="en-US" sz="1600" dirty="0"/>
              <a:t> s </a:t>
            </a:r>
            <a:r>
              <a:rPr lang="cs-CZ" sz="1600" dirty="0"/>
              <a:t>„</a:t>
            </a:r>
            <a:r>
              <a:rPr lang="cs-CZ" sz="1600" dirty="0" err="1"/>
              <a:t>paprskamí</a:t>
            </a:r>
            <a:r>
              <a:rPr lang="cs-CZ" sz="1600" dirty="0"/>
              <a:t> světla" nebo "rohy„</a:t>
            </a:r>
            <a:endParaRPr lang="he-IL" sz="1600" dirty="0"/>
          </a:p>
        </p:txBody>
      </p:sp>
      <p:pic>
        <p:nvPicPr>
          <p:cNvPr id="2050" name="Picture 2" descr="Tomb of Pope Julius II">
            <a:extLst>
              <a:ext uri="{FF2B5EF4-FFF2-40B4-BE49-F238E27FC236}">
                <a16:creationId xmlns:a16="http://schemas.microsoft.com/office/drawing/2014/main" id="{1DC1C4ED-615B-E4F1-8202-3A59DB05E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992" y="207324"/>
            <a:ext cx="3808170" cy="28561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50" name="Rukopis 49">
                <a:extLst>
                  <a:ext uri="{FF2B5EF4-FFF2-40B4-BE49-F238E27FC236}">
                    <a16:creationId xmlns:a16="http://schemas.microsoft.com/office/drawing/2014/main" id="{FD9DE39D-93C9-2B21-E411-044F169C1A44}"/>
                  </a:ext>
                </a:extLst>
              </p14:cNvPr>
              <p14:cNvContentPartPr/>
              <p14:nvPr/>
            </p14:nvContentPartPr>
            <p14:xfrm>
              <a:off x="9108157" y="5908844"/>
              <a:ext cx="360" cy="3960"/>
            </p14:xfrm>
          </p:contentPart>
        </mc:Choice>
        <mc:Fallback>
          <p:pic>
            <p:nvPicPr>
              <p:cNvPr id="50" name="Rukopis 49">
                <a:extLst>
                  <a:ext uri="{FF2B5EF4-FFF2-40B4-BE49-F238E27FC236}">
                    <a16:creationId xmlns:a16="http://schemas.microsoft.com/office/drawing/2014/main" id="{FD9DE39D-93C9-2B21-E411-044F169C1A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0517" y="5890844"/>
                <a:ext cx="36000" cy="39600"/>
              </a:xfrm>
              <a:prstGeom prst="rect">
                <a:avLst/>
              </a:prstGeom>
            </p:spPr>
          </p:pic>
        </mc:Fallback>
      </mc:AlternateContent>
      <p:pic>
        <p:nvPicPr>
          <p:cNvPr id="2060" name="Picture 4" descr="Bazilika svatého Petra (Basilica di San Pietro) | Vatikán | Itálie |  MAHALO.cz">
            <a:extLst>
              <a:ext uri="{FF2B5EF4-FFF2-40B4-BE49-F238E27FC236}">
                <a16:creationId xmlns:a16="http://schemas.microsoft.com/office/drawing/2014/main" id="{E4357B8D-201E-2D8F-4F05-9E304EF0D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102" y="3226515"/>
            <a:ext cx="3319949" cy="25192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03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A7A165-640F-7CB4-53C9-ACC2FE57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1897"/>
            <a:ext cx="1732472" cy="102372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P</a:t>
            </a:r>
            <a:r>
              <a:rPr lang="cs-CZ" sz="3200" b="1" dirty="0">
                <a:latin typeface="+mn-lt"/>
              </a:rPr>
              <a:t>i</a:t>
            </a:r>
            <a:r>
              <a:rPr lang="en-US" sz="3200" b="1" dirty="0" err="1">
                <a:latin typeface="+mn-lt"/>
              </a:rPr>
              <a:t>età</a:t>
            </a:r>
            <a:endParaRPr lang="cs-CZ" sz="3200" dirty="0">
              <a:latin typeface="+mn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F93A98-B8AC-7B96-A915-AAD1918A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7159" cy="3686654"/>
          </a:xfrm>
        </p:spPr>
        <p:txBody>
          <a:bodyPr>
            <a:normAutofit/>
          </a:bodyPr>
          <a:lstStyle/>
          <a:p>
            <a:r>
              <a:rPr lang="cs-CZ" sz="2000" dirty="0"/>
              <a:t>Socha zobrazuje Pannu Marii držící tělo</a:t>
            </a:r>
            <a:br>
              <a:rPr lang="en-US" sz="2000" dirty="0"/>
            </a:br>
            <a:r>
              <a:rPr lang="cs-CZ" sz="2000" dirty="0"/>
              <a:t> Ježíše Krista po jeho ukřižování.</a:t>
            </a:r>
          </a:p>
          <a:p>
            <a:r>
              <a:rPr lang="cs-CZ" sz="2000" dirty="0"/>
              <a:t>Michelangelo na soše pracoval dva roky </a:t>
            </a:r>
            <a:br>
              <a:rPr lang="en-US" sz="2000" dirty="0"/>
            </a:br>
            <a:r>
              <a:rPr lang="cs-CZ" sz="2000" dirty="0"/>
              <a:t>a dokončil ji v roce 1499.</a:t>
            </a:r>
          </a:p>
          <a:p>
            <a:r>
              <a:rPr lang="en-US" sz="2000" dirty="0"/>
              <a:t>“V 1972 </a:t>
            </a:r>
            <a:r>
              <a:rPr lang="cs-CZ" sz="2000" dirty="0"/>
              <a:t>Šílený Maďar </a:t>
            </a:r>
            <a:r>
              <a:rPr lang="cs-CZ" sz="2000" dirty="0" err="1"/>
              <a:t>Laszlo</a:t>
            </a:r>
            <a:r>
              <a:rPr lang="cs-CZ" sz="2000" dirty="0"/>
              <a:t> Toth přeskočil</a:t>
            </a:r>
            <a:br>
              <a:rPr lang="en-US" sz="2000" dirty="0"/>
            </a:br>
            <a:r>
              <a:rPr lang="cs-CZ" sz="2000" dirty="0"/>
              <a:t> zábradlí oltáře v bazilice svatého Petra a zasadil </a:t>
            </a:r>
            <a:br>
              <a:rPr lang="en-US" sz="2000" dirty="0"/>
            </a:br>
            <a:r>
              <a:rPr lang="cs-CZ" sz="2000" dirty="0"/>
              <a:t>Michelangelově Pietě 12 ran kladivem.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b="1" i="1" dirty="0"/>
              <a:t>     Reuters - 2013</a:t>
            </a:r>
            <a:endParaRPr lang="cs-CZ" sz="2000" b="1" i="1" dirty="0"/>
          </a:p>
        </p:txBody>
      </p:sp>
      <p:pic>
        <p:nvPicPr>
          <p:cNvPr id="3076" name="Picture 4" descr="Vatican marks anniversary of 1972 attack on Michelangelo's Pieta | Reuters">
            <a:extLst>
              <a:ext uri="{FF2B5EF4-FFF2-40B4-BE49-F238E27FC236}">
                <a16:creationId xmlns:a16="http://schemas.microsoft.com/office/drawing/2014/main" id="{74352213-0EF9-5853-9F2F-51F078CD8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193" y="4261427"/>
            <a:ext cx="2609850" cy="1752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età (Michelangelo) - Wikipedia">
            <a:extLst>
              <a:ext uri="{FF2B5EF4-FFF2-40B4-BE49-F238E27FC236}">
                <a16:creationId xmlns:a16="http://schemas.microsoft.com/office/drawing/2014/main" id="{6FF57B2D-7EA8-3F67-716C-7876BF624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200" y="528782"/>
            <a:ext cx="3271837" cy="3428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56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3AE1A-1AFE-013D-6AE4-23E58120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979" y="5611088"/>
            <a:ext cx="1577197" cy="439858"/>
          </a:xfrm>
        </p:spPr>
        <p:txBody>
          <a:bodyPr>
            <a:normAutofit fontScale="90000"/>
          </a:bodyPr>
          <a:lstStyle/>
          <a:p>
            <a:r>
              <a:rPr lang="cs-CZ" sz="1800" dirty="0">
                <a:latin typeface="+mn-lt"/>
              </a:rPr>
              <a:t>BACCHUS 1498</a:t>
            </a:r>
          </a:p>
        </p:txBody>
      </p:sp>
      <p:pic>
        <p:nvPicPr>
          <p:cNvPr id="4098" name="Picture 2" descr="Bacchus (Michelangelo) - Wikipedia">
            <a:extLst>
              <a:ext uri="{FF2B5EF4-FFF2-40B4-BE49-F238E27FC236}">
                <a16:creationId xmlns:a16="http://schemas.microsoft.com/office/drawing/2014/main" id="{35D0B7A6-3FD1-2311-97DA-DA09E8409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174" y="818907"/>
            <a:ext cx="2759941" cy="4792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Deposition, c.1550 - Michelangelo - WikiArt.org">
            <a:extLst>
              <a:ext uri="{FF2B5EF4-FFF2-40B4-BE49-F238E27FC236}">
                <a16:creationId xmlns:a16="http://schemas.microsoft.com/office/drawing/2014/main" id="{7DC60846-ACD8-CA4D-115F-76CCCA575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886" y="818907"/>
            <a:ext cx="3290631" cy="4792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ABE9D46-4BBB-96D1-7B8A-E255A18FFACE}"/>
              </a:ext>
            </a:extLst>
          </p:cNvPr>
          <p:cNvSpPr txBox="1"/>
          <p:nvPr/>
        </p:nvSpPr>
        <p:spPr>
          <a:xfrm>
            <a:off x="8362494" y="5681614"/>
            <a:ext cx="242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VÝPOVĚD‘ 1555  </a:t>
            </a:r>
          </a:p>
        </p:txBody>
      </p:sp>
    </p:spTree>
    <p:extLst>
      <p:ext uri="{BB962C8B-B14F-4D97-AF65-F5344CB8AC3E}">
        <p14:creationId xmlns:p14="http://schemas.microsoft.com/office/powerpoint/2010/main" val="182252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25F6B1-9C0C-F48E-669B-D62A6536D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79" y="428009"/>
            <a:ext cx="10515600" cy="5696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     BACCHUS</a:t>
            </a:r>
            <a:endParaRPr lang="cs-CZ" sz="2400" b="1" dirty="0"/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dirty="0"/>
              <a:t>S</a:t>
            </a:r>
            <a:r>
              <a:rPr lang="cs-CZ" sz="1600" dirty="0" err="1"/>
              <a:t>ocha</a:t>
            </a:r>
            <a:r>
              <a:rPr lang="cs-CZ" sz="1600" dirty="0"/>
              <a:t> zobrazuje římského boha vína Bakcha, jak leží a v levé ruce drží </a:t>
            </a:r>
            <a:br>
              <a:rPr lang="en-US" sz="1600" dirty="0"/>
            </a:br>
            <a:r>
              <a:rPr lang="cs-CZ" sz="1600" dirty="0"/>
              <a:t>pohár s vínem.</a:t>
            </a:r>
          </a:p>
          <a:p>
            <a:r>
              <a:rPr lang="cs-CZ" sz="1600" dirty="0"/>
              <a:t>Kritici v té době Michelangela obviňovali z propagace pohanských </a:t>
            </a:r>
            <a:br>
              <a:rPr lang="en-US" sz="1600" dirty="0"/>
            </a:br>
            <a:r>
              <a:rPr lang="cs-CZ" sz="1600" dirty="0"/>
              <a:t>hodnot a socha byla považována za skandální.</a:t>
            </a:r>
          </a:p>
          <a:p>
            <a:r>
              <a:rPr lang="cs-CZ" sz="1600" dirty="0" err="1"/>
              <a:t>Bacchus</a:t>
            </a:r>
            <a:r>
              <a:rPr lang="cs-CZ" sz="1600" dirty="0"/>
              <a:t> vznikl na objednávku bankéře a mecenáše umění </a:t>
            </a:r>
            <a:br>
              <a:rPr lang="en-US" sz="1600" dirty="0"/>
            </a:br>
            <a:r>
              <a:rPr lang="cs-CZ" sz="1600" dirty="0"/>
              <a:t>Jacopa </a:t>
            </a:r>
            <a:r>
              <a:rPr lang="cs-CZ" sz="1600" dirty="0" err="1"/>
              <a:t>Galliho</a:t>
            </a:r>
            <a:r>
              <a:rPr lang="cs-CZ" sz="1600" dirty="0"/>
              <a:t>, který si vyžádal sochu pohanského boha </a:t>
            </a:r>
            <a:r>
              <a:rPr lang="cs-CZ" sz="1600" dirty="0" err="1"/>
              <a:t>Baccha</a:t>
            </a:r>
            <a:r>
              <a:rPr lang="cs-CZ" sz="1600" dirty="0"/>
              <a:t> do své zahrady.</a:t>
            </a:r>
          </a:p>
          <a:p>
            <a:endParaRPr lang="cs-CZ" sz="1600" dirty="0"/>
          </a:p>
          <a:p>
            <a:endParaRPr lang="cs-CZ" sz="1600" dirty="0"/>
          </a:p>
          <a:p>
            <a:pPr marL="0" indent="0">
              <a:buNone/>
            </a:pPr>
            <a:r>
              <a:rPr lang="cs-CZ" sz="2400" b="1" dirty="0"/>
              <a:t>    VÝPOVĚD‘</a:t>
            </a:r>
          </a:p>
          <a:p>
            <a:endParaRPr lang="cs-CZ" sz="1600" b="1" dirty="0"/>
          </a:p>
          <a:p>
            <a:r>
              <a:rPr lang="cs-CZ" sz="1600" dirty="0"/>
              <a:t>Socha zobrazuje tělo Ježíše Krista, které je po ukřižování sňato z kříže.</a:t>
            </a:r>
          </a:p>
          <a:p>
            <a:r>
              <a:rPr lang="cs-CZ" sz="1600" dirty="0"/>
              <a:t>Postavy na sousoší, včetně Ježíšova těla, truchlící Panny Marie</a:t>
            </a:r>
            <a:br>
              <a:rPr lang="cs-CZ" sz="1600" dirty="0"/>
            </a:br>
            <a:r>
              <a:rPr lang="cs-CZ" sz="1600" dirty="0"/>
              <a:t>a truchlících postav Nikodéma a Máří Magdalény, jsou zobrazeny na obrázku.</a:t>
            </a:r>
          </a:p>
          <a:p>
            <a:r>
              <a:rPr lang="cs-CZ" sz="1600" dirty="0"/>
              <a:t>Michelangelo na soše pracoval až do své smrti v roce 1564.</a:t>
            </a:r>
          </a:p>
        </p:txBody>
      </p:sp>
      <p:pic>
        <p:nvPicPr>
          <p:cNvPr id="5124" name="Picture 4" descr="Bacchus by Michelangelo - Top 10 Facts">
            <a:extLst>
              <a:ext uri="{FF2B5EF4-FFF2-40B4-BE49-F238E27FC236}">
                <a16:creationId xmlns:a16="http://schemas.microsoft.com/office/drawing/2014/main" id="{9376413E-C71A-8298-990B-2F1536EA6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869" y="439810"/>
            <a:ext cx="3850318" cy="2771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The Deposition, by Michelangelo">
            <a:extLst>
              <a:ext uri="{FF2B5EF4-FFF2-40B4-BE49-F238E27FC236}">
                <a16:creationId xmlns:a16="http://schemas.microsoft.com/office/drawing/2014/main" id="{845406C2-97C4-6925-F07F-6023E21C0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869" y="3520078"/>
            <a:ext cx="3850318" cy="27075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58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6" name="Picture 2" descr="Michelangelo (1987 TV series) | TMNTPedia | Fandom">
            <a:extLst>
              <a:ext uri="{FF2B5EF4-FFF2-40B4-BE49-F238E27FC236}">
                <a16:creationId xmlns:a16="http://schemas.microsoft.com/office/drawing/2014/main" id="{7C5D9ABB-ED40-9183-C30B-7D5A32D10B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97" b="1550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51E3A1B-D360-E357-5313-053D6CBD2A31}"/>
              </a:ext>
            </a:extLst>
          </p:cNvPr>
          <p:cNvSpPr txBox="1"/>
          <p:nvPr/>
        </p:nvSpPr>
        <p:spPr>
          <a:xfrm>
            <a:off x="1357745" y="3641436"/>
            <a:ext cx="3131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Comic Sans MS" panose="030F0702030302020204" pitchFamily="66" charset="0"/>
              </a:rPr>
              <a:t>Děkují za pozornost</a:t>
            </a:r>
          </a:p>
        </p:txBody>
      </p:sp>
    </p:spTree>
    <p:extLst>
      <p:ext uri="{BB962C8B-B14F-4D97-AF65-F5344CB8AC3E}">
        <p14:creationId xmlns:p14="http://schemas.microsoft.com/office/powerpoint/2010/main" val="203051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8" ma:contentTypeDescription="Vytvoří nový dokument" ma:contentTypeScope="" ma:versionID="3c4965afe8a2cfeaad677423fd74817d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54ff7a8c90c89bc7dd28eef088849177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5E0A60-2E51-4923-9ADC-95C1C41A42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60EBF9-D6C8-4411-81F7-65870AACD035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30a7c0b2-3957-4ee6-848f-03628eecaa28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54CBBE3-CF9D-4D7D-BF64-8474B5A2B0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577</Words>
  <Application>Microsoft Office PowerPoint</Application>
  <PresentationFormat>Širokoúhlá obrazovka</PresentationFormat>
  <Paragraphs>67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Linux Libertine</vt:lpstr>
      <vt:lpstr>Office Theme</vt:lpstr>
      <vt:lpstr>Michelangelo Buonarroti - Savva Popov</vt:lpstr>
      <vt:lpstr>Prezentace aplikace PowerPoint</vt:lpstr>
      <vt:lpstr>VÝZNAMNÁ DÍLA:</vt:lpstr>
      <vt:lpstr>Prezentace aplikace PowerPoint</vt:lpstr>
      <vt:lpstr>Prezentace aplikace PowerPoint</vt:lpstr>
      <vt:lpstr>Prezentace aplikace PowerPoint</vt:lpstr>
      <vt:lpstr>Pietà</vt:lpstr>
      <vt:lpstr>BACCHUS 1498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Michelangelo Buonarroti</dc:title>
  <dc:creator>Popov Savva</dc:creator>
  <cp:lastModifiedBy>Popov Savva</cp:lastModifiedBy>
  <cp:revision>1</cp:revision>
  <dcterms:created xsi:type="dcterms:W3CDTF">2023-03-05T14:15:04Z</dcterms:created>
  <dcterms:modified xsi:type="dcterms:W3CDTF">2023-03-08T22:38:49Z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