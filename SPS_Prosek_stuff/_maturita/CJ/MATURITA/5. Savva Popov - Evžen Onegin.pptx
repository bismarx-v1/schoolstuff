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3" r:id="rId10"/>
    <p:sldId id="261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2E7BAF-FBAC-4E02-B53D-FC4686F7E203}" v="438" dt="2023-10-24T14:00:46.910"/>
    <p1510:client id="{D11EB872-6A7E-4ED6-B0AB-730AA329230B}" v="25" dt="2023-10-23T17:34:54.8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pov Savva" userId="bc132019-2944-47dc-b2a0-f031fbe56d5e" providerId="ADAL" clId="{D11EB872-6A7E-4ED6-B0AB-730AA329230B}"/>
    <pc:docChg chg="undo custSel addSld modSld">
      <pc:chgData name="Popov Savva" userId="bc132019-2944-47dc-b2a0-f031fbe56d5e" providerId="ADAL" clId="{D11EB872-6A7E-4ED6-B0AB-730AA329230B}" dt="2023-10-23T17:34:54.825" v="426" actId="1076"/>
      <pc:docMkLst>
        <pc:docMk/>
      </pc:docMkLst>
      <pc:sldChg chg="addSp modSp mod">
        <pc:chgData name="Popov Savva" userId="bc132019-2944-47dc-b2a0-f031fbe56d5e" providerId="ADAL" clId="{D11EB872-6A7E-4ED6-B0AB-730AA329230B}" dt="2023-10-23T17:20:42.257" v="85" actId="1076"/>
        <pc:sldMkLst>
          <pc:docMk/>
          <pc:sldMk cId="727887438" sldId="256"/>
        </pc:sldMkLst>
        <pc:spChg chg="mod">
          <ac:chgData name="Popov Savva" userId="bc132019-2944-47dc-b2a0-f031fbe56d5e" providerId="ADAL" clId="{D11EB872-6A7E-4ED6-B0AB-730AA329230B}" dt="2023-10-22T13:53:29.674" v="62" actId="27636"/>
          <ac:spMkLst>
            <pc:docMk/>
            <pc:sldMk cId="727887438" sldId="256"/>
            <ac:spMk id="2" creationId="{6EA052CF-95E9-6924-4E84-C326537058B7}"/>
          </ac:spMkLst>
        </pc:spChg>
        <pc:spChg chg="mod">
          <ac:chgData name="Popov Savva" userId="bc132019-2944-47dc-b2a0-f031fbe56d5e" providerId="ADAL" clId="{D11EB872-6A7E-4ED6-B0AB-730AA329230B}" dt="2023-10-22T13:52:09.268" v="51" actId="1076"/>
          <ac:spMkLst>
            <pc:docMk/>
            <pc:sldMk cId="727887438" sldId="256"/>
            <ac:spMk id="3" creationId="{0C416351-5B4F-7FC1-9F0B-A246BE985FF0}"/>
          </ac:spMkLst>
        </pc:spChg>
        <pc:picChg chg="add mod">
          <ac:chgData name="Popov Savva" userId="bc132019-2944-47dc-b2a0-f031fbe56d5e" providerId="ADAL" clId="{D11EB872-6A7E-4ED6-B0AB-730AA329230B}" dt="2023-10-22T13:52:27.580" v="58" actId="1076"/>
          <ac:picMkLst>
            <pc:docMk/>
            <pc:sldMk cId="727887438" sldId="256"/>
            <ac:picMk id="5" creationId="{A04A4066-AEB0-38F4-2D89-EF0A14BFFBDB}"/>
          </ac:picMkLst>
        </pc:picChg>
        <pc:picChg chg="add mod">
          <ac:chgData name="Popov Savva" userId="bc132019-2944-47dc-b2a0-f031fbe56d5e" providerId="ADAL" clId="{D11EB872-6A7E-4ED6-B0AB-730AA329230B}" dt="2023-10-22T13:52:10.497" v="52" actId="1076"/>
          <ac:picMkLst>
            <pc:docMk/>
            <pc:sldMk cId="727887438" sldId="256"/>
            <ac:picMk id="7" creationId="{9190C729-B362-63DC-D08D-71E4D5F52C5B}"/>
          </ac:picMkLst>
        </pc:picChg>
        <pc:picChg chg="mod">
          <ac:chgData name="Popov Savva" userId="bc132019-2944-47dc-b2a0-f031fbe56d5e" providerId="ADAL" clId="{D11EB872-6A7E-4ED6-B0AB-730AA329230B}" dt="2023-10-23T17:20:42.257" v="85" actId="1076"/>
          <ac:picMkLst>
            <pc:docMk/>
            <pc:sldMk cId="727887438" sldId="256"/>
            <ac:picMk id="29" creationId="{13DC4CDD-5CFC-EB81-7D62-6307430CAED1}"/>
          </ac:picMkLst>
        </pc:picChg>
      </pc:sldChg>
      <pc:sldChg chg="new">
        <pc:chgData name="Popov Savva" userId="bc132019-2944-47dc-b2a0-f031fbe56d5e" providerId="ADAL" clId="{D11EB872-6A7E-4ED6-B0AB-730AA329230B}" dt="2023-10-22T14:03:55.424" v="63" actId="680"/>
        <pc:sldMkLst>
          <pc:docMk/>
          <pc:sldMk cId="3851273925" sldId="257"/>
        </pc:sldMkLst>
      </pc:sldChg>
      <pc:sldChg chg="addSp delSp modSp mod setClrOvrMap">
        <pc:chgData name="Popov Savva" userId="bc132019-2944-47dc-b2a0-f031fbe56d5e" providerId="ADAL" clId="{D11EB872-6A7E-4ED6-B0AB-730AA329230B}" dt="2023-10-23T17:24:49.467" v="197" actId="20577"/>
        <pc:sldMkLst>
          <pc:docMk/>
          <pc:sldMk cId="3849215567" sldId="258"/>
        </pc:sldMkLst>
        <pc:spChg chg="mod">
          <ac:chgData name="Popov Savva" userId="bc132019-2944-47dc-b2a0-f031fbe56d5e" providerId="ADAL" clId="{D11EB872-6A7E-4ED6-B0AB-730AA329230B}" dt="2023-10-23T17:20:56.462" v="86" actId="1076"/>
          <ac:spMkLst>
            <pc:docMk/>
            <pc:sldMk cId="3849215567" sldId="258"/>
            <ac:spMk id="2" creationId="{BF3CFA18-28B6-05B1-87CD-3B6D8D20B889}"/>
          </ac:spMkLst>
        </pc:spChg>
        <pc:spChg chg="mod">
          <ac:chgData name="Popov Savva" userId="bc132019-2944-47dc-b2a0-f031fbe56d5e" providerId="ADAL" clId="{D11EB872-6A7E-4ED6-B0AB-730AA329230B}" dt="2023-10-23T17:24:49.467" v="197" actId="20577"/>
          <ac:spMkLst>
            <pc:docMk/>
            <pc:sldMk cId="3849215567" sldId="258"/>
            <ac:spMk id="3" creationId="{4ADA69A7-3E88-5BE8-4AD8-0072A476A4E7}"/>
          </ac:spMkLst>
        </pc:spChg>
        <pc:spChg chg="add del">
          <ac:chgData name="Popov Savva" userId="bc132019-2944-47dc-b2a0-f031fbe56d5e" providerId="ADAL" clId="{D11EB872-6A7E-4ED6-B0AB-730AA329230B}" dt="2023-10-23T17:19:56.324" v="79" actId="26606"/>
          <ac:spMkLst>
            <pc:docMk/>
            <pc:sldMk cId="3849215567" sldId="258"/>
            <ac:spMk id="2070" creationId="{9228552E-C8B1-4A80-8448-0787CE0FC704}"/>
          </ac:spMkLst>
        </pc:spChg>
        <pc:spChg chg="add del">
          <ac:chgData name="Popov Savva" userId="bc132019-2944-47dc-b2a0-f031fbe56d5e" providerId="ADAL" clId="{D11EB872-6A7E-4ED6-B0AB-730AA329230B}" dt="2023-10-23T17:19:52.331" v="74" actId="26606"/>
          <ac:spMkLst>
            <pc:docMk/>
            <pc:sldMk cId="3849215567" sldId="258"/>
            <ac:spMk id="2075" creationId="{9228552E-C8B1-4A80-8448-0787CE0FC704}"/>
          </ac:spMkLst>
        </pc:spChg>
        <pc:spChg chg="add del">
          <ac:chgData name="Popov Savva" userId="bc132019-2944-47dc-b2a0-f031fbe56d5e" providerId="ADAL" clId="{D11EB872-6A7E-4ED6-B0AB-730AA329230B}" dt="2023-10-23T17:19:53.230" v="76" actId="26606"/>
          <ac:spMkLst>
            <pc:docMk/>
            <pc:sldMk cId="3849215567" sldId="258"/>
            <ac:spMk id="2077" creationId="{D4974D33-8DC5-464E-8C6D-BE58F0669C17}"/>
          </ac:spMkLst>
        </pc:spChg>
        <pc:spChg chg="add del">
          <ac:chgData name="Popov Savva" userId="bc132019-2944-47dc-b2a0-f031fbe56d5e" providerId="ADAL" clId="{D11EB872-6A7E-4ED6-B0AB-730AA329230B}" dt="2023-10-23T17:19:53.230" v="76" actId="26606"/>
          <ac:spMkLst>
            <pc:docMk/>
            <pc:sldMk cId="3849215567" sldId="258"/>
            <ac:spMk id="2078" creationId="{F13C74B1-5B17-4795-BED0-7140497B445A}"/>
          </ac:spMkLst>
        </pc:spChg>
        <pc:spChg chg="add del">
          <ac:chgData name="Popov Savva" userId="bc132019-2944-47dc-b2a0-f031fbe56d5e" providerId="ADAL" clId="{D11EB872-6A7E-4ED6-B0AB-730AA329230B}" dt="2023-10-23T17:19:56.319" v="78" actId="26606"/>
          <ac:spMkLst>
            <pc:docMk/>
            <pc:sldMk cId="3849215567" sldId="258"/>
            <ac:spMk id="2080" creationId="{04812C46-200A-4DEB-A05E-3ED6C68C2387}"/>
          </ac:spMkLst>
        </pc:spChg>
        <pc:spChg chg="add del">
          <ac:chgData name="Popov Savva" userId="bc132019-2944-47dc-b2a0-f031fbe56d5e" providerId="ADAL" clId="{D11EB872-6A7E-4ED6-B0AB-730AA329230B}" dt="2023-10-23T17:19:56.319" v="78" actId="26606"/>
          <ac:spMkLst>
            <pc:docMk/>
            <pc:sldMk cId="3849215567" sldId="258"/>
            <ac:spMk id="2081" creationId="{D1EA859B-E555-4109-94F3-6700E046E008}"/>
          </ac:spMkLst>
        </pc:spChg>
        <pc:spChg chg="add">
          <ac:chgData name="Popov Savva" userId="bc132019-2944-47dc-b2a0-f031fbe56d5e" providerId="ADAL" clId="{D11EB872-6A7E-4ED6-B0AB-730AA329230B}" dt="2023-10-23T17:19:56.324" v="79" actId="26606"/>
          <ac:spMkLst>
            <pc:docMk/>
            <pc:sldMk cId="3849215567" sldId="258"/>
            <ac:spMk id="2083" creationId="{04812C46-200A-4DEB-A05E-3ED6C68C2387}"/>
          </ac:spMkLst>
        </pc:spChg>
        <pc:spChg chg="add">
          <ac:chgData name="Popov Savva" userId="bc132019-2944-47dc-b2a0-f031fbe56d5e" providerId="ADAL" clId="{D11EB872-6A7E-4ED6-B0AB-730AA329230B}" dt="2023-10-23T17:19:56.324" v="79" actId="26606"/>
          <ac:spMkLst>
            <pc:docMk/>
            <pc:sldMk cId="3849215567" sldId="258"/>
            <ac:spMk id="2084" creationId="{D1EA859B-E555-4109-94F3-6700E046E008}"/>
          </ac:spMkLst>
        </pc:spChg>
        <pc:picChg chg="add mod ord">
          <ac:chgData name="Popov Savva" userId="bc132019-2944-47dc-b2a0-f031fbe56d5e" providerId="ADAL" clId="{D11EB872-6A7E-4ED6-B0AB-730AA329230B}" dt="2023-10-23T17:19:56.324" v="79" actId="26606"/>
          <ac:picMkLst>
            <pc:docMk/>
            <pc:sldMk cId="3849215567" sldId="258"/>
            <ac:picMk id="1026" creationId="{C31237A3-069A-326A-22B8-875170B7150A}"/>
          </ac:picMkLst>
        </pc:picChg>
        <pc:picChg chg="del mod">
          <ac:chgData name="Popov Savva" userId="bc132019-2944-47dc-b2a0-f031fbe56d5e" providerId="ADAL" clId="{D11EB872-6A7E-4ED6-B0AB-730AA329230B}" dt="2023-10-23T17:19:45.292" v="71" actId="478"/>
          <ac:picMkLst>
            <pc:docMk/>
            <pc:sldMk cId="3849215567" sldId="258"/>
            <ac:picMk id="2050" creationId="{9FF9DE37-3CD7-A277-E040-3EFC603FA19F}"/>
          </ac:picMkLst>
        </pc:picChg>
      </pc:sldChg>
      <pc:sldChg chg="addSp modSp new mod">
        <pc:chgData name="Popov Savva" userId="bc132019-2944-47dc-b2a0-f031fbe56d5e" providerId="ADAL" clId="{D11EB872-6A7E-4ED6-B0AB-730AA329230B}" dt="2023-10-23T17:34:54.825" v="426" actId="1076"/>
        <pc:sldMkLst>
          <pc:docMk/>
          <pc:sldMk cId="1071021004" sldId="259"/>
        </pc:sldMkLst>
        <pc:spChg chg="mod">
          <ac:chgData name="Popov Savva" userId="bc132019-2944-47dc-b2a0-f031fbe56d5e" providerId="ADAL" clId="{D11EB872-6A7E-4ED6-B0AB-730AA329230B}" dt="2023-10-23T17:24:06.927" v="137" actId="20577"/>
          <ac:spMkLst>
            <pc:docMk/>
            <pc:sldMk cId="1071021004" sldId="259"/>
            <ac:spMk id="2" creationId="{C507A6A6-32BF-1590-B6B0-C0054B8F1102}"/>
          </ac:spMkLst>
        </pc:spChg>
        <pc:spChg chg="mod">
          <ac:chgData name="Popov Savva" userId="bc132019-2944-47dc-b2a0-f031fbe56d5e" providerId="ADAL" clId="{D11EB872-6A7E-4ED6-B0AB-730AA329230B}" dt="2023-10-23T17:33:29.703" v="414" actId="20577"/>
          <ac:spMkLst>
            <pc:docMk/>
            <pc:sldMk cId="1071021004" sldId="259"/>
            <ac:spMk id="3" creationId="{77E68F1A-204A-5421-31CB-A65C22342DDF}"/>
          </ac:spMkLst>
        </pc:spChg>
        <pc:picChg chg="add mod">
          <ac:chgData name="Popov Savva" userId="bc132019-2944-47dc-b2a0-f031fbe56d5e" providerId="ADAL" clId="{D11EB872-6A7E-4ED6-B0AB-730AA329230B}" dt="2023-10-23T17:34:54.825" v="426" actId="1076"/>
          <ac:picMkLst>
            <pc:docMk/>
            <pc:sldMk cId="1071021004" sldId="259"/>
            <ac:picMk id="1026" creationId="{7E154534-E105-49D6-4A9D-EFC966F121C5}"/>
          </ac:picMkLst>
        </pc:picChg>
      </pc:sldChg>
    </pc:docChg>
  </pc:docChgLst>
  <pc:docChgLst>
    <pc:chgData name="Popov Savva" userId="bc132019-2944-47dc-b2a0-f031fbe56d5e" providerId="ADAL" clId="{6D2E7BAF-FBAC-4E02-B53D-FC4686F7E203}"/>
    <pc:docChg chg="undo custSel addSld delSld modSld sldOrd">
      <pc:chgData name="Popov Savva" userId="bc132019-2944-47dc-b2a0-f031fbe56d5e" providerId="ADAL" clId="{6D2E7BAF-FBAC-4E02-B53D-FC4686F7E203}" dt="2023-10-24T14:08:38.458" v="5993" actId="20577"/>
      <pc:docMkLst>
        <pc:docMk/>
      </pc:docMkLst>
      <pc:sldChg chg="addSp delSp modSp mod">
        <pc:chgData name="Popov Savva" userId="bc132019-2944-47dc-b2a0-f031fbe56d5e" providerId="ADAL" clId="{6D2E7BAF-FBAC-4E02-B53D-FC4686F7E203}" dt="2023-10-24T10:36:04.278" v="675" actId="1076"/>
        <pc:sldMkLst>
          <pc:docMk/>
          <pc:sldMk cId="727887438" sldId="256"/>
        </pc:sldMkLst>
        <pc:spChg chg="mod">
          <ac:chgData name="Popov Savva" userId="bc132019-2944-47dc-b2a0-f031fbe56d5e" providerId="ADAL" clId="{6D2E7BAF-FBAC-4E02-B53D-FC4686F7E203}" dt="2023-10-23T14:45:04.450" v="392" actId="20577"/>
          <ac:spMkLst>
            <pc:docMk/>
            <pc:sldMk cId="727887438" sldId="256"/>
            <ac:spMk id="2" creationId="{6EA052CF-95E9-6924-4E84-C326537058B7}"/>
          </ac:spMkLst>
        </pc:spChg>
        <pc:spChg chg="mod">
          <ac:chgData name="Popov Savva" userId="bc132019-2944-47dc-b2a0-f031fbe56d5e" providerId="ADAL" clId="{6D2E7BAF-FBAC-4E02-B53D-FC4686F7E203}" dt="2023-10-23T13:22:18.890" v="149" actId="1076"/>
          <ac:spMkLst>
            <pc:docMk/>
            <pc:sldMk cId="727887438" sldId="256"/>
            <ac:spMk id="3" creationId="{0C416351-5B4F-7FC1-9F0B-A246BE985FF0}"/>
          </ac:spMkLst>
        </pc:spChg>
        <pc:spChg chg="add">
          <ac:chgData name="Popov Savva" userId="bc132019-2944-47dc-b2a0-f031fbe56d5e" providerId="ADAL" clId="{6D2E7BAF-FBAC-4E02-B53D-FC4686F7E203}" dt="2023-10-23T13:13:57.295" v="63"/>
          <ac:spMkLst>
            <pc:docMk/>
            <pc:sldMk cId="727887438" sldId="256"/>
            <ac:spMk id="19" creationId="{429E8FCD-03ED-AFD6-3F5D-9DBB42BEA8DE}"/>
          </ac:spMkLst>
        </pc:spChg>
        <pc:grpChg chg="add mod">
          <ac:chgData name="Popov Savva" userId="bc132019-2944-47dc-b2a0-f031fbe56d5e" providerId="ADAL" clId="{6D2E7BAF-FBAC-4E02-B53D-FC4686F7E203}" dt="2023-10-23T13:22:40.455" v="151" actId="1076"/>
          <ac:grpSpMkLst>
            <pc:docMk/>
            <pc:sldMk cId="727887438" sldId="256"/>
            <ac:grpSpMk id="4" creationId="{76CD0453-5994-CADC-6500-3B404F54C04B}"/>
          </ac:grpSpMkLst>
        </pc:grpChg>
        <pc:picChg chg="mod">
          <ac:chgData name="Popov Savva" userId="bc132019-2944-47dc-b2a0-f031fbe56d5e" providerId="ADAL" clId="{6D2E7BAF-FBAC-4E02-B53D-FC4686F7E203}" dt="2023-10-23T12:44:27.335" v="0" actId="164"/>
          <ac:picMkLst>
            <pc:docMk/>
            <pc:sldMk cId="727887438" sldId="256"/>
            <ac:picMk id="5" creationId="{A04A4066-AEB0-38F4-2D89-EF0A14BFFBDB}"/>
          </ac:picMkLst>
        </pc:picChg>
        <pc:picChg chg="mod">
          <ac:chgData name="Popov Savva" userId="bc132019-2944-47dc-b2a0-f031fbe56d5e" providerId="ADAL" clId="{6D2E7BAF-FBAC-4E02-B53D-FC4686F7E203}" dt="2023-10-23T12:44:27.335" v="0" actId="164"/>
          <ac:picMkLst>
            <pc:docMk/>
            <pc:sldMk cId="727887438" sldId="256"/>
            <ac:picMk id="7" creationId="{9190C729-B362-63DC-D08D-71E4D5F52C5B}"/>
          </ac:picMkLst>
        </pc:picChg>
        <pc:picChg chg="add mod">
          <ac:chgData name="Popov Savva" userId="bc132019-2944-47dc-b2a0-f031fbe56d5e" providerId="ADAL" clId="{6D2E7BAF-FBAC-4E02-B53D-FC4686F7E203}" dt="2023-10-23T13:23:03.597" v="152" actId="1076"/>
          <ac:picMkLst>
            <pc:docMk/>
            <pc:sldMk cId="727887438" sldId="256"/>
            <ac:picMk id="8" creationId="{C9286E37-46AE-16B4-AF93-5995B584F000}"/>
          </ac:picMkLst>
        </pc:picChg>
        <pc:picChg chg="add del mod">
          <ac:chgData name="Popov Savva" userId="bc132019-2944-47dc-b2a0-f031fbe56d5e" providerId="ADAL" clId="{6D2E7BAF-FBAC-4E02-B53D-FC4686F7E203}" dt="2023-10-23T13:05:56.219" v="43" actId="478"/>
          <ac:picMkLst>
            <pc:docMk/>
            <pc:sldMk cId="727887438" sldId="256"/>
            <ac:picMk id="12" creationId="{E3B66D88-24CD-2A8C-8426-A7E5B253D99E}"/>
          </ac:picMkLst>
        </pc:picChg>
        <pc:picChg chg="add del mod">
          <ac:chgData name="Popov Savva" userId="bc132019-2944-47dc-b2a0-f031fbe56d5e" providerId="ADAL" clId="{6D2E7BAF-FBAC-4E02-B53D-FC4686F7E203}" dt="2023-10-23T13:09:07.115" v="53" actId="478"/>
          <ac:picMkLst>
            <pc:docMk/>
            <pc:sldMk cId="727887438" sldId="256"/>
            <ac:picMk id="14" creationId="{2BD4C4B7-3EA9-C561-2E8D-9ADCDABB0885}"/>
          </ac:picMkLst>
        </pc:picChg>
        <pc:picChg chg="add del mod">
          <ac:chgData name="Popov Savva" userId="bc132019-2944-47dc-b2a0-f031fbe56d5e" providerId="ADAL" clId="{6D2E7BAF-FBAC-4E02-B53D-FC4686F7E203}" dt="2023-10-23T13:11:46.883" v="56" actId="478"/>
          <ac:picMkLst>
            <pc:docMk/>
            <pc:sldMk cId="727887438" sldId="256"/>
            <ac:picMk id="16" creationId="{EB2058BE-DA5D-DC7C-7C2B-00BCF3758A5A}"/>
          </ac:picMkLst>
        </pc:picChg>
        <pc:picChg chg="add del mod">
          <ac:chgData name="Popov Savva" userId="bc132019-2944-47dc-b2a0-f031fbe56d5e" providerId="ADAL" clId="{6D2E7BAF-FBAC-4E02-B53D-FC4686F7E203}" dt="2023-10-23T13:12:40.823" v="62" actId="478"/>
          <ac:picMkLst>
            <pc:docMk/>
            <pc:sldMk cId="727887438" sldId="256"/>
            <ac:picMk id="18" creationId="{45A3ED12-A9A3-3E8C-3517-35F3C66BA135}"/>
          </ac:picMkLst>
        </pc:picChg>
        <pc:picChg chg="add del mod">
          <ac:chgData name="Popov Savva" userId="bc132019-2944-47dc-b2a0-f031fbe56d5e" providerId="ADAL" clId="{6D2E7BAF-FBAC-4E02-B53D-FC4686F7E203}" dt="2023-10-23T13:14:19.004" v="66" actId="478"/>
          <ac:picMkLst>
            <pc:docMk/>
            <pc:sldMk cId="727887438" sldId="256"/>
            <ac:picMk id="21" creationId="{B872225C-FF26-5B65-FDFC-381500BA0D39}"/>
          </ac:picMkLst>
        </pc:picChg>
        <pc:picChg chg="add del mod">
          <ac:chgData name="Popov Savva" userId="bc132019-2944-47dc-b2a0-f031fbe56d5e" providerId="ADAL" clId="{6D2E7BAF-FBAC-4E02-B53D-FC4686F7E203}" dt="2023-10-23T13:14:30.226" v="69" actId="478"/>
          <ac:picMkLst>
            <pc:docMk/>
            <pc:sldMk cId="727887438" sldId="256"/>
            <ac:picMk id="23" creationId="{3F378820-6D4F-4ED8-5687-5218523F07E0}"/>
          </ac:picMkLst>
        </pc:picChg>
        <pc:picChg chg="add del mod">
          <ac:chgData name="Popov Savva" userId="bc132019-2944-47dc-b2a0-f031fbe56d5e" providerId="ADAL" clId="{6D2E7BAF-FBAC-4E02-B53D-FC4686F7E203}" dt="2023-10-23T13:16:26.027" v="103" actId="478"/>
          <ac:picMkLst>
            <pc:docMk/>
            <pc:sldMk cId="727887438" sldId="256"/>
            <ac:picMk id="24" creationId="{13A01609-63AE-4F7D-CD0E-7839129862BF}"/>
          </ac:picMkLst>
        </pc:picChg>
        <pc:picChg chg="add mod">
          <ac:chgData name="Popov Savva" userId="bc132019-2944-47dc-b2a0-f031fbe56d5e" providerId="ADAL" clId="{6D2E7BAF-FBAC-4E02-B53D-FC4686F7E203}" dt="2023-10-23T13:20:27.929" v="127" actId="1076"/>
          <ac:picMkLst>
            <pc:docMk/>
            <pc:sldMk cId="727887438" sldId="256"/>
            <ac:picMk id="26" creationId="{A951DA3E-A19D-CA01-9F26-BA4D18529717}"/>
          </ac:picMkLst>
        </pc:picChg>
        <pc:picChg chg="add mod">
          <ac:chgData name="Popov Savva" userId="bc132019-2944-47dc-b2a0-f031fbe56d5e" providerId="ADAL" clId="{6D2E7BAF-FBAC-4E02-B53D-FC4686F7E203}" dt="2023-10-24T10:36:04.278" v="675" actId="1076"/>
          <ac:picMkLst>
            <pc:docMk/>
            <pc:sldMk cId="727887438" sldId="256"/>
            <ac:picMk id="27" creationId="{E7235CA4-EC45-6B14-9483-D037A7E430C4}"/>
          </ac:picMkLst>
        </pc:picChg>
        <pc:picChg chg="add mod">
          <ac:chgData name="Popov Savva" userId="bc132019-2944-47dc-b2a0-f031fbe56d5e" providerId="ADAL" clId="{6D2E7BAF-FBAC-4E02-B53D-FC4686F7E203}" dt="2023-10-23T13:25:23.651" v="198" actId="1076"/>
          <ac:picMkLst>
            <pc:docMk/>
            <pc:sldMk cId="727887438" sldId="256"/>
            <ac:picMk id="29" creationId="{13DC4CDD-5CFC-EB81-7D62-6307430CAED1}"/>
          </ac:picMkLst>
        </pc:picChg>
        <pc:picChg chg="add del mod">
          <ac:chgData name="Popov Savva" userId="bc132019-2944-47dc-b2a0-f031fbe56d5e" providerId="ADAL" clId="{6D2E7BAF-FBAC-4E02-B53D-FC4686F7E203}" dt="2023-10-23T13:16:24.111" v="102" actId="478"/>
          <ac:picMkLst>
            <pc:docMk/>
            <pc:sldMk cId="727887438" sldId="256"/>
            <ac:picMk id="1028" creationId="{F2C082BA-2A3E-3604-E742-E6C1918DB610}"/>
          </ac:picMkLst>
        </pc:picChg>
        <pc:picChg chg="add del mod">
          <ac:chgData name="Popov Savva" userId="bc132019-2944-47dc-b2a0-f031fbe56d5e" providerId="ADAL" clId="{6D2E7BAF-FBAC-4E02-B53D-FC4686F7E203}" dt="2023-10-23T13:19:08.763" v="117" actId="478"/>
          <ac:picMkLst>
            <pc:docMk/>
            <pc:sldMk cId="727887438" sldId="256"/>
            <ac:picMk id="1030" creationId="{9C97C6FF-E995-0F90-AD9A-BF0DB1A61E40}"/>
          </ac:picMkLst>
        </pc:picChg>
        <pc:picChg chg="add del mod">
          <ac:chgData name="Popov Savva" userId="bc132019-2944-47dc-b2a0-f031fbe56d5e" providerId="ADAL" clId="{6D2E7BAF-FBAC-4E02-B53D-FC4686F7E203}" dt="2023-10-23T13:19:56.714" v="121" actId="478"/>
          <ac:picMkLst>
            <pc:docMk/>
            <pc:sldMk cId="727887438" sldId="256"/>
            <ac:picMk id="1032" creationId="{686AA040-DD82-ED6C-D14E-B89060CE032C}"/>
          </ac:picMkLst>
        </pc:picChg>
        <pc:cxnChg chg="add del">
          <ac:chgData name="Popov Savva" userId="bc132019-2944-47dc-b2a0-f031fbe56d5e" providerId="ADAL" clId="{6D2E7BAF-FBAC-4E02-B53D-FC4686F7E203}" dt="2023-10-23T13:00:46.650" v="39" actId="478"/>
          <ac:cxnSpMkLst>
            <pc:docMk/>
            <pc:sldMk cId="727887438" sldId="256"/>
            <ac:cxnSpMk id="10" creationId="{C4A1E497-B3FB-ADAF-1FFA-D7782D7812A9}"/>
          </ac:cxnSpMkLst>
        </pc:cxnChg>
      </pc:sldChg>
      <pc:sldChg chg="addSp delSp modSp mod setBg addAnim modAnim">
        <pc:chgData name="Popov Savva" userId="bc132019-2944-47dc-b2a0-f031fbe56d5e" providerId="ADAL" clId="{6D2E7BAF-FBAC-4E02-B53D-FC4686F7E203}" dt="2023-10-24T13:52:44.774" v="5905" actId="478"/>
        <pc:sldMkLst>
          <pc:docMk/>
          <pc:sldMk cId="3851273925" sldId="257"/>
        </pc:sldMkLst>
        <pc:spChg chg="mod">
          <ac:chgData name="Popov Savva" userId="bc132019-2944-47dc-b2a0-f031fbe56d5e" providerId="ADAL" clId="{6D2E7BAF-FBAC-4E02-B53D-FC4686F7E203}" dt="2023-10-23T13:50:08.271" v="340" actId="1076"/>
          <ac:spMkLst>
            <pc:docMk/>
            <pc:sldMk cId="3851273925" sldId="257"/>
            <ac:spMk id="2" creationId="{6B6C079A-FA99-4A31-DB70-A310E7E9BC7F}"/>
          </ac:spMkLst>
        </pc:spChg>
        <pc:spChg chg="mod">
          <ac:chgData name="Popov Savva" userId="bc132019-2944-47dc-b2a0-f031fbe56d5e" providerId="ADAL" clId="{6D2E7BAF-FBAC-4E02-B53D-FC4686F7E203}" dt="2023-10-24T11:05:24.433" v="1050" actId="2711"/>
          <ac:spMkLst>
            <pc:docMk/>
            <pc:sldMk cId="3851273925" sldId="257"/>
            <ac:spMk id="3" creationId="{06AE8441-F980-8D6C-56BE-B34504DA5590}"/>
          </ac:spMkLst>
        </pc:spChg>
        <pc:spChg chg="add mod">
          <ac:chgData name="Popov Savva" userId="bc132019-2944-47dc-b2a0-f031fbe56d5e" providerId="ADAL" clId="{6D2E7BAF-FBAC-4E02-B53D-FC4686F7E203}" dt="2023-10-23T13:43:36.868" v="268" actId="1076"/>
          <ac:spMkLst>
            <pc:docMk/>
            <pc:sldMk cId="3851273925" sldId="257"/>
            <ac:spMk id="8" creationId="{D177FA5D-7A5C-190A-594B-7F0CE621B818}"/>
          </ac:spMkLst>
        </pc:spChg>
        <pc:spChg chg="add">
          <ac:chgData name="Popov Savva" userId="bc132019-2944-47dc-b2a0-f031fbe56d5e" providerId="ADAL" clId="{6D2E7BAF-FBAC-4E02-B53D-FC4686F7E203}" dt="2023-10-23T13:31:45.845" v="204" actId="26606"/>
          <ac:spMkLst>
            <pc:docMk/>
            <pc:sldMk cId="3851273925" sldId="257"/>
            <ac:spMk id="10" creationId="{D009D6D5-DAC2-4A8B-A17A-E206B9012D09}"/>
          </ac:spMkLst>
        </pc:spChg>
        <pc:picChg chg="add del mod">
          <ac:chgData name="Popov Savva" userId="bc132019-2944-47dc-b2a0-f031fbe56d5e" providerId="ADAL" clId="{6D2E7BAF-FBAC-4E02-B53D-FC4686F7E203}" dt="2023-10-24T13:50:48.073" v="5866" actId="21"/>
          <ac:picMkLst>
            <pc:docMk/>
            <pc:sldMk cId="3851273925" sldId="257"/>
            <ac:picMk id="4" creationId="{DE7D9695-B7D6-1C8B-9EB7-A50D017FBBEE}"/>
          </ac:picMkLst>
        </pc:picChg>
        <pc:picChg chg="add del mod">
          <ac:chgData name="Popov Savva" userId="bc132019-2944-47dc-b2a0-f031fbe56d5e" providerId="ADAL" clId="{6D2E7BAF-FBAC-4E02-B53D-FC4686F7E203}" dt="2023-10-23T13:35:04.281" v="211" actId="478"/>
          <ac:picMkLst>
            <pc:docMk/>
            <pc:sldMk cId="3851273925" sldId="257"/>
            <ac:picMk id="5" creationId="{C0B85601-EA4A-999E-A1C6-8FE4159A97A9}"/>
          </ac:picMkLst>
        </pc:picChg>
        <pc:picChg chg="add mod">
          <ac:chgData name="Popov Savva" userId="bc132019-2944-47dc-b2a0-f031fbe56d5e" providerId="ADAL" clId="{6D2E7BAF-FBAC-4E02-B53D-FC4686F7E203}" dt="2023-10-23T13:42:30.546" v="253" actId="1076"/>
          <ac:picMkLst>
            <pc:docMk/>
            <pc:sldMk cId="3851273925" sldId="257"/>
            <ac:picMk id="7" creationId="{F84D2AE2-8C54-4366-363F-AA555D160340}"/>
          </ac:picMkLst>
        </pc:picChg>
        <pc:picChg chg="add mod">
          <ac:chgData name="Popov Savva" userId="bc132019-2944-47dc-b2a0-f031fbe56d5e" providerId="ADAL" clId="{6D2E7BAF-FBAC-4E02-B53D-FC4686F7E203}" dt="2023-10-23T14:29:39.193" v="351" actId="1076"/>
          <ac:picMkLst>
            <pc:docMk/>
            <pc:sldMk cId="3851273925" sldId="257"/>
            <ac:picMk id="9" creationId="{C53140F5-17C3-D8BF-4691-87F3DA01F833}"/>
          </ac:picMkLst>
        </pc:picChg>
        <pc:picChg chg="add del mod">
          <ac:chgData name="Popov Savva" userId="bc132019-2944-47dc-b2a0-f031fbe56d5e" providerId="ADAL" clId="{6D2E7BAF-FBAC-4E02-B53D-FC4686F7E203}" dt="2023-10-24T13:52:44.774" v="5905" actId="478"/>
          <ac:picMkLst>
            <pc:docMk/>
            <pc:sldMk cId="3851273925" sldId="257"/>
            <ac:picMk id="11266" creationId="{E81AC29F-FE0E-AD99-04AA-34AF0EC1F5B9}"/>
          </ac:picMkLst>
        </pc:picChg>
      </pc:sldChg>
      <pc:sldChg chg="addSp delSp modSp new mod setBg setClrOvrMap">
        <pc:chgData name="Popov Savva" userId="bc132019-2944-47dc-b2a0-f031fbe56d5e" providerId="ADAL" clId="{6D2E7BAF-FBAC-4E02-B53D-FC4686F7E203}" dt="2023-10-24T14:08:38.458" v="5993" actId="20577"/>
        <pc:sldMkLst>
          <pc:docMk/>
          <pc:sldMk cId="3849215567" sldId="258"/>
        </pc:sldMkLst>
        <pc:spChg chg="mod">
          <ac:chgData name="Popov Savva" userId="bc132019-2944-47dc-b2a0-f031fbe56d5e" providerId="ADAL" clId="{6D2E7BAF-FBAC-4E02-B53D-FC4686F7E203}" dt="2023-10-23T15:06:57.367" v="445" actId="26606"/>
          <ac:spMkLst>
            <pc:docMk/>
            <pc:sldMk cId="3849215567" sldId="258"/>
            <ac:spMk id="2" creationId="{BF3CFA18-28B6-05B1-87CD-3B6D8D20B889}"/>
          </ac:spMkLst>
        </pc:spChg>
        <pc:spChg chg="mod ord">
          <ac:chgData name="Popov Savva" userId="bc132019-2944-47dc-b2a0-f031fbe56d5e" providerId="ADAL" clId="{6D2E7BAF-FBAC-4E02-B53D-FC4686F7E203}" dt="2023-10-24T14:08:38.458" v="5993" actId="20577"/>
          <ac:spMkLst>
            <pc:docMk/>
            <pc:sldMk cId="3849215567" sldId="258"/>
            <ac:spMk id="3" creationId="{4ADA69A7-3E88-5BE8-4AD8-0072A476A4E7}"/>
          </ac:spMkLst>
        </pc:spChg>
        <pc:spChg chg="add del">
          <ac:chgData name="Popov Savva" userId="bc132019-2944-47dc-b2a0-f031fbe56d5e" providerId="ADAL" clId="{6D2E7BAF-FBAC-4E02-B53D-FC4686F7E203}" dt="2023-10-24T10:20:47.319" v="451" actId="478"/>
          <ac:spMkLst>
            <pc:docMk/>
            <pc:sldMk cId="3849215567" sldId="258"/>
            <ac:spMk id="4" creationId="{58CC84B5-501B-E21C-90CB-32DD5D986485}"/>
          </ac:spMkLst>
        </pc:spChg>
        <pc:spChg chg="add del">
          <ac:chgData name="Popov Savva" userId="bc132019-2944-47dc-b2a0-f031fbe56d5e" providerId="ADAL" clId="{6D2E7BAF-FBAC-4E02-B53D-FC4686F7E203}" dt="2023-10-23T15:06:49.988" v="434" actId="26606"/>
          <ac:spMkLst>
            <pc:docMk/>
            <pc:sldMk cId="3849215567" sldId="258"/>
            <ac:spMk id="2052" creationId="{9228552E-C8B1-4A80-8448-0787CE0FC704}"/>
          </ac:spMkLst>
        </pc:spChg>
        <pc:spChg chg="add del">
          <ac:chgData name="Popov Savva" userId="bc132019-2944-47dc-b2a0-f031fbe56d5e" providerId="ADAL" clId="{6D2E7BAF-FBAC-4E02-B53D-FC4686F7E203}" dt="2023-10-23T15:06:51.377" v="436" actId="26606"/>
          <ac:spMkLst>
            <pc:docMk/>
            <pc:sldMk cId="3849215567" sldId="258"/>
            <ac:spMk id="2054" creationId="{F13C74B1-5B17-4795-BED0-7140497B445A}"/>
          </ac:spMkLst>
        </pc:spChg>
        <pc:spChg chg="add del">
          <ac:chgData name="Popov Savva" userId="bc132019-2944-47dc-b2a0-f031fbe56d5e" providerId="ADAL" clId="{6D2E7BAF-FBAC-4E02-B53D-FC4686F7E203}" dt="2023-10-23T15:06:38.695" v="432" actId="26606"/>
          <ac:spMkLst>
            <pc:docMk/>
            <pc:sldMk cId="3849215567" sldId="258"/>
            <ac:spMk id="2055" creationId="{04812C46-200A-4DEB-A05E-3ED6C68C2387}"/>
          </ac:spMkLst>
        </pc:spChg>
        <pc:spChg chg="add del">
          <ac:chgData name="Popov Savva" userId="bc132019-2944-47dc-b2a0-f031fbe56d5e" providerId="ADAL" clId="{6D2E7BAF-FBAC-4E02-B53D-FC4686F7E203}" dt="2023-10-23T15:06:51.377" v="436" actId="26606"/>
          <ac:spMkLst>
            <pc:docMk/>
            <pc:sldMk cId="3849215567" sldId="258"/>
            <ac:spMk id="2056" creationId="{D4974D33-8DC5-464E-8C6D-BE58F0669C17}"/>
          </ac:spMkLst>
        </pc:spChg>
        <pc:spChg chg="add del">
          <ac:chgData name="Popov Savva" userId="bc132019-2944-47dc-b2a0-f031fbe56d5e" providerId="ADAL" clId="{6D2E7BAF-FBAC-4E02-B53D-FC4686F7E203}" dt="2023-10-23T15:06:38.695" v="432" actId="26606"/>
          <ac:spMkLst>
            <pc:docMk/>
            <pc:sldMk cId="3849215567" sldId="258"/>
            <ac:spMk id="2057" creationId="{D1EA859B-E555-4109-94F3-6700E046E008}"/>
          </ac:spMkLst>
        </pc:spChg>
        <pc:spChg chg="add del">
          <ac:chgData name="Popov Savva" userId="bc132019-2944-47dc-b2a0-f031fbe56d5e" providerId="ADAL" clId="{6D2E7BAF-FBAC-4E02-B53D-FC4686F7E203}" dt="2023-10-23T15:06:53.343" v="438" actId="26606"/>
          <ac:spMkLst>
            <pc:docMk/>
            <pc:sldMk cId="3849215567" sldId="258"/>
            <ac:spMk id="2058" creationId="{C0763A76-9F1C-4FC5-82B7-DD475DA461B2}"/>
          </ac:spMkLst>
        </pc:spChg>
        <pc:spChg chg="add del">
          <ac:chgData name="Popov Savva" userId="bc132019-2944-47dc-b2a0-f031fbe56d5e" providerId="ADAL" clId="{6D2E7BAF-FBAC-4E02-B53D-FC4686F7E203}" dt="2023-10-23T15:06:53.343" v="438" actId="26606"/>
          <ac:spMkLst>
            <pc:docMk/>
            <pc:sldMk cId="3849215567" sldId="258"/>
            <ac:spMk id="2059" creationId="{E81BF4F6-F2CF-4984-9D14-D6966D92F99F}"/>
          </ac:spMkLst>
        </pc:spChg>
        <pc:spChg chg="add del">
          <ac:chgData name="Popov Savva" userId="bc132019-2944-47dc-b2a0-f031fbe56d5e" providerId="ADAL" clId="{6D2E7BAF-FBAC-4E02-B53D-FC4686F7E203}" dt="2023-10-23T15:06:54.356" v="440" actId="26606"/>
          <ac:spMkLst>
            <pc:docMk/>
            <pc:sldMk cId="3849215567" sldId="258"/>
            <ac:spMk id="2061" creationId="{B210AC1D-4063-4C6E-9528-FA9C4C0C18E6}"/>
          </ac:spMkLst>
        </pc:spChg>
        <pc:spChg chg="add del">
          <ac:chgData name="Popov Savva" userId="bc132019-2944-47dc-b2a0-f031fbe56d5e" providerId="ADAL" clId="{6D2E7BAF-FBAC-4E02-B53D-FC4686F7E203}" dt="2023-10-23T15:06:54.356" v="440" actId="26606"/>
          <ac:spMkLst>
            <pc:docMk/>
            <pc:sldMk cId="3849215567" sldId="258"/>
            <ac:spMk id="2062" creationId="{02F8C595-E68C-4306-AED8-DC7826A0A506}"/>
          </ac:spMkLst>
        </pc:spChg>
        <pc:spChg chg="add del">
          <ac:chgData name="Popov Savva" userId="bc132019-2944-47dc-b2a0-f031fbe56d5e" providerId="ADAL" clId="{6D2E7BAF-FBAC-4E02-B53D-FC4686F7E203}" dt="2023-10-23T15:06:56.044" v="442" actId="26606"/>
          <ac:spMkLst>
            <pc:docMk/>
            <pc:sldMk cId="3849215567" sldId="258"/>
            <ac:spMk id="2064" creationId="{C0763A76-9F1C-4FC5-82B7-DD475DA461B2}"/>
          </ac:spMkLst>
        </pc:spChg>
        <pc:spChg chg="add del">
          <ac:chgData name="Popov Savva" userId="bc132019-2944-47dc-b2a0-f031fbe56d5e" providerId="ADAL" clId="{6D2E7BAF-FBAC-4E02-B53D-FC4686F7E203}" dt="2023-10-23T15:06:56.044" v="442" actId="26606"/>
          <ac:spMkLst>
            <pc:docMk/>
            <pc:sldMk cId="3849215567" sldId="258"/>
            <ac:spMk id="2065" creationId="{E81BF4F6-F2CF-4984-9D14-D6966D92F99F}"/>
          </ac:spMkLst>
        </pc:spChg>
        <pc:spChg chg="add del">
          <ac:chgData name="Popov Savva" userId="bc132019-2944-47dc-b2a0-f031fbe56d5e" providerId="ADAL" clId="{6D2E7BAF-FBAC-4E02-B53D-FC4686F7E203}" dt="2023-10-23T15:06:57.363" v="444" actId="26606"/>
          <ac:spMkLst>
            <pc:docMk/>
            <pc:sldMk cId="3849215567" sldId="258"/>
            <ac:spMk id="2067" creationId="{F13C74B1-5B17-4795-BED0-7140497B445A}"/>
          </ac:spMkLst>
        </pc:spChg>
        <pc:spChg chg="add del">
          <ac:chgData name="Popov Savva" userId="bc132019-2944-47dc-b2a0-f031fbe56d5e" providerId="ADAL" clId="{6D2E7BAF-FBAC-4E02-B53D-FC4686F7E203}" dt="2023-10-23T15:06:57.363" v="444" actId="26606"/>
          <ac:spMkLst>
            <pc:docMk/>
            <pc:sldMk cId="3849215567" sldId="258"/>
            <ac:spMk id="2068" creationId="{D4974D33-8DC5-464E-8C6D-BE58F0669C17}"/>
          </ac:spMkLst>
        </pc:spChg>
        <pc:spChg chg="add">
          <ac:chgData name="Popov Savva" userId="bc132019-2944-47dc-b2a0-f031fbe56d5e" providerId="ADAL" clId="{6D2E7BAF-FBAC-4E02-B53D-FC4686F7E203}" dt="2023-10-23T15:06:57.367" v="445" actId="26606"/>
          <ac:spMkLst>
            <pc:docMk/>
            <pc:sldMk cId="3849215567" sldId="258"/>
            <ac:spMk id="2070" creationId="{9228552E-C8B1-4A80-8448-0787CE0FC704}"/>
          </ac:spMkLst>
        </pc:spChg>
        <pc:picChg chg="add del mod">
          <ac:chgData name="Popov Savva" userId="bc132019-2944-47dc-b2a0-f031fbe56d5e" providerId="ADAL" clId="{6D2E7BAF-FBAC-4E02-B53D-FC4686F7E203}" dt="2023-10-24T13:51:10.505" v="5877" actId="21"/>
          <ac:picMkLst>
            <pc:docMk/>
            <pc:sldMk cId="3849215567" sldId="258"/>
            <ac:picMk id="5" creationId="{5283F0F9-5BA6-0CA0-7434-05955BA261E5}"/>
          </ac:picMkLst>
        </pc:picChg>
        <pc:picChg chg="add mod">
          <ac:chgData name="Popov Savva" userId="bc132019-2944-47dc-b2a0-f031fbe56d5e" providerId="ADAL" clId="{6D2E7BAF-FBAC-4E02-B53D-FC4686F7E203}" dt="2023-10-24T13:56:33.585" v="5958" actId="1076"/>
          <ac:picMkLst>
            <pc:docMk/>
            <pc:sldMk cId="3849215567" sldId="258"/>
            <ac:picMk id="6" creationId="{4E446AF7-334C-1C1F-4F62-CEA0D2F662EB}"/>
          </ac:picMkLst>
        </pc:picChg>
        <pc:picChg chg="mod">
          <ac:chgData name="Popov Savva" userId="bc132019-2944-47dc-b2a0-f031fbe56d5e" providerId="ADAL" clId="{6D2E7BAF-FBAC-4E02-B53D-FC4686F7E203}" dt="2023-10-24T11:05:54.077" v="1052" actId="1076"/>
          <ac:picMkLst>
            <pc:docMk/>
            <pc:sldMk cId="3849215567" sldId="258"/>
            <ac:picMk id="1026" creationId="{C31237A3-069A-326A-22B8-875170B7150A}"/>
          </ac:picMkLst>
        </pc:picChg>
        <pc:picChg chg="add mod ord">
          <ac:chgData name="Popov Savva" userId="bc132019-2944-47dc-b2a0-f031fbe56d5e" providerId="ADAL" clId="{6D2E7BAF-FBAC-4E02-B53D-FC4686F7E203}" dt="2023-10-23T15:06:57.367" v="445" actId="26606"/>
          <ac:picMkLst>
            <pc:docMk/>
            <pc:sldMk cId="3849215567" sldId="258"/>
            <ac:picMk id="2050" creationId="{9FF9DE37-3CD7-A277-E040-3EFC603FA19F}"/>
          </ac:picMkLst>
        </pc:picChg>
      </pc:sldChg>
      <pc:sldChg chg="addSp delSp modSp mod">
        <pc:chgData name="Popov Savva" userId="bc132019-2944-47dc-b2a0-f031fbe56d5e" providerId="ADAL" clId="{6D2E7BAF-FBAC-4E02-B53D-FC4686F7E203}" dt="2023-10-24T13:59:20.186" v="5960"/>
        <pc:sldMkLst>
          <pc:docMk/>
          <pc:sldMk cId="1071021004" sldId="259"/>
        </pc:sldMkLst>
        <pc:spChg chg="mod">
          <ac:chgData name="Popov Savva" userId="bc132019-2944-47dc-b2a0-f031fbe56d5e" providerId="ADAL" clId="{6D2E7BAF-FBAC-4E02-B53D-FC4686F7E203}" dt="2023-10-24T10:38:18.702" v="682" actId="1076"/>
          <ac:spMkLst>
            <pc:docMk/>
            <pc:sldMk cId="1071021004" sldId="259"/>
            <ac:spMk id="2" creationId="{C507A6A6-32BF-1590-B6B0-C0054B8F1102}"/>
          </ac:spMkLst>
        </pc:spChg>
        <pc:spChg chg="add del mod">
          <ac:chgData name="Popov Savva" userId="bc132019-2944-47dc-b2a0-f031fbe56d5e" providerId="ADAL" clId="{6D2E7BAF-FBAC-4E02-B53D-FC4686F7E203}" dt="2023-10-24T11:53:57.831" v="1289" actId="20577"/>
          <ac:spMkLst>
            <pc:docMk/>
            <pc:sldMk cId="1071021004" sldId="259"/>
            <ac:spMk id="3" creationId="{77E68F1A-204A-5421-31CB-A65C22342DDF}"/>
          </ac:spMkLst>
        </pc:spChg>
        <pc:spChg chg="add del mod">
          <ac:chgData name="Popov Savva" userId="bc132019-2944-47dc-b2a0-f031fbe56d5e" providerId="ADAL" clId="{6D2E7BAF-FBAC-4E02-B53D-FC4686F7E203}" dt="2023-10-24T10:34:23.139" v="600" actId="478"/>
          <ac:spMkLst>
            <pc:docMk/>
            <pc:sldMk cId="1071021004" sldId="259"/>
            <ac:spMk id="5" creationId="{4B847C39-4661-0093-44A6-777422420739}"/>
          </ac:spMkLst>
        </pc:spChg>
        <pc:picChg chg="add mod">
          <ac:chgData name="Popov Savva" userId="bc132019-2944-47dc-b2a0-f031fbe56d5e" providerId="ADAL" clId="{6D2E7BAF-FBAC-4E02-B53D-FC4686F7E203}" dt="2023-10-24T10:36:18.032" v="680" actId="1076"/>
          <ac:picMkLst>
            <pc:docMk/>
            <pc:sldMk cId="1071021004" sldId="259"/>
            <ac:picMk id="6" creationId="{5DF45322-FB8D-D7EA-9002-551F2FDE5186}"/>
          </ac:picMkLst>
        </pc:picChg>
        <pc:picChg chg="add del mod">
          <ac:chgData name="Popov Savva" userId="bc132019-2944-47dc-b2a0-f031fbe56d5e" providerId="ADAL" clId="{6D2E7BAF-FBAC-4E02-B53D-FC4686F7E203}" dt="2023-10-24T10:38:39.250" v="685"/>
          <ac:picMkLst>
            <pc:docMk/>
            <pc:sldMk cId="1071021004" sldId="259"/>
            <ac:picMk id="7" creationId="{49E06A0C-23C9-4F65-74FC-0EA39A9D443F}"/>
          </ac:picMkLst>
        </pc:picChg>
        <pc:picChg chg="add del mod">
          <ac:chgData name="Popov Savva" userId="bc132019-2944-47dc-b2a0-f031fbe56d5e" providerId="ADAL" clId="{6D2E7BAF-FBAC-4E02-B53D-FC4686F7E203}" dt="2023-10-24T13:51:43.679" v="5886" actId="478"/>
          <ac:picMkLst>
            <pc:docMk/>
            <pc:sldMk cId="1071021004" sldId="259"/>
            <ac:picMk id="9" creationId="{E463EF81-288A-1812-A853-B70D9DABFE3E}"/>
          </ac:picMkLst>
        </pc:picChg>
        <pc:picChg chg="mod">
          <ac:chgData name="Popov Savva" userId="bc132019-2944-47dc-b2a0-f031fbe56d5e" providerId="ADAL" clId="{6D2E7BAF-FBAC-4E02-B53D-FC4686F7E203}" dt="2023-10-24T13:51:57.483" v="5891" actId="1076"/>
          <ac:picMkLst>
            <pc:docMk/>
            <pc:sldMk cId="1071021004" sldId="259"/>
            <ac:picMk id="1026" creationId="{7E154534-E105-49D6-4A9D-EFC966F121C5}"/>
          </ac:picMkLst>
        </pc:picChg>
        <pc:picChg chg="add mod">
          <ac:chgData name="Popov Savva" userId="bc132019-2944-47dc-b2a0-f031fbe56d5e" providerId="ADAL" clId="{6D2E7BAF-FBAC-4E02-B53D-FC4686F7E203}" dt="2023-10-24T13:52:07.961" v="5894" actId="1076"/>
          <ac:picMkLst>
            <pc:docMk/>
            <pc:sldMk cId="1071021004" sldId="259"/>
            <ac:picMk id="10242" creationId="{43586256-3890-66C2-4A77-2B230C5FBD2D}"/>
          </ac:picMkLst>
        </pc:picChg>
        <pc:picChg chg="add del">
          <ac:chgData name="Popov Savva" userId="bc132019-2944-47dc-b2a0-f031fbe56d5e" providerId="ADAL" clId="{6D2E7BAF-FBAC-4E02-B53D-FC4686F7E203}" dt="2023-10-24T13:59:20.186" v="5960"/>
          <ac:picMkLst>
            <pc:docMk/>
            <pc:sldMk cId="1071021004" sldId="259"/>
            <ac:picMk id="10244" creationId="{33A4617C-D810-F95D-FFF3-7646AFED20A2}"/>
          </ac:picMkLst>
        </pc:picChg>
      </pc:sldChg>
      <pc:sldChg chg="addSp delSp modSp new mod">
        <pc:chgData name="Popov Savva" userId="bc132019-2944-47dc-b2a0-f031fbe56d5e" providerId="ADAL" clId="{6D2E7BAF-FBAC-4E02-B53D-FC4686F7E203}" dt="2023-10-24T14:00:41.957" v="5983" actId="21"/>
        <pc:sldMkLst>
          <pc:docMk/>
          <pc:sldMk cId="919174826" sldId="260"/>
        </pc:sldMkLst>
        <pc:spChg chg="mod">
          <ac:chgData name="Popov Savva" userId="bc132019-2944-47dc-b2a0-f031fbe56d5e" providerId="ADAL" clId="{6D2E7BAF-FBAC-4E02-B53D-FC4686F7E203}" dt="2023-10-24T12:04:53.463" v="1451" actId="1076"/>
          <ac:spMkLst>
            <pc:docMk/>
            <pc:sldMk cId="919174826" sldId="260"/>
            <ac:spMk id="2" creationId="{21292430-08DD-751D-07EF-DD922950F2E1}"/>
          </ac:spMkLst>
        </pc:spChg>
        <pc:spChg chg="mod">
          <ac:chgData name="Popov Savva" userId="bc132019-2944-47dc-b2a0-f031fbe56d5e" providerId="ADAL" clId="{6D2E7BAF-FBAC-4E02-B53D-FC4686F7E203}" dt="2023-10-24T11:16:15.090" v="1192" actId="5793"/>
          <ac:spMkLst>
            <pc:docMk/>
            <pc:sldMk cId="919174826" sldId="260"/>
            <ac:spMk id="3" creationId="{C1E9DCCC-B95B-1D88-7341-4185CC7750C7}"/>
          </ac:spMkLst>
        </pc:spChg>
        <pc:spChg chg="add mod">
          <ac:chgData name="Popov Savva" userId="bc132019-2944-47dc-b2a0-f031fbe56d5e" providerId="ADAL" clId="{6D2E7BAF-FBAC-4E02-B53D-FC4686F7E203}" dt="2023-10-24T12:11:42.051" v="1609" actId="1076"/>
          <ac:spMkLst>
            <pc:docMk/>
            <pc:sldMk cId="919174826" sldId="260"/>
            <ac:spMk id="4" creationId="{3B2F0DFD-D027-D22B-023C-D84716954885}"/>
          </ac:spMkLst>
        </pc:spChg>
        <pc:grpChg chg="add del mod">
          <ac:chgData name="Popov Savva" userId="bc132019-2944-47dc-b2a0-f031fbe56d5e" providerId="ADAL" clId="{6D2E7BAF-FBAC-4E02-B53D-FC4686F7E203}" dt="2023-10-24T14:00:41.957" v="5983" actId="21"/>
          <ac:grpSpMkLst>
            <pc:docMk/>
            <pc:sldMk cId="919174826" sldId="260"/>
            <ac:grpSpMk id="8" creationId="{1BD6B6AE-D878-AA37-2CE2-9EAFA7414B6B}"/>
          </ac:grpSpMkLst>
        </pc:grpChg>
        <pc:picChg chg="add mod">
          <ac:chgData name="Popov Savva" userId="bc132019-2944-47dc-b2a0-f031fbe56d5e" providerId="ADAL" clId="{6D2E7BAF-FBAC-4E02-B53D-FC4686F7E203}" dt="2023-10-24T14:00:34.866" v="5981" actId="164"/>
          <ac:picMkLst>
            <pc:docMk/>
            <pc:sldMk cId="919174826" sldId="260"/>
            <ac:picMk id="6" creationId="{65DBA25F-1619-599D-0363-AEC4CBC2446A}"/>
          </ac:picMkLst>
        </pc:picChg>
        <pc:picChg chg="add mod">
          <ac:chgData name="Popov Savva" userId="bc132019-2944-47dc-b2a0-f031fbe56d5e" providerId="ADAL" clId="{6D2E7BAF-FBAC-4E02-B53D-FC4686F7E203}" dt="2023-10-24T14:00:34.866" v="5981" actId="164"/>
          <ac:picMkLst>
            <pc:docMk/>
            <pc:sldMk cId="919174826" sldId="260"/>
            <ac:picMk id="7" creationId="{8E1A2946-C97F-FDDB-5D80-CA5B514F6281}"/>
          </ac:picMkLst>
        </pc:picChg>
        <pc:picChg chg="add mod">
          <ac:chgData name="Popov Savva" userId="bc132019-2944-47dc-b2a0-f031fbe56d5e" providerId="ADAL" clId="{6D2E7BAF-FBAC-4E02-B53D-FC4686F7E203}" dt="2023-10-24T12:11:13.621" v="1600" actId="1076"/>
          <ac:picMkLst>
            <pc:docMk/>
            <pc:sldMk cId="919174826" sldId="260"/>
            <ac:picMk id="2050" creationId="{D8922A3A-4F53-8CA8-EB6D-82AD6E767F30}"/>
          </ac:picMkLst>
        </pc:picChg>
        <pc:picChg chg="add del mod">
          <ac:chgData name="Popov Savva" userId="bc132019-2944-47dc-b2a0-f031fbe56d5e" providerId="ADAL" clId="{6D2E7BAF-FBAC-4E02-B53D-FC4686F7E203}" dt="2023-10-24T10:52:14.454" v="950"/>
          <ac:picMkLst>
            <pc:docMk/>
            <pc:sldMk cId="919174826" sldId="260"/>
            <ac:picMk id="2052" creationId="{8D9110CF-77F7-14E7-9017-95E84076D85B}"/>
          </ac:picMkLst>
        </pc:picChg>
        <pc:picChg chg="add mod">
          <ac:chgData name="Popov Savva" userId="bc132019-2944-47dc-b2a0-f031fbe56d5e" providerId="ADAL" clId="{6D2E7BAF-FBAC-4E02-B53D-FC4686F7E203}" dt="2023-10-24T12:11:39.465" v="1608" actId="14100"/>
          <ac:picMkLst>
            <pc:docMk/>
            <pc:sldMk cId="919174826" sldId="260"/>
            <ac:picMk id="2054" creationId="{0089FE3D-6293-BFCB-3140-966FE418A0AC}"/>
          </ac:picMkLst>
        </pc:picChg>
        <pc:picChg chg="add del">
          <ac:chgData name="Popov Savva" userId="bc132019-2944-47dc-b2a0-f031fbe56d5e" providerId="ADAL" clId="{6D2E7BAF-FBAC-4E02-B53D-FC4686F7E203}" dt="2023-10-24T14:00:05.361" v="5968"/>
          <ac:picMkLst>
            <pc:docMk/>
            <pc:sldMk cId="919174826" sldId="260"/>
            <ac:picMk id="2056" creationId="{BCD957D1-5EAD-895E-70BD-6F30792226B0}"/>
          </ac:picMkLst>
        </pc:picChg>
      </pc:sldChg>
      <pc:sldChg chg="addSp delSp modSp new mod ord">
        <pc:chgData name="Popov Savva" userId="bc132019-2944-47dc-b2a0-f031fbe56d5e" providerId="ADAL" clId="{6D2E7BAF-FBAC-4E02-B53D-FC4686F7E203}" dt="2023-10-24T13:54:35.073" v="5923" actId="1076"/>
        <pc:sldMkLst>
          <pc:docMk/>
          <pc:sldMk cId="2555090339" sldId="261"/>
        </pc:sldMkLst>
        <pc:spChg chg="mod">
          <ac:chgData name="Popov Savva" userId="bc132019-2944-47dc-b2a0-f031fbe56d5e" providerId="ADAL" clId="{6D2E7BAF-FBAC-4E02-B53D-FC4686F7E203}" dt="2023-10-24T12:04:26.201" v="1449" actId="1076"/>
          <ac:spMkLst>
            <pc:docMk/>
            <pc:sldMk cId="2555090339" sldId="261"/>
            <ac:spMk id="2" creationId="{B8ECC118-174C-4C4B-6019-7921D3C24459}"/>
          </ac:spMkLst>
        </pc:spChg>
        <pc:spChg chg="mod">
          <ac:chgData name="Popov Savva" userId="bc132019-2944-47dc-b2a0-f031fbe56d5e" providerId="ADAL" clId="{6D2E7BAF-FBAC-4E02-B53D-FC4686F7E203}" dt="2023-10-24T13:25:17.683" v="5717" actId="2711"/>
          <ac:spMkLst>
            <pc:docMk/>
            <pc:sldMk cId="2555090339" sldId="261"/>
            <ac:spMk id="3" creationId="{11EEA37F-4772-FA62-64CA-BE861FDDC501}"/>
          </ac:spMkLst>
        </pc:spChg>
        <pc:spChg chg="add del mod">
          <ac:chgData name="Popov Savva" userId="bc132019-2944-47dc-b2a0-f031fbe56d5e" providerId="ADAL" clId="{6D2E7BAF-FBAC-4E02-B53D-FC4686F7E203}" dt="2023-10-24T12:35:47.651" v="2343" actId="478"/>
          <ac:spMkLst>
            <pc:docMk/>
            <pc:sldMk cId="2555090339" sldId="261"/>
            <ac:spMk id="4" creationId="{16A36A55-A84C-CD59-6067-ED5A93E03824}"/>
          </ac:spMkLst>
        </pc:spChg>
        <pc:picChg chg="add mod">
          <ac:chgData name="Popov Savva" userId="bc132019-2944-47dc-b2a0-f031fbe56d5e" providerId="ADAL" clId="{6D2E7BAF-FBAC-4E02-B53D-FC4686F7E203}" dt="2023-10-24T13:33:43.384" v="5735" actId="1076"/>
          <ac:picMkLst>
            <pc:docMk/>
            <pc:sldMk cId="2555090339" sldId="261"/>
            <ac:picMk id="5" creationId="{CC158AF6-4F3F-0F5F-5F4C-6BBB42CB7F71}"/>
          </ac:picMkLst>
        </pc:picChg>
        <pc:picChg chg="add del mod">
          <ac:chgData name="Popov Savva" userId="bc132019-2944-47dc-b2a0-f031fbe56d5e" providerId="ADAL" clId="{6D2E7BAF-FBAC-4E02-B53D-FC4686F7E203}" dt="2023-10-24T12:35:45.781" v="2342" actId="478"/>
          <ac:picMkLst>
            <pc:docMk/>
            <pc:sldMk cId="2555090339" sldId="261"/>
            <ac:picMk id="3074" creationId="{A350247B-3FD7-206E-4167-8E44884C2C36}"/>
          </ac:picMkLst>
        </pc:picChg>
        <pc:picChg chg="add mod">
          <ac:chgData name="Popov Savva" userId="bc132019-2944-47dc-b2a0-f031fbe56d5e" providerId="ADAL" clId="{6D2E7BAF-FBAC-4E02-B53D-FC4686F7E203}" dt="2023-10-24T13:54:35.073" v="5923" actId="1076"/>
          <ac:picMkLst>
            <pc:docMk/>
            <pc:sldMk cId="2555090339" sldId="261"/>
            <ac:picMk id="3076" creationId="{3EAB69A4-0062-77A0-2E1C-596120924B19}"/>
          </ac:picMkLst>
        </pc:picChg>
      </pc:sldChg>
      <pc:sldChg chg="new del">
        <pc:chgData name="Popov Savva" userId="bc132019-2944-47dc-b2a0-f031fbe56d5e" providerId="ADAL" clId="{6D2E7BAF-FBAC-4E02-B53D-FC4686F7E203}" dt="2023-10-24T12:08:09.100" v="1481" actId="47"/>
        <pc:sldMkLst>
          <pc:docMk/>
          <pc:sldMk cId="1180676508" sldId="262"/>
        </pc:sldMkLst>
      </pc:sldChg>
      <pc:sldChg chg="addSp delSp modSp add del mod">
        <pc:chgData name="Popov Savva" userId="bc132019-2944-47dc-b2a0-f031fbe56d5e" providerId="ADAL" clId="{6D2E7BAF-FBAC-4E02-B53D-FC4686F7E203}" dt="2023-10-24T13:56:02.613" v="5953" actId="1076"/>
        <pc:sldMkLst>
          <pc:docMk/>
          <pc:sldMk cId="2411698906" sldId="263"/>
        </pc:sldMkLst>
        <pc:spChg chg="mod">
          <ac:chgData name="Popov Savva" userId="bc132019-2944-47dc-b2a0-f031fbe56d5e" providerId="ADAL" clId="{6D2E7BAF-FBAC-4E02-B53D-FC4686F7E203}" dt="2023-10-24T12:13:53.729" v="1633" actId="1076"/>
          <ac:spMkLst>
            <pc:docMk/>
            <pc:sldMk cId="2411698906" sldId="263"/>
            <ac:spMk id="2" creationId="{B8ECC118-174C-4C4B-6019-7921D3C24459}"/>
          </ac:spMkLst>
        </pc:spChg>
        <pc:spChg chg="mod">
          <ac:chgData name="Popov Savva" userId="bc132019-2944-47dc-b2a0-f031fbe56d5e" providerId="ADAL" clId="{6D2E7BAF-FBAC-4E02-B53D-FC4686F7E203}" dt="2023-10-24T12:19:01.686" v="1704" actId="1076"/>
          <ac:spMkLst>
            <pc:docMk/>
            <pc:sldMk cId="2411698906" sldId="263"/>
            <ac:spMk id="3" creationId="{11EEA37F-4772-FA62-64CA-BE861FDDC501}"/>
          </ac:spMkLst>
        </pc:spChg>
        <pc:spChg chg="mod">
          <ac:chgData name="Popov Savva" userId="bc132019-2944-47dc-b2a0-f031fbe56d5e" providerId="ADAL" clId="{6D2E7BAF-FBAC-4E02-B53D-FC4686F7E203}" dt="2023-10-24T12:13:10.586" v="1626" actId="1076"/>
          <ac:spMkLst>
            <pc:docMk/>
            <pc:sldMk cId="2411698906" sldId="263"/>
            <ac:spMk id="4" creationId="{16A36A55-A84C-CD59-6067-ED5A93E03824}"/>
          </ac:spMkLst>
        </pc:spChg>
        <pc:picChg chg="add mod">
          <ac:chgData name="Popov Savva" userId="bc132019-2944-47dc-b2a0-f031fbe56d5e" providerId="ADAL" clId="{6D2E7BAF-FBAC-4E02-B53D-FC4686F7E203}" dt="2023-10-24T13:33:35.830" v="5733" actId="1076"/>
          <ac:picMkLst>
            <pc:docMk/>
            <pc:sldMk cId="2411698906" sldId="263"/>
            <ac:picMk id="5" creationId="{E1F03E8A-9578-3F6B-8E92-C6F07E821723}"/>
          </ac:picMkLst>
        </pc:picChg>
        <pc:picChg chg="add mod">
          <ac:chgData name="Popov Savva" userId="bc132019-2944-47dc-b2a0-f031fbe56d5e" providerId="ADAL" clId="{6D2E7BAF-FBAC-4E02-B53D-FC4686F7E203}" dt="2023-10-24T13:25:08.459" v="5716" actId="1076"/>
          <ac:picMkLst>
            <pc:docMk/>
            <pc:sldMk cId="2411698906" sldId="263"/>
            <ac:picMk id="6" creationId="{1C0731CB-EA57-DE35-6A9F-516D14B94951}"/>
          </ac:picMkLst>
        </pc:picChg>
        <pc:picChg chg="add del mod">
          <ac:chgData name="Popov Savva" userId="bc132019-2944-47dc-b2a0-f031fbe56d5e" providerId="ADAL" clId="{6D2E7BAF-FBAC-4E02-B53D-FC4686F7E203}" dt="2023-10-24T13:55:42.532" v="5945" actId="478"/>
          <ac:picMkLst>
            <pc:docMk/>
            <pc:sldMk cId="2411698906" sldId="263"/>
            <ac:picMk id="7" creationId="{9000A470-9D0E-24FD-7875-0E200D37EE0A}"/>
          </ac:picMkLst>
        </pc:picChg>
        <pc:picChg chg="add mod">
          <ac:chgData name="Popov Savva" userId="bc132019-2944-47dc-b2a0-f031fbe56d5e" providerId="ADAL" clId="{6D2E7BAF-FBAC-4E02-B53D-FC4686F7E203}" dt="2023-10-24T13:56:02.613" v="5953" actId="1076"/>
          <ac:picMkLst>
            <pc:docMk/>
            <pc:sldMk cId="2411698906" sldId="263"/>
            <ac:picMk id="8" creationId="{A68C5ECE-61BB-81E6-A1A1-660245D106C1}"/>
          </ac:picMkLst>
        </pc:picChg>
        <pc:picChg chg="mod">
          <ac:chgData name="Popov Savva" userId="bc132019-2944-47dc-b2a0-f031fbe56d5e" providerId="ADAL" clId="{6D2E7BAF-FBAC-4E02-B53D-FC4686F7E203}" dt="2023-10-24T12:13:04.127" v="1625" actId="1076"/>
          <ac:picMkLst>
            <pc:docMk/>
            <pc:sldMk cId="2411698906" sldId="263"/>
            <ac:picMk id="3074" creationId="{A350247B-3FD7-206E-4167-8E44884C2C36}"/>
          </ac:picMkLst>
        </pc:picChg>
        <pc:picChg chg="add del mod">
          <ac:chgData name="Popov Savva" userId="bc132019-2944-47dc-b2a0-f031fbe56d5e" providerId="ADAL" clId="{6D2E7BAF-FBAC-4E02-B53D-FC4686F7E203}" dt="2023-10-24T13:55:44.895" v="5946" actId="21"/>
          <ac:picMkLst>
            <pc:docMk/>
            <pc:sldMk cId="2411698906" sldId="263"/>
            <ac:picMk id="9218" creationId="{E2367F73-CB27-CEED-0D1D-2F9A9583EEFC}"/>
          </ac:picMkLst>
        </pc:picChg>
      </pc:sldChg>
      <pc:sldChg chg="addSp modSp add mod">
        <pc:chgData name="Popov Savva" userId="bc132019-2944-47dc-b2a0-f031fbe56d5e" providerId="ADAL" clId="{6D2E7BAF-FBAC-4E02-B53D-FC4686F7E203}" dt="2023-10-24T13:34:07.271" v="5739" actId="1076"/>
        <pc:sldMkLst>
          <pc:docMk/>
          <pc:sldMk cId="3678446326" sldId="264"/>
        </pc:sldMkLst>
        <pc:spChg chg="mod">
          <ac:chgData name="Popov Savva" userId="bc132019-2944-47dc-b2a0-f031fbe56d5e" providerId="ADAL" clId="{6D2E7BAF-FBAC-4E02-B53D-FC4686F7E203}" dt="2023-10-24T13:33:31.260" v="5731" actId="1076"/>
          <ac:spMkLst>
            <pc:docMk/>
            <pc:sldMk cId="3678446326" sldId="264"/>
            <ac:spMk id="3" creationId="{11EEA37F-4772-FA62-64CA-BE861FDDC501}"/>
          </ac:spMkLst>
        </pc:spChg>
        <pc:picChg chg="add mod">
          <ac:chgData name="Popov Savva" userId="bc132019-2944-47dc-b2a0-f031fbe56d5e" providerId="ADAL" clId="{6D2E7BAF-FBAC-4E02-B53D-FC4686F7E203}" dt="2023-10-24T13:33:47.819" v="5736"/>
          <ac:picMkLst>
            <pc:docMk/>
            <pc:sldMk cId="3678446326" sldId="264"/>
            <ac:picMk id="4" creationId="{98FB6554-0A32-1FD4-B35B-6ACF8C9F02E4}"/>
          </ac:picMkLst>
        </pc:picChg>
        <pc:picChg chg="add mod">
          <ac:chgData name="Popov Savva" userId="bc132019-2944-47dc-b2a0-f031fbe56d5e" providerId="ADAL" clId="{6D2E7BAF-FBAC-4E02-B53D-FC4686F7E203}" dt="2023-10-24T13:34:07.271" v="5739" actId="1076"/>
          <ac:picMkLst>
            <pc:docMk/>
            <pc:sldMk cId="3678446326" sldId="264"/>
            <ac:picMk id="5" creationId="{8EC9917E-2A5E-F7E1-2D06-ACD650B7EC2A}"/>
          </ac:picMkLst>
        </pc:picChg>
        <pc:picChg chg="add mod">
          <ac:chgData name="Popov Savva" userId="bc132019-2944-47dc-b2a0-f031fbe56d5e" providerId="ADAL" clId="{6D2E7BAF-FBAC-4E02-B53D-FC4686F7E203}" dt="2023-10-24T13:33:27.945" v="5730" actId="1076"/>
          <ac:picMkLst>
            <pc:docMk/>
            <pc:sldMk cId="3678446326" sldId="264"/>
            <ac:picMk id="8194" creationId="{D40BAC3F-E24B-9D56-5C44-D4D083C7234A}"/>
          </ac:picMkLst>
        </pc:picChg>
      </pc:sldChg>
      <pc:sldChg chg="new del">
        <pc:chgData name="Popov Savva" userId="bc132019-2944-47dc-b2a0-f031fbe56d5e" providerId="ADAL" clId="{6D2E7BAF-FBAC-4E02-B53D-FC4686F7E203}" dt="2023-10-24T12:48:23.813" v="3110" actId="680"/>
        <pc:sldMkLst>
          <pc:docMk/>
          <pc:sldMk cId="2758046871" sldId="265"/>
        </pc:sldMkLst>
      </pc:sldChg>
      <pc:sldChg chg="addSp delSp modSp add mod">
        <pc:chgData name="Popov Savva" userId="bc132019-2944-47dc-b2a0-f031fbe56d5e" providerId="ADAL" clId="{6D2E7BAF-FBAC-4E02-B53D-FC4686F7E203}" dt="2023-10-24T13:48:20.510" v="5832"/>
        <pc:sldMkLst>
          <pc:docMk/>
          <pc:sldMk cId="3448304143" sldId="265"/>
        </pc:sldMkLst>
        <pc:spChg chg="mod">
          <ac:chgData name="Popov Savva" userId="bc132019-2944-47dc-b2a0-f031fbe56d5e" providerId="ADAL" clId="{6D2E7BAF-FBAC-4E02-B53D-FC4686F7E203}" dt="2023-10-24T13:40:15.395" v="5779" actId="313"/>
          <ac:spMkLst>
            <pc:docMk/>
            <pc:sldMk cId="3448304143" sldId="265"/>
            <ac:spMk id="3" creationId="{11EEA37F-4772-FA62-64CA-BE861FDDC501}"/>
          </ac:spMkLst>
        </pc:spChg>
        <pc:picChg chg="add mod">
          <ac:chgData name="Popov Savva" userId="bc132019-2944-47dc-b2a0-f031fbe56d5e" providerId="ADAL" clId="{6D2E7BAF-FBAC-4E02-B53D-FC4686F7E203}" dt="2023-10-24T13:48:20.510" v="5832"/>
          <ac:picMkLst>
            <pc:docMk/>
            <pc:sldMk cId="3448304143" sldId="265"/>
            <ac:picMk id="4" creationId="{FF78D13E-6E4D-AB46-0571-6897449E5568}"/>
          </ac:picMkLst>
        </pc:picChg>
        <pc:picChg chg="add del mod">
          <ac:chgData name="Popov Savva" userId="bc132019-2944-47dc-b2a0-f031fbe56d5e" providerId="ADAL" clId="{6D2E7BAF-FBAC-4E02-B53D-FC4686F7E203}" dt="2023-10-24T13:35:32.403" v="5745" actId="21"/>
          <ac:picMkLst>
            <pc:docMk/>
            <pc:sldMk cId="3448304143" sldId="265"/>
            <ac:picMk id="7170" creationId="{E3F20731-AAD2-B568-B49C-CF2833E906E6}"/>
          </ac:picMkLst>
        </pc:picChg>
        <pc:picChg chg="add mod">
          <ac:chgData name="Popov Savva" userId="bc132019-2944-47dc-b2a0-f031fbe56d5e" providerId="ADAL" clId="{6D2E7BAF-FBAC-4E02-B53D-FC4686F7E203}" dt="2023-10-24T13:37:36.029" v="5752" actId="1076"/>
          <ac:picMkLst>
            <pc:docMk/>
            <pc:sldMk cId="3448304143" sldId="265"/>
            <ac:picMk id="7172" creationId="{34F26906-3564-41B4-1E43-69C9D9481AF6}"/>
          </ac:picMkLst>
        </pc:picChg>
      </pc:sldChg>
      <pc:sldChg chg="add del">
        <pc:chgData name="Popov Savva" userId="bc132019-2944-47dc-b2a0-f031fbe56d5e" providerId="ADAL" clId="{6D2E7BAF-FBAC-4E02-B53D-FC4686F7E203}" dt="2023-10-24T12:38:50.096" v="2523"/>
        <pc:sldMkLst>
          <pc:docMk/>
          <pc:sldMk cId="3874455269" sldId="265"/>
        </pc:sldMkLst>
      </pc:sldChg>
      <pc:sldChg chg="addSp delSp modSp add mod">
        <pc:chgData name="Popov Savva" userId="bc132019-2944-47dc-b2a0-f031fbe56d5e" providerId="ADAL" clId="{6D2E7BAF-FBAC-4E02-B53D-FC4686F7E203}" dt="2023-10-24T14:01:03.246" v="5991" actId="1076"/>
        <pc:sldMkLst>
          <pc:docMk/>
          <pc:sldMk cId="244983793" sldId="266"/>
        </pc:sldMkLst>
        <pc:spChg chg="mod">
          <ac:chgData name="Popov Savva" userId="bc132019-2944-47dc-b2a0-f031fbe56d5e" providerId="ADAL" clId="{6D2E7BAF-FBAC-4E02-B53D-FC4686F7E203}" dt="2023-10-24T13:41:06.569" v="5782" actId="313"/>
          <ac:spMkLst>
            <pc:docMk/>
            <pc:sldMk cId="244983793" sldId="266"/>
            <ac:spMk id="3" creationId="{11EEA37F-4772-FA62-64CA-BE861FDDC501}"/>
          </ac:spMkLst>
        </pc:spChg>
        <pc:grpChg chg="add mod">
          <ac:chgData name="Popov Savva" userId="bc132019-2944-47dc-b2a0-f031fbe56d5e" providerId="ADAL" clId="{6D2E7BAF-FBAC-4E02-B53D-FC4686F7E203}" dt="2023-10-24T14:01:03.246" v="5991" actId="1076"/>
          <ac:grpSpMkLst>
            <pc:docMk/>
            <pc:sldMk cId="244983793" sldId="266"/>
            <ac:grpSpMk id="6" creationId="{0E35A520-E6F7-8E9D-584E-334FE8F29DC1}"/>
          </ac:grpSpMkLst>
        </pc:grpChg>
        <pc:picChg chg="add mod">
          <ac:chgData name="Popov Savva" userId="bc132019-2944-47dc-b2a0-f031fbe56d5e" providerId="ADAL" clId="{6D2E7BAF-FBAC-4E02-B53D-FC4686F7E203}" dt="2023-10-24T13:35:40.523" v="5747" actId="1076"/>
          <ac:picMkLst>
            <pc:docMk/>
            <pc:sldMk cId="244983793" sldId="266"/>
            <ac:picMk id="4" creationId="{996A3404-A54F-42B4-5E42-615DE3AA1EFF}"/>
          </ac:picMkLst>
        </pc:picChg>
        <pc:picChg chg="add mod">
          <ac:chgData name="Popov Savva" userId="bc132019-2944-47dc-b2a0-f031fbe56d5e" providerId="ADAL" clId="{6D2E7BAF-FBAC-4E02-B53D-FC4686F7E203}" dt="2023-10-24T13:48:24.298" v="5833"/>
          <ac:picMkLst>
            <pc:docMk/>
            <pc:sldMk cId="244983793" sldId="266"/>
            <ac:picMk id="5" creationId="{7CF4042A-FA45-409E-E8EB-63C4514FBAAE}"/>
          </ac:picMkLst>
        </pc:picChg>
        <pc:picChg chg="mod">
          <ac:chgData name="Popov Savva" userId="bc132019-2944-47dc-b2a0-f031fbe56d5e" providerId="ADAL" clId="{6D2E7BAF-FBAC-4E02-B53D-FC4686F7E203}" dt="2023-10-24T14:00:46.910" v="5984"/>
          <ac:picMkLst>
            <pc:docMk/>
            <pc:sldMk cId="244983793" sldId="266"/>
            <ac:picMk id="7" creationId="{F4AC2B91-9B7C-8345-9BAD-09B8C3FB5790}"/>
          </ac:picMkLst>
        </pc:picChg>
        <pc:picChg chg="mod">
          <ac:chgData name="Popov Savva" userId="bc132019-2944-47dc-b2a0-f031fbe56d5e" providerId="ADAL" clId="{6D2E7BAF-FBAC-4E02-B53D-FC4686F7E203}" dt="2023-10-24T14:00:46.910" v="5984"/>
          <ac:picMkLst>
            <pc:docMk/>
            <pc:sldMk cId="244983793" sldId="266"/>
            <ac:picMk id="8" creationId="{6D888FAE-1B89-3948-5296-131E5F3D49ED}"/>
          </ac:picMkLst>
        </pc:picChg>
        <pc:picChg chg="add del mod">
          <ac:chgData name="Popov Savva" userId="bc132019-2944-47dc-b2a0-f031fbe56d5e" providerId="ADAL" clId="{6D2E7BAF-FBAC-4E02-B53D-FC4686F7E203}" dt="2023-10-24T13:49:56.658" v="5846" actId="21"/>
          <ac:picMkLst>
            <pc:docMk/>
            <pc:sldMk cId="244983793" sldId="266"/>
            <ac:picMk id="6146" creationId="{96BBFE94-44D4-A574-4F88-208031E8D709}"/>
          </ac:picMkLst>
        </pc:picChg>
        <pc:picChg chg="add mod">
          <ac:chgData name="Popov Savva" userId="bc132019-2944-47dc-b2a0-f031fbe56d5e" providerId="ADAL" clId="{6D2E7BAF-FBAC-4E02-B53D-FC4686F7E203}" dt="2023-10-24T13:53:39.019" v="5913" actId="1076"/>
          <ac:picMkLst>
            <pc:docMk/>
            <pc:sldMk cId="244983793" sldId="266"/>
            <ac:picMk id="6148" creationId="{BD014F1F-2321-E8C0-1878-6B6DB9F7EA20}"/>
          </ac:picMkLst>
        </pc:picChg>
      </pc:sldChg>
      <pc:sldChg chg="addSp delSp modSp add mod">
        <pc:chgData name="Popov Savva" userId="bc132019-2944-47dc-b2a0-f031fbe56d5e" providerId="ADAL" clId="{6D2E7BAF-FBAC-4E02-B53D-FC4686F7E203}" dt="2023-10-24T13:48:53.345" v="5843"/>
        <pc:sldMkLst>
          <pc:docMk/>
          <pc:sldMk cId="2724379386" sldId="267"/>
        </pc:sldMkLst>
        <pc:spChg chg="mod">
          <ac:chgData name="Popov Savva" userId="bc132019-2944-47dc-b2a0-f031fbe56d5e" providerId="ADAL" clId="{6D2E7BAF-FBAC-4E02-B53D-FC4686F7E203}" dt="2023-10-24T13:44:36.040" v="5796" actId="20577"/>
          <ac:spMkLst>
            <pc:docMk/>
            <pc:sldMk cId="2724379386" sldId="267"/>
            <ac:spMk id="3" creationId="{11EEA37F-4772-FA62-64CA-BE861FDDC501}"/>
          </ac:spMkLst>
        </pc:spChg>
        <pc:spChg chg="add del">
          <ac:chgData name="Popov Savva" userId="bc132019-2944-47dc-b2a0-f031fbe56d5e" providerId="ADAL" clId="{6D2E7BAF-FBAC-4E02-B53D-FC4686F7E203}" dt="2023-10-24T13:13:29.265" v="4987" actId="22"/>
          <ac:spMkLst>
            <pc:docMk/>
            <pc:sldMk cId="2724379386" sldId="267"/>
            <ac:spMk id="5" creationId="{88625063-173A-2F6D-3916-13CC8340847D}"/>
          </ac:spMkLst>
        </pc:spChg>
        <pc:picChg chg="add mod">
          <ac:chgData name="Popov Savva" userId="bc132019-2944-47dc-b2a0-f031fbe56d5e" providerId="ADAL" clId="{6D2E7BAF-FBAC-4E02-B53D-FC4686F7E203}" dt="2023-10-24T13:48:42.149" v="5839" actId="1076"/>
          <ac:picMkLst>
            <pc:docMk/>
            <pc:sldMk cId="2724379386" sldId="267"/>
            <ac:picMk id="6" creationId="{1DDDE733-77E8-8D00-A2A7-3C1CCBB78272}"/>
          </ac:picMkLst>
        </pc:picChg>
        <pc:picChg chg="add mod">
          <ac:chgData name="Popov Savva" userId="bc132019-2944-47dc-b2a0-f031fbe56d5e" providerId="ADAL" clId="{6D2E7BAF-FBAC-4E02-B53D-FC4686F7E203}" dt="2023-10-24T13:48:53.345" v="5843"/>
          <ac:picMkLst>
            <pc:docMk/>
            <pc:sldMk cId="2724379386" sldId="267"/>
            <ac:picMk id="7" creationId="{46C693CD-581C-0D11-9142-0427B85BDEE5}"/>
          </ac:picMkLst>
        </pc:picChg>
        <pc:picChg chg="add mod">
          <ac:chgData name="Popov Savva" userId="bc132019-2944-47dc-b2a0-f031fbe56d5e" providerId="ADAL" clId="{6D2E7BAF-FBAC-4E02-B53D-FC4686F7E203}" dt="2023-10-24T13:48:47.781" v="5842" actId="1076"/>
          <ac:picMkLst>
            <pc:docMk/>
            <pc:sldMk cId="2724379386" sldId="267"/>
            <ac:picMk id="5122" creationId="{CFC3DFD5-BC86-838C-F93D-B38A179806E3}"/>
          </ac:picMkLst>
        </pc:picChg>
      </pc:sldChg>
      <pc:sldChg chg="addSp delSp modSp add mod">
        <pc:chgData name="Popov Savva" userId="bc132019-2944-47dc-b2a0-f031fbe56d5e" providerId="ADAL" clId="{6D2E7BAF-FBAC-4E02-B53D-FC4686F7E203}" dt="2023-10-24T13:54:17.816" v="5921" actId="478"/>
        <pc:sldMkLst>
          <pc:docMk/>
          <pc:sldMk cId="2415831999" sldId="268"/>
        </pc:sldMkLst>
        <pc:spChg chg="mod">
          <ac:chgData name="Popov Savva" userId="bc132019-2944-47dc-b2a0-f031fbe56d5e" providerId="ADAL" clId="{6D2E7BAF-FBAC-4E02-B53D-FC4686F7E203}" dt="2023-10-24T13:46:08.290" v="5826" actId="1076"/>
          <ac:spMkLst>
            <pc:docMk/>
            <pc:sldMk cId="2415831999" sldId="268"/>
            <ac:spMk id="3" creationId="{11EEA37F-4772-FA62-64CA-BE861FDDC501}"/>
          </ac:spMkLst>
        </pc:spChg>
        <pc:picChg chg="add del mod">
          <ac:chgData name="Popov Savva" userId="bc132019-2944-47dc-b2a0-f031fbe56d5e" providerId="ADAL" clId="{6D2E7BAF-FBAC-4E02-B53D-FC4686F7E203}" dt="2023-10-24T13:51:15.143" v="5879" actId="21"/>
          <ac:picMkLst>
            <pc:docMk/>
            <pc:sldMk cId="2415831999" sldId="268"/>
            <ac:picMk id="4" creationId="{7F35A0B7-DFAC-9C96-C618-6DC610EEA48B}"/>
          </ac:picMkLst>
        </pc:picChg>
        <pc:picChg chg="add del mod">
          <ac:chgData name="Popov Savva" userId="bc132019-2944-47dc-b2a0-f031fbe56d5e" providerId="ADAL" clId="{6D2E7BAF-FBAC-4E02-B53D-FC4686F7E203}" dt="2023-10-24T13:51:14.376" v="5878" actId="21"/>
          <ac:picMkLst>
            <pc:docMk/>
            <pc:sldMk cId="2415831999" sldId="268"/>
            <ac:picMk id="5" creationId="{4BC369AC-35C6-16F7-47C7-3E33AC077904}"/>
          </ac:picMkLst>
        </pc:picChg>
        <pc:picChg chg="add mod">
          <ac:chgData name="Popov Savva" userId="bc132019-2944-47dc-b2a0-f031fbe56d5e" providerId="ADAL" clId="{6D2E7BAF-FBAC-4E02-B53D-FC4686F7E203}" dt="2023-10-24T13:47:23.838" v="5831" actId="1076"/>
          <ac:picMkLst>
            <pc:docMk/>
            <pc:sldMk cId="2415831999" sldId="268"/>
            <ac:picMk id="4098" creationId="{C1C583F2-6C33-B76E-8B6D-41EEFBE80ACD}"/>
          </ac:picMkLst>
        </pc:picChg>
        <pc:picChg chg="add del mod">
          <ac:chgData name="Popov Savva" userId="bc132019-2944-47dc-b2a0-f031fbe56d5e" providerId="ADAL" clId="{6D2E7BAF-FBAC-4E02-B53D-FC4686F7E203}" dt="2023-10-24T13:54:17.816" v="5921" actId="478"/>
          <ac:picMkLst>
            <pc:docMk/>
            <pc:sldMk cId="2415831999" sldId="268"/>
            <ac:picMk id="4100" creationId="{8F594866-4010-E11A-E9CF-B62535536F59}"/>
          </ac:picMkLst>
        </pc:picChg>
      </pc:sldChg>
      <pc:sldChg chg="add del">
        <pc:chgData name="Popov Savva" userId="bc132019-2944-47dc-b2a0-f031fbe56d5e" providerId="ADAL" clId="{6D2E7BAF-FBAC-4E02-B53D-FC4686F7E203}" dt="2023-10-24T13:51:30.021" v="5881"/>
        <pc:sldMkLst>
          <pc:docMk/>
          <pc:sldMk cId="499425021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9B1AA-9EE9-B77D-D789-A7E444C197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18B60-637E-B674-10EB-D8819A39C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2FBAF-D240-2CC4-4448-33D6B814D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3A75-FDB2-4DBB-85FF-A1C5EF649E22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6813D-3119-5AFE-8ED3-169CAC863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7A5A9-82FB-6EE2-FAC7-BBBFD01A7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DA2-0492-4A16-8E9C-5AB264234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74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BD1BE-9939-EC74-BD7C-881C4A575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1E653-A5E8-EA74-5748-2DBE11BD3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6291E-6EE8-8253-2BA1-CC39C67F0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3A75-FDB2-4DBB-85FF-A1C5EF649E22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DE4FF-C442-CDC7-025A-8FB5BE29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F1CCD-19F3-3165-BDF3-0F663F8B5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DA2-0492-4A16-8E9C-5AB264234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89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F8D82-542D-7BB4-E00B-8CBD2D239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88459-6748-8159-5DCC-027CFB1FD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C8CC7-3EC8-CBD6-867A-0CF165E9D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3A75-FDB2-4DBB-85FF-A1C5EF649E22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61D06-D402-E376-5B9C-F7599594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4AEAD-EF26-6B08-EABA-BEF4675DD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DA2-0492-4A16-8E9C-5AB264234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833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25895-CBB4-3EAC-1E88-F42C2B1F4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836E2-5109-D7ED-CF9E-93DB10EC61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E8D31B-1620-3D6D-4A63-6B1934A04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A4B911-8C76-18EB-EA7E-C81720B6D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3A75-FDB2-4DBB-85FF-A1C5EF649E22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98A7A-7567-425D-74CA-B880CB478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CAECA-ACB0-FF41-159F-B9A5D654F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DA2-0492-4A16-8E9C-5AB264234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59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F9911-0A8D-1CBA-E3B2-AB5733ED2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2ACE3-C07A-7A24-7028-B601D3D35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80457B-8635-78B4-542F-0AEE027A1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63713D-DD86-8B5E-C140-E4849CBA1D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CCA5F2-6DA8-9647-AE49-B976C43878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92047-7B46-2E14-37F7-00863E55A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3A75-FDB2-4DBB-85FF-A1C5EF649E22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0FDEC8-9211-0FFD-4E13-2C9EC60A3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0F345C-54A8-19BE-1EB9-3B7BF7E6C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DA2-0492-4A16-8E9C-5AB264234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07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53EA3-CFB4-B768-F73E-4F389D9CB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04204E-EB9B-023B-54A6-854980C93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3A75-FDB2-4DBB-85FF-A1C5EF649E22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C800A1-432B-8B46-C2AB-B7101C6D5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22312B-E803-69B5-F3C7-F111F481D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DA2-0492-4A16-8E9C-5AB264234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85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654B08-1C24-13EC-8437-D8A534AAB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3A75-FDB2-4DBB-85FF-A1C5EF649E22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74BD2B-3F0D-19C8-114C-311484B48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1D09F-39C9-608F-46C6-883C07384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DA2-0492-4A16-8E9C-5AB264234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002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03A50-5F17-E16A-16DA-4E0E0E38E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A992F-797E-3637-EF58-9AA4CE300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17D9D7-FD31-CC88-F35C-8D788A376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F2146-7716-9314-D722-8A288E6B3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3A75-FDB2-4DBB-85FF-A1C5EF649E22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31072-0600-BD78-1416-A20FD8311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51101-1572-3F6B-8529-BC217EE47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DA2-0492-4A16-8E9C-5AB264234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449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65236-744E-FE4C-D5C0-1A803986F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8E128D-D4D9-0393-1960-F803FB1D19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419EF-9C6C-FC31-2040-4CFF947AD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8B4800-DBB9-E378-0145-D26118B23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3A75-FDB2-4DBB-85FF-A1C5EF649E22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95A70-8C8F-8309-A293-D29A4AE4B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12B72-960E-5BC6-8E1A-6CDB08E9B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DA2-0492-4A16-8E9C-5AB264234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276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3C7FE-6F77-2214-A061-F117E7D5B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5D32F5-EF34-C05B-9F26-167BCB7A48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B1A4E-E047-D480-A466-3B8D5DABC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3A75-FDB2-4DBB-85FF-A1C5EF649E22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C1F82-05DA-53DA-69C2-3B790ABD4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3030D-B974-BC97-0B81-78959AC3B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DA2-0492-4A16-8E9C-5AB264234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05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3405F7-B14E-B55F-8B37-3921937D0E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E8678B-0D54-109F-4C7E-51711BA30E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07BB4-350B-317C-FED1-2DA98D00E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3A75-FDB2-4DBB-85FF-A1C5EF649E22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81E58-579E-F575-C51C-B3FEB5E96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7FCAB-388E-5F13-60D5-E4231C99F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E0DA2-0492-4A16-8E9C-5AB264234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556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5D99DB-7F52-8EB3-8C07-153F3F90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FEADC-7DA8-D5BD-FB33-CAE342EB7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0D4F2-F9FC-5D7D-75D2-B8528B96E0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A43A75-FDB2-4DBB-85FF-A1C5EF649E22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DF86B-9D0F-22BD-C580-7D0DA23BB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56B67-6F17-AEA9-E10D-56CA01E0C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8E0DA2-0492-4A16-8E9C-5AB264234C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324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052CF-95E9-6924-4E84-C32653705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17124"/>
            <a:ext cx="9144000" cy="902191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Ranyeski" panose="02000500000000000000" pitchFamily="2" charset="0"/>
                <a:ea typeface="RomanCyrillic Std" panose="02000603080000020003" pitchFamily="2" charset="0"/>
                <a:cs typeface="Vrinda" panose="020B0502040204020203" pitchFamily="34" charset="0"/>
              </a:rPr>
              <a:t>Evžen Oněgin</a:t>
            </a:r>
            <a:endParaRPr lang="en-US" dirty="0">
              <a:latin typeface="Ranyeski" panose="02000500000000000000" pitchFamily="2" charset="0"/>
              <a:ea typeface="RomanCyrillic Std" panose="02000603080000020003" pitchFamily="2" charset="0"/>
              <a:cs typeface="Vrinda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416351-5B4F-7FC1-9F0B-A246BE985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30274"/>
            <a:ext cx="9144000" cy="718455"/>
          </a:xfrm>
        </p:spPr>
        <p:txBody>
          <a:bodyPr/>
          <a:lstStyle/>
          <a:p>
            <a:r>
              <a:rPr lang="cs-CZ" dirty="0">
                <a:latin typeface="Myla" pitchFamily="2" charset="0"/>
              </a:rPr>
              <a:t>Alexandr Sergejevič Puškin</a:t>
            </a:r>
            <a:endParaRPr lang="en-US" dirty="0">
              <a:latin typeface="Myla" pitchFamily="2" charset="0"/>
            </a:endParaRPr>
          </a:p>
        </p:txBody>
      </p:sp>
      <p:grpSp>
        <p:nvGrpSpPr>
          <p:cNvPr id="4" name="Skupina 3">
            <a:extLst>
              <a:ext uri="{FF2B5EF4-FFF2-40B4-BE49-F238E27FC236}">
                <a16:creationId xmlns:a16="http://schemas.microsoft.com/office/drawing/2014/main" id="{76CD0453-5994-CADC-6500-3B404F54C04B}"/>
              </a:ext>
            </a:extLst>
          </p:cNvPr>
          <p:cNvGrpSpPr/>
          <p:nvPr/>
        </p:nvGrpSpPr>
        <p:grpSpPr>
          <a:xfrm>
            <a:off x="8383306" y="1768660"/>
            <a:ext cx="3046694" cy="3038198"/>
            <a:chOff x="4572653" y="3508717"/>
            <a:chExt cx="3046694" cy="3038198"/>
          </a:xfrm>
        </p:grpSpPr>
        <p:pic>
          <p:nvPicPr>
            <p:cNvPr id="5" name="Picture 4" descr="A black and white drawing of a top hat">
              <a:extLst>
                <a:ext uri="{FF2B5EF4-FFF2-40B4-BE49-F238E27FC236}">
                  <a16:creationId xmlns:a16="http://schemas.microsoft.com/office/drawing/2014/main" id="{A04A4066-AEB0-38F4-2D89-EF0A14BFF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349436">
              <a:off x="5535841" y="3508717"/>
              <a:ext cx="1283389" cy="1283389"/>
            </a:xfrm>
            <a:prstGeom prst="rect">
              <a:avLst/>
            </a:prstGeom>
          </p:spPr>
        </p:pic>
        <p:pic>
          <p:nvPicPr>
            <p:cNvPr id="7" name="Picture 6" descr="A black and white image of a bird&#10;&#10;Description automatically generated">
              <a:extLst>
                <a:ext uri="{FF2B5EF4-FFF2-40B4-BE49-F238E27FC236}">
                  <a16:creationId xmlns:a16="http://schemas.microsoft.com/office/drawing/2014/main" id="{9190C729-B362-63DC-D08D-71E4D5F52C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653" y="4256605"/>
              <a:ext cx="3046694" cy="2290310"/>
            </a:xfrm>
            <a:prstGeom prst="rect">
              <a:avLst/>
            </a:prstGeom>
          </p:spPr>
        </p:pic>
      </p:grpSp>
      <p:pic>
        <p:nvPicPr>
          <p:cNvPr id="8" name="Obrázek 7" descr="Obsah obrázku portrét, Lidská tvář, oblečení, osoba&#10;&#10;Popis byl vytvořen automaticky">
            <a:extLst>
              <a:ext uri="{FF2B5EF4-FFF2-40B4-BE49-F238E27FC236}">
                <a16:creationId xmlns:a16="http://schemas.microsoft.com/office/drawing/2014/main" id="{C9286E37-46AE-16B4-AF93-5995B584F0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61" y="1970756"/>
            <a:ext cx="2854306" cy="3221288"/>
          </a:xfrm>
          <a:prstGeom prst="rect">
            <a:avLst/>
          </a:prstGeom>
        </p:spPr>
      </p:pic>
      <p:sp>
        <p:nvSpPr>
          <p:cNvPr id="19" name="AutoShape 2" descr="Free download Wallpapers Fonts Icons ClipartFull Color Medieval Ornament  001 [1058x1600] for your Desktop, Mobile &amp; Tablet | Explore 46+ Medieval  Wallpaper Border | Medieval Knight Wallpaper, Medieval Knights Wallpaper,  Medieval Backgrounds">
            <a:extLst>
              <a:ext uri="{FF2B5EF4-FFF2-40B4-BE49-F238E27FC236}">
                <a16:creationId xmlns:a16="http://schemas.microsoft.com/office/drawing/2014/main" id="{429E8FCD-03ED-AFD6-3F5D-9DBB42BEA8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pic>
        <p:nvPicPr>
          <p:cNvPr id="26" name="Obrázek 25" descr="Obsah obrázku černá, tma, prostor, noc&#10;&#10;Popis byl vytvořen automaticky">
            <a:extLst>
              <a:ext uri="{FF2B5EF4-FFF2-40B4-BE49-F238E27FC236}">
                <a16:creationId xmlns:a16="http://schemas.microsoft.com/office/drawing/2014/main" id="{A951DA3E-A19D-CA01-9F26-BA4D185297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78" y="140433"/>
            <a:ext cx="3187166" cy="3147326"/>
          </a:xfrm>
          <a:prstGeom prst="rect">
            <a:avLst/>
          </a:prstGeom>
        </p:spPr>
      </p:pic>
      <p:pic>
        <p:nvPicPr>
          <p:cNvPr id="27" name="Obrázek 26" descr="Obsah obrázku černá, tma, prostor, noc&#10;&#10;Popis byl vytvořen automaticky">
            <a:extLst>
              <a:ext uri="{FF2B5EF4-FFF2-40B4-BE49-F238E27FC236}">
                <a16:creationId xmlns:a16="http://schemas.microsoft.com/office/drawing/2014/main" id="{E7235CA4-EC45-6B14-9483-D037A7E430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074417" y="3710674"/>
            <a:ext cx="3187166" cy="3147326"/>
          </a:xfrm>
          <a:prstGeom prst="rect">
            <a:avLst/>
          </a:prstGeom>
        </p:spPr>
      </p:pic>
      <p:pic>
        <p:nvPicPr>
          <p:cNvPr id="29" name="Obrázek 28" descr="Obsah obrázku tma, černá, černobílý, černobílá&#10;&#10;Popis byl vytvořen automaticky">
            <a:extLst>
              <a:ext uri="{FF2B5EF4-FFF2-40B4-BE49-F238E27FC236}">
                <a16:creationId xmlns:a16="http://schemas.microsoft.com/office/drawing/2014/main" id="{13DC4CDD-5CFC-EB81-7D62-6307430CAE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903" y="2367445"/>
            <a:ext cx="4023639" cy="2981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887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6C079A-FA99-4A31-DB70-A310E7E9B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481" y="273685"/>
            <a:ext cx="5251316" cy="1807305"/>
          </a:xfrm>
        </p:spPr>
        <p:txBody>
          <a:bodyPr>
            <a:normAutofit/>
          </a:bodyPr>
          <a:lstStyle/>
          <a:p>
            <a:r>
              <a:rPr lang="cs-CZ" dirty="0">
                <a:latin typeface="Myla" pitchFamily="2" charset="0"/>
              </a:rPr>
              <a:t>Alexandr Sergejevič Puškin</a:t>
            </a:r>
            <a:endParaRPr lang="en-US" dirty="0">
              <a:latin typeface="Myla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E8441-F980-8D6C-56BE-B34504DA5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481" y="2080990"/>
            <a:ext cx="4971966" cy="3843666"/>
          </a:xfrm>
        </p:spPr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cs-CZ" sz="2000" dirty="0">
                <a:latin typeface="Sylfaen" panose="010A0502050306030303" pitchFamily="18" charset="0"/>
                <a:ea typeface="Yu Gothic UI Semibold" panose="020B0700000000000000" pitchFamily="34" charset="-128"/>
              </a:rPr>
              <a:t>Narozen: 26. Května. 1799,</a:t>
            </a:r>
            <a:r>
              <a:rPr lang="ru-RU" sz="2000" dirty="0">
                <a:latin typeface="Sylfaen" panose="010A0502050306030303" pitchFamily="18" charset="0"/>
                <a:ea typeface="Yu Gothic UI Semibold" panose="020B0700000000000000" pitchFamily="34" charset="-128"/>
              </a:rPr>
              <a:t> </a:t>
            </a:r>
            <a:r>
              <a:rPr lang="cs-CZ" sz="2000" dirty="0">
                <a:latin typeface="Sylfaen" panose="010A0502050306030303" pitchFamily="18" charset="0"/>
                <a:ea typeface="Yu Gothic UI Semibold" panose="020B0700000000000000" pitchFamily="34" charset="-128"/>
              </a:rPr>
              <a:t>Moskva</a:t>
            </a:r>
          </a:p>
          <a:p>
            <a:pPr>
              <a:buBlip>
                <a:blip r:embed="rId2"/>
              </a:buBlip>
            </a:pPr>
            <a:r>
              <a:rPr lang="cs-CZ" sz="2000" dirty="0">
                <a:latin typeface="Sylfaen" panose="010A0502050306030303" pitchFamily="18" charset="0"/>
                <a:ea typeface="Yu Gothic UI Semibold" panose="020B0700000000000000" pitchFamily="34" charset="-128"/>
              </a:rPr>
              <a:t>Představitel </a:t>
            </a:r>
            <a:r>
              <a:rPr lang="cs-CZ" sz="2000" u="sng" dirty="0">
                <a:latin typeface="Sylfaen" panose="010A0502050306030303" pitchFamily="18" charset="0"/>
                <a:ea typeface="Yu Gothic UI Semibold" panose="020B0700000000000000" pitchFamily="34" charset="-128"/>
              </a:rPr>
              <a:t>romantismu</a:t>
            </a:r>
            <a:r>
              <a:rPr lang="cs-CZ" sz="2000" dirty="0">
                <a:latin typeface="Sylfaen" panose="010A0502050306030303" pitchFamily="18" charset="0"/>
                <a:ea typeface="Yu Gothic UI Semibold" panose="020B0700000000000000" pitchFamily="34" charset="-128"/>
              </a:rPr>
              <a:t> a</a:t>
            </a:r>
            <a:r>
              <a:rPr lang="en-US" sz="2000" dirty="0">
                <a:latin typeface="Sylfaen" panose="010A0502050306030303" pitchFamily="18" charset="0"/>
                <a:ea typeface="Yu Gothic UI Semibold" panose="020B0700000000000000" pitchFamily="34" charset="-128"/>
              </a:rPr>
              <a:t> </a:t>
            </a:r>
            <a:r>
              <a:rPr lang="cs-CZ" sz="2000" dirty="0">
                <a:latin typeface="Sylfaen" panose="010A0502050306030303" pitchFamily="18" charset="0"/>
                <a:ea typeface="Yu Gothic UI Semibold" panose="020B0700000000000000" pitchFamily="34" charset="-128"/>
              </a:rPr>
              <a:t>považován za zakladatele moderní ruské literatury</a:t>
            </a:r>
            <a:endParaRPr lang="en-US" sz="2000" dirty="0">
              <a:latin typeface="Sylfaen" panose="010A0502050306030303" pitchFamily="18" charset="0"/>
              <a:ea typeface="Yu Gothic UI Semibold" panose="020B0700000000000000" pitchFamily="34" charset="-128"/>
            </a:endParaRPr>
          </a:p>
          <a:p>
            <a:pPr>
              <a:buBlip>
                <a:blip r:embed="rId2"/>
              </a:buBlip>
            </a:pPr>
            <a:r>
              <a:rPr lang="pt-BR" sz="2000" b="1" dirty="0">
                <a:latin typeface="Sylfaen" panose="010A0502050306030303" pitchFamily="18" charset="0"/>
                <a:ea typeface="Yu Gothic UI Semibold" panose="020B0700000000000000" pitchFamily="34" charset="-128"/>
              </a:rPr>
              <a:t>Alma mater </a:t>
            </a:r>
            <a:r>
              <a:rPr lang="en-US" sz="2000" b="1" dirty="0">
                <a:latin typeface="Sylfaen" panose="010A0502050306030303" pitchFamily="18" charset="0"/>
                <a:ea typeface="Yu Gothic UI Semibold" panose="020B0700000000000000" pitchFamily="34" charset="-128"/>
              </a:rPr>
              <a:t>- </a:t>
            </a:r>
            <a:r>
              <a:rPr lang="pt-BR" sz="2000" dirty="0">
                <a:latin typeface="Sylfaen" panose="010A0502050306030303" pitchFamily="18" charset="0"/>
                <a:ea typeface="Yu Gothic UI Semibold" panose="020B0700000000000000" pitchFamily="34" charset="-128"/>
              </a:rPr>
              <a:t>Imperátorské lyceum V</a:t>
            </a:r>
          </a:p>
          <a:p>
            <a:pPr>
              <a:buBlip>
                <a:blip r:embed="rId2"/>
              </a:buBlip>
            </a:pPr>
            <a:r>
              <a:rPr lang="pt-BR" sz="2000" dirty="0">
                <a:latin typeface="Sylfaen" panose="010A0502050306030303" pitchFamily="18" charset="0"/>
                <a:ea typeface="Yu Gothic UI Semibold" panose="020B0700000000000000" pitchFamily="34" charset="-128"/>
              </a:rPr>
              <a:t>Povolání: básník, prozaik, dramatik, literární kritik, překladatel, historik, romanopisec, libretista, sběratel knih a publicista.</a:t>
            </a:r>
          </a:p>
          <a:p>
            <a:endParaRPr lang="cs-CZ" sz="2000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pic>
        <p:nvPicPr>
          <p:cNvPr id="7" name="Obrázek 6" descr="Obsah obrázku Lidská tvář, osoba, oblečení, portrét&#10;&#10;Popis byl vytvořen automaticky">
            <a:extLst>
              <a:ext uri="{FF2B5EF4-FFF2-40B4-BE49-F238E27FC236}">
                <a16:creationId xmlns:a16="http://schemas.microsoft.com/office/drawing/2014/main" id="{F84D2AE2-8C54-4366-363F-AA555D1603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665" y="3749040"/>
            <a:ext cx="4649435" cy="3108960"/>
          </a:xfrm>
          <a:prstGeom prst="rect">
            <a:avLst/>
          </a:prstGeom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D177FA5D-7A5C-190A-594B-7F0CE621B818}"/>
              </a:ext>
            </a:extLst>
          </p:cNvPr>
          <p:cNvSpPr txBox="1"/>
          <p:nvPr/>
        </p:nvSpPr>
        <p:spPr>
          <a:xfrm>
            <a:off x="8533030" y="5122545"/>
            <a:ext cx="380414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Goudy Old Style" panose="02020502050305020303" pitchFamily="18" charset="0"/>
              </a:rPr>
              <a:t>*</a:t>
            </a:r>
            <a:r>
              <a:rPr lang="cs-CZ" sz="2000" b="1" dirty="0">
                <a:latin typeface="Goudy Old Style" panose="02020502050305020303" pitchFamily="18" charset="0"/>
              </a:rPr>
              <a:t>PORTRET</a:t>
            </a:r>
            <a:r>
              <a:rPr lang="cs-CZ" sz="2000" dirty="0">
                <a:latin typeface="Goudy Old Style" panose="02020502050305020303" pitchFamily="18" charset="0"/>
              </a:rPr>
              <a:t> - </a:t>
            </a:r>
            <a:r>
              <a:rPr lang="cs-CZ" sz="2000" b="0" i="1" u="sng" dirty="0">
                <a:solidFill>
                  <a:srgbClr val="000000"/>
                </a:solidFill>
                <a:effectLst/>
                <a:latin typeface="Goudy Old Style" panose="02020502050305020303" pitchFamily="18" charset="0"/>
              </a:rPr>
              <a:t>OREST KIPRENSKY</a:t>
            </a:r>
          </a:p>
          <a:p>
            <a:endParaRPr lang="cs-CZ" dirty="0"/>
          </a:p>
        </p:txBody>
      </p:sp>
      <p:pic>
        <p:nvPicPr>
          <p:cNvPr id="9" name="Obrázek 8" descr="Obsah obrázku černá, tma, prostor, noc&#10;&#10;Popis byl vytvořen automaticky">
            <a:extLst>
              <a:ext uri="{FF2B5EF4-FFF2-40B4-BE49-F238E27FC236}">
                <a16:creationId xmlns:a16="http://schemas.microsoft.com/office/drawing/2014/main" id="{C53140F5-17C3-D8BF-4691-87F3DA01F8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921597" y="19920"/>
            <a:ext cx="3187166" cy="314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273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83" name="Rectangle 208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Pushkin: The Writer Who Succumbed to His Own Plot | Russia |">
            <a:extLst>
              <a:ext uri="{FF2B5EF4-FFF2-40B4-BE49-F238E27FC236}">
                <a16:creationId xmlns:a16="http://schemas.microsoft.com/office/drawing/2014/main" id="{C31237A3-069A-326A-22B8-875170B715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6"/>
          <a:stretch/>
        </p:blipFill>
        <p:spPr bwMode="auto">
          <a:xfrm>
            <a:off x="2522356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84" name="Rectangle 208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F3CFA18-28B6-05B1-87CD-3B6D8D20B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737" y="391004"/>
            <a:ext cx="3822189" cy="1899912"/>
          </a:xfrm>
        </p:spPr>
        <p:txBody>
          <a:bodyPr>
            <a:normAutofit/>
          </a:bodyPr>
          <a:lstStyle/>
          <a:p>
            <a:r>
              <a:rPr lang="cs-CZ" sz="4000" dirty="0">
                <a:latin typeface="Myla" pitchFamily="2" charset="0"/>
              </a:rPr>
              <a:t>Smrt Puškina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ADA69A7-3E88-5BE8-4AD8-0072A476A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382" y="2129401"/>
            <a:ext cx="4666673" cy="3742762"/>
          </a:xfrm>
        </p:spPr>
        <p:txBody>
          <a:bodyPr>
            <a:normAutofit/>
          </a:bodyPr>
          <a:lstStyle/>
          <a:p>
            <a:pPr>
              <a:buSzPct val="100000"/>
              <a:buBlip>
                <a:blip r:embed="rId3"/>
              </a:buBlip>
            </a:pPr>
            <a:r>
              <a:rPr lang="cs-CZ" sz="1900" dirty="0">
                <a:latin typeface="Sylfaen" panose="010A0502050306030303" pitchFamily="18" charset="0"/>
                <a:ea typeface="Yu Gothic UI Semibold" panose="020B0700000000000000" pitchFamily="34" charset="-128"/>
              </a:rPr>
              <a:t>Puškin a Dantès se utkali kvůli narušení Puškinovy manželské cti. Puškinova manželka Natalija Gončarovová měla blízký vztah s Dantèsem, což vedlo k narušení Puškinovy důstojnosti a pýchy. Puškin se proto rozhodl konfrontovat Dantèse v souboji. </a:t>
            </a:r>
          </a:p>
          <a:p>
            <a:pPr>
              <a:buSzPct val="100000"/>
              <a:buBlip>
                <a:blip r:embed="rId3"/>
              </a:buBlip>
            </a:pPr>
            <a:r>
              <a:rPr lang="cs-CZ" sz="1900" dirty="0">
                <a:latin typeface="Sylfaen" panose="010A0502050306030303" pitchFamily="18" charset="0"/>
                <a:ea typeface="Yu Gothic UI Semibold" panose="020B0700000000000000" pitchFamily="34" charset="-128"/>
              </a:rPr>
              <a:t>Puškin byl zraněn a po několika dnech bolestivého utrpení zemřel na následky zranění</a:t>
            </a:r>
          </a:p>
          <a:p>
            <a:pPr marL="0" indent="0">
              <a:buSzPct val="100000"/>
              <a:buNone/>
            </a:pPr>
            <a:r>
              <a:rPr lang="en-US" sz="1900" dirty="0">
                <a:latin typeface="Sylfaen" panose="010A0502050306030303" pitchFamily="18" charset="0"/>
                <a:ea typeface="Yu Gothic UI Semibold" panose="020B0700000000000000" pitchFamily="34" charset="-128"/>
              </a:rPr>
              <a:t>*</a:t>
            </a:r>
            <a:r>
              <a:rPr lang="cs-CZ" sz="1900" dirty="0" err="1">
                <a:latin typeface="Sylfaen" panose="010A0502050306030303" pitchFamily="18" charset="0"/>
                <a:ea typeface="Yu Gothic UI Semibold" panose="020B0700000000000000" pitchFamily="34" charset="-128"/>
              </a:rPr>
              <a:t>Dantès</a:t>
            </a:r>
            <a:r>
              <a:rPr lang="cs-CZ" sz="1900" dirty="0">
                <a:latin typeface="Sylfaen" panose="010A0502050306030303" pitchFamily="18" charset="0"/>
                <a:ea typeface="Yu Gothic UI Semibold" panose="020B0700000000000000" pitchFamily="34" charset="-128"/>
              </a:rPr>
              <a:t> – francouzský diplomat</a:t>
            </a:r>
          </a:p>
        </p:txBody>
      </p:sp>
      <p:pic>
        <p:nvPicPr>
          <p:cNvPr id="6" name="Picture 2" descr="Top Hat Illustration 11630237 PNG">
            <a:extLst>
              <a:ext uri="{FF2B5EF4-FFF2-40B4-BE49-F238E27FC236}">
                <a16:creationId xmlns:a16="http://schemas.microsoft.com/office/drawing/2014/main" id="{4E446AF7-334C-1C1F-4F62-CEA0D2F66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29976" flipH="1">
            <a:off x="11653023" y="1103148"/>
            <a:ext cx="460560" cy="475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9215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7A6A6-32BF-1590-B6B0-C0054B8F1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540" y="812800"/>
            <a:ext cx="10515600" cy="1325563"/>
          </a:xfrm>
        </p:spPr>
        <p:txBody>
          <a:bodyPr/>
          <a:lstStyle/>
          <a:p>
            <a:r>
              <a:rPr lang="cs-CZ" dirty="0">
                <a:latin typeface="Myla" pitchFamily="2" charset="0"/>
              </a:rPr>
              <a:t>Evžen Oněgin</a:t>
            </a:r>
            <a:endParaRPr lang="cs-C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68F1A-204A-5421-31CB-A65C22342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8540" y="2364628"/>
            <a:ext cx="7701279" cy="4351338"/>
          </a:xfrm>
        </p:spPr>
        <p:txBody>
          <a:bodyPr/>
          <a:lstStyle/>
          <a:p>
            <a:pPr>
              <a:buBlip>
                <a:blip r:embed="rId2"/>
              </a:buBlip>
            </a:pPr>
            <a:r>
              <a:rPr lang="en-US" dirty="0"/>
              <a:t> </a:t>
            </a:r>
            <a:r>
              <a:rPr lang="cs-CZ" dirty="0">
                <a:latin typeface="Sylfaen" panose="010A0502050306030303" pitchFamily="18" charset="0"/>
              </a:rPr>
              <a:t>Realisticky román psán ve verších </a:t>
            </a:r>
            <a:endParaRPr lang="en-US" dirty="0">
              <a:latin typeface="Sylfaen" panose="010A0502050306030303" pitchFamily="18" charset="0"/>
            </a:endParaRPr>
          </a:p>
          <a:p>
            <a:pPr>
              <a:buBlip>
                <a:blip r:embed="rId2"/>
              </a:buBlip>
            </a:pPr>
            <a:r>
              <a:rPr lang="en-US" dirty="0">
                <a:latin typeface="Sylfaen" panose="010A0502050306030303" pitchFamily="18" charset="0"/>
              </a:rPr>
              <a:t> </a:t>
            </a:r>
            <a:r>
              <a:rPr lang="en-US" dirty="0" err="1">
                <a:latin typeface="Sylfaen" panose="010A0502050306030303" pitchFamily="18" charset="0"/>
              </a:rPr>
              <a:t>První</a:t>
            </a:r>
            <a:r>
              <a:rPr lang="en-US" dirty="0">
                <a:latin typeface="Sylfaen" panose="010A0502050306030303" pitchFamily="18" charset="0"/>
              </a:rPr>
              <a:t> </a:t>
            </a:r>
            <a:r>
              <a:rPr lang="en-US" dirty="0" err="1">
                <a:latin typeface="Sylfaen" panose="010A0502050306030303" pitchFamily="18" charset="0"/>
              </a:rPr>
              <a:t>souborná</a:t>
            </a:r>
            <a:r>
              <a:rPr lang="en-US" dirty="0">
                <a:latin typeface="Sylfaen" panose="010A0502050306030303" pitchFamily="18" charset="0"/>
              </a:rPr>
              <a:t> </a:t>
            </a:r>
            <a:r>
              <a:rPr lang="en-US" dirty="0" err="1">
                <a:latin typeface="Sylfaen" panose="010A0502050306030303" pitchFamily="18" charset="0"/>
              </a:rPr>
              <a:t>edice</a:t>
            </a:r>
            <a:r>
              <a:rPr lang="en-US" dirty="0">
                <a:latin typeface="Sylfaen" panose="010A0502050306030303" pitchFamily="18" charset="0"/>
              </a:rPr>
              <a:t> </a:t>
            </a:r>
            <a:r>
              <a:rPr lang="en-US" dirty="0" err="1">
                <a:latin typeface="Sylfaen" panose="010A0502050306030303" pitchFamily="18" charset="0"/>
              </a:rPr>
              <a:t>byla</a:t>
            </a:r>
            <a:r>
              <a:rPr lang="en-US" dirty="0">
                <a:latin typeface="Sylfaen" panose="010A0502050306030303" pitchFamily="18" charset="0"/>
              </a:rPr>
              <a:t> </a:t>
            </a:r>
            <a:r>
              <a:rPr lang="en-US" dirty="0" err="1">
                <a:latin typeface="Sylfaen" panose="010A0502050306030303" pitchFamily="18" charset="0"/>
              </a:rPr>
              <a:t>vydána</a:t>
            </a:r>
            <a:r>
              <a:rPr lang="en-US" dirty="0">
                <a:latin typeface="Sylfaen" panose="010A0502050306030303" pitchFamily="18" charset="0"/>
              </a:rPr>
              <a:t> v </a:t>
            </a:r>
            <a:r>
              <a:rPr lang="en-US" dirty="0" err="1">
                <a:latin typeface="Sylfaen" panose="010A0502050306030303" pitchFamily="18" charset="0"/>
              </a:rPr>
              <a:t>roce</a:t>
            </a:r>
            <a:r>
              <a:rPr lang="en-US" dirty="0">
                <a:latin typeface="Sylfaen" panose="010A0502050306030303" pitchFamily="18" charset="0"/>
              </a:rPr>
              <a:t> </a:t>
            </a:r>
            <a:r>
              <a:rPr lang="en-US" u="sng" dirty="0">
                <a:latin typeface="Sylfaen" panose="010A0502050306030303" pitchFamily="18" charset="0"/>
              </a:rPr>
              <a:t>1833</a:t>
            </a:r>
            <a:endParaRPr lang="cs-CZ" u="sng" dirty="0">
              <a:latin typeface="Sylfaen" panose="010A0502050306030303" pitchFamily="18" charset="0"/>
            </a:endParaRPr>
          </a:p>
          <a:p>
            <a:pPr>
              <a:buBlip>
                <a:blip r:embed="rId2"/>
              </a:buBlip>
            </a:pPr>
            <a:r>
              <a:rPr lang="cs-CZ" dirty="0">
                <a:latin typeface="Sylfaen" panose="010A0502050306030303" pitchFamily="18" charset="0"/>
              </a:rPr>
              <a:t> Znám svou poetickou formou</a:t>
            </a:r>
          </a:p>
          <a:p>
            <a:pPr>
              <a:buBlip>
                <a:blip r:embed="rId2"/>
              </a:buBlip>
            </a:pPr>
            <a:r>
              <a:rPr lang="cs-CZ" dirty="0">
                <a:latin typeface="Sylfaen" panose="010A0502050306030303" pitchFamily="18" charset="0"/>
              </a:rPr>
              <a:t> Vypraví – autor </a:t>
            </a:r>
            <a:endParaRPr lang="en-US" dirty="0">
              <a:latin typeface="Sylfaen" panose="010A0502050306030303" pitchFamily="18" charset="0"/>
            </a:endParaRPr>
          </a:p>
          <a:p>
            <a:pPr>
              <a:buBlip>
                <a:blip r:embed="rId2"/>
              </a:buBlip>
            </a:pPr>
            <a:r>
              <a:rPr lang="cs-CZ" dirty="0">
                <a:latin typeface="Sylfaen" panose="010A0502050306030303" pitchFamily="18" charset="0"/>
              </a:rPr>
              <a:t> </a:t>
            </a:r>
            <a:r>
              <a:rPr lang="en-US" dirty="0" err="1">
                <a:latin typeface="Sylfaen" panose="010A0502050306030303" pitchFamily="18" charset="0"/>
              </a:rPr>
              <a:t>Kniha</a:t>
            </a:r>
            <a:r>
              <a:rPr lang="en-US" dirty="0">
                <a:latin typeface="Sylfaen" panose="010A0502050306030303" pitchFamily="18" charset="0"/>
              </a:rPr>
              <a:t> se </a:t>
            </a:r>
            <a:r>
              <a:rPr lang="en-US" dirty="0" err="1">
                <a:latin typeface="Sylfaen" panose="010A0502050306030303" pitchFamily="18" charset="0"/>
              </a:rPr>
              <a:t>zabývá</a:t>
            </a:r>
            <a:r>
              <a:rPr lang="en-US" dirty="0">
                <a:latin typeface="Sylfaen" panose="010A0502050306030303" pitchFamily="18" charset="0"/>
              </a:rPr>
              <a:t> </a:t>
            </a:r>
            <a:r>
              <a:rPr lang="en-US" dirty="0" err="1">
                <a:latin typeface="Sylfaen" panose="010A0502050306030303" pitchFamily="18" charset="0"/>
              </a:rPr>
              <a:t>mnoha</a:t>
            </a:r>
            <a:r>
              <a:rPr lang="en-US" dirty="0">
                <a:latin typeface="Sylfaen" panose="010A0502050306030303" pitchFamily="18" charset="0"/>
              </a:rPr>
              <a:t> </a:t>
            </a:r>
            <a:r>
              <a:rPr lang="en-US" dirty="0" err="1">
                <a:latin typeface="Sylfaen" panose="010A0502050306030303" pitchFamily="18" charset="0"/>
              </a:rPr>
              <a:t>tématy</a:t>
            </a:r>
            <a:r>
              <a:rPr lang="en-US" dirty="0">
                <a:latin typeface="Sylfaen" panose="010A0502050306030303" pitchFamily="18" charset="0"/>
              </a:rPr>
              <a:t>, </a:t>
            </a:r>
            <a:r>
              <a:rPr lang="en-US" dirty="0" err="1">
                <a:latin typeface="Sylfaen" panose="010A0502050306030303" pitchFamily="18" charset="0"/>
              </a:rPr>
              <a:t>včetně</a:t>
            </a:r>
            <a:r>
              <a:rPr lang="en-US" dirty="0">
                <a:latin typeface="Sylfaen" panose="010A0502050306030303" pitchFamily="18" charset="0"/>
              </a:rPr>
              <a:t> </a:t>
            </a:r>
            <a:r>
              <a:rPr lang="en-US" dirty="0" err="1">
                <a:latin typeface="Sylfaen" panose="010A0502050306030303" pitchFamily="18" charset="0"/>
              </a:rPr>
              <a:t>lásky</a:t>
            </a:r>
            <a:r>
              <a:rPr lang="en-US" dirty="0">
                <a:latin typeface="Sylfaen" panose="010A0502050306030303" pitchFamily="18" charset="0"/>
              </a:rPr>
              <a:t>,</a:t>
            </a:r>
            <a:r>
              <a:rPr lang="cs-CZ" dirty="0">
                <a:latin typeface="Sylfaen" panose="010A0502050306030303" pitchFamily="18" charset="0"/>
              </a:rPr>
              <a:t>                                                                    </a:t>
            </a:r>
            <a:r>
              <a:rPr lang="en-US" dirty="0" err="1">
                <a:latin typeface="Sylfaen" panose="010A0502050306030303" pitchFamily="18" charset="0"/>
              </a:rPr>
              <a:t>osudu</a:t>
            </a:r>
            <a:r>
              <a:rPr lang="en-US" dirty="0">
                <a:latin typeface="Sylfaen" panose="010A0502050306030303" pitchFamily="18" charset="0"/>
              </a:rPr>
              <a:t>, </a:t>
            </a:r>
            <a:r>
              <a:rPr lang="en-US" dirty="0" err="1">
                <a:latin typeface="Sylfaen" panose="010A0502050306030303" pitchFamily="18" charset="0"/>
              </a:rPr>
              <a:t>společenské</a:t>
            </a:r>
            <a:r>
              <a:rPr lang="en-US" dirty="0">
                <a:latin typeface="Sylfaen" panose="010A0502050306030303" pitchFamily="18" charset="0"/>
              </a:rPr>
              <a:t> </a:t>
            </a:r>
            <a:r>
              <a:rPr lang="en-US" dirty="0" err="1">
                <a:latin typeface="Sylfaen" panose="010A0502050306030303" pitchFamily="18" charset="0"/>
              </a:rPr>
              <a:t>kritiky</a:t>
            </a:r>
            <a:r>
              <a:rPr lang="en-US" dirty="0">
                <a:latin typeface="Sylfaen" panose="010A0502050306030303" pitchFamily="18" charset="0"/>
              </a:rPr>
              <a:t> a </a:t>
            </a:r>
            <a:r>
              <a:rPr lang="en-US" dirty="0" err="1">
                <a:latin typeface="Sylfaen" panose="010A0502050306030303" pitchFamily="18" charset="0"/>
              </a:rPr>
              <a:t>konfliktu</a:t>
            </a:r>
            <a:r>
              <a:rPr lang="en-US" dirty="0">
                <a:latin typeface="Sylfaen" panose="010A0502050306030303" pitchFamily="18" charset="0"/>
              </a:rPr>
              <a:t> </a:t>
            </a:r>
            <a:r>
              <a:rPr lang="en-US" dirty="0" err="1">
                <a:latin typeface="Sylfaen" panose="010A0502050306030303" pitchFamily="18" charset="0"/>
              </a:rPr>
              <a:t>mezi</a:t>
            </a:r>
            <a:r>
              <a:rPr lang="en-US" dirty="0">
                <a:latin typeface="Sylfaen" panose="010A0502050306030303" pitchFamily="18" charset="0"/>
              </a:rPr>
              <a:t> </a:t>
            </a:r>
            <a:r>
              <a:rPr lang="en-US" dirty="0" err="1">
                <a:latin typeface="Sylfaen" panose="010A0502050306030303" pitchFamily="18" charset="0"/>
              </a:rPr>
              <a:t>tradicí</a:t>
            </a:r>
            <a:r>
              <a:rPr lang="en-US" dirty="0">
                <a:latin typeface="Sylfaen" panose="010A0502050306030303" pitchFamily="18" charset="0"/>
              </a:rPr>
              <a:t> a </a:t>
            </a:r>
            <a:r>
              <a:rPr lang="en-US" dirty="0" err="1">
                <a:latin typeface="Sylfaen" panose="010A0502050306030303" pitchFamily="18" charset="0"/>
              </a:rPr>
              <a:t>modernitou</a:t>
            </a:r>
            <a:r>
              <a:rPr lang="cs-CZ" dirty="0">
                <a:latin typeface="Sylfaen" panose="010A0502050306030303" pitchFamily="18" charset="0"/>
              </a:rPr>
              <a:t>.</a:t>
            </a:r>
            <a:endParaRPr lang="en-US" dirty="0">
              <a:latin typeface="Sylfaen" panose="010A0502050306030303" pitchFamily="18" charset="0"/>
            </a:endParaRPr>
          </a:p>
          <a:p>
            <a:endParaRPr lang="cs-CZ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E154534-E105-49D6-4A9D-EFC966F12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7983" y="1244191"/>
            <a:ext cx="2995855" cy="48532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Obrázek 5" descr="Obsah obrázku černá, tma, prostor, noc&#10;&#10;Popis byl vytvořen automaticky">
            <a:extLst>
              <a:ext uri="{FF2B5EF4-FFF2-40B4-BE49-F238E27FC236}">
                <a16:creationId xmlns:a16="http://schemas.microsoft.com/office/drawing/2014/main" id="{5DF45322-FB8D-D7EA-9002-551F2FDE51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6899" y="3690754"/>
            <a:ext cx="3187166" cy="3147326"/>
          </a:xfrm>
          <a:prstGeom prst="rect">
            <a:avLst/>
          </a:prstGeom>
        </p:spPr>
      </p:pic>
      <p:pic>
        <p:nvPicPr>
          <p:cNvPr id="10242" name="Picture 2" descr="Top Hat Illustration 11630237 PNG">
            <a:extLst>
              <a:ext uri="{FF2B5EF4-FFF2-40B4-BE49-F238E27FC236}">
                <a16:creationId xmlns:a16="http://schemas.microsoft.com/office/drawing/2014/main" id="{43586256-3890-66C2-4A77-2B230C5FB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698182" y="285005"/>
            <a:ext cx="1115455" cy="105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1021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1292430-08DD-751D-07EF-DD922950F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8383"/>
            <a:ext cx="10515600" cy="1325563"/>
          </a:xfrm>
        </p:spPr>
        <p:txBody>
          <a:bodyPr/>
          <a:lstStyle/>
          <a:p>
            <a:r>
              <a:rPr lang="cs-CZ" dirty="0">
                <a:latin typeface="Myla" pitchFamily="2" charset="0"/>
              </a:rPr>
              <a:t>Základní informace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1E9DCCC-B95B-1D88-7341-4185CC775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760" y="1895248"/>
            <a:ext cx="5826760" cy="4337595"/>
          </a:xfrm>
        </p:spPr>
        <p:txBody>
          <a:bodyPr>
            <a:normAutofit fontScale="70000" lnSpcReduction="20000"/>
          </a:bodyPr>
          <a:lstStyle/>
          <a:p>
            <a:pPr marL="457200" indent="-457200">
              <a:lnSpc>
                <a:spcPct val="120000"/>
              </a:lnSpc>
              <a:buBlip>
                <a:blip r:embed="rId2"/>
              </a:buBlip>
            </a:pPr>
            <a:r>
              <a:rPr lang="cs-CZ" dirty="0">
                <a:latin typeface="Sylfaen" panose="010A0502050306030303" pitchFamily="18" charset="0"/>
              </a:rPr>
              <a:t>Místo</a:t>
            </a:r>
            <a:r>
              <a:rPr lang="en-US" dirty="0">
                <a:latin typeface="Sylfaen" panose="010A0502050306030303" pitchFamily="18" charset="0"/>
              </a:rPr>
              <a:t>: Rusk</a:t>
            </a:r>
            <a:r>
              <a:rPr lang="cs-CZ" dirty="0">
                <a:latin typeface="Sylfaen" panose="010A0502050306030303" pitchFamily="18" charset="0"/>
              </a:rPr>
              <a:t>á</a:t>
            </a:r>
            <a:r>
              <a:rPr lang="en-US" dirty="0">
                <a:latin typeface="Sylfaen" panose="010A0502050306030303" pitchFamily="18" charset="0"/>
              </a:rPr>
              <a:t> </a:t>
            </a:r>
            <a:r>
              <a:rPr lang="cs-CZ" dirty="0">
                <a:latin typeface="Sylfaen" panose="010A0502050306030303" pitchFamily="18" charset="0"/>
              </a:rPr>
              <a:t>aristokracie, </a:t>
            </a:r>
            <a:r>
              <a:rPr lang="en-US" dirty="0">
                <a:latin typeface="Sylfaen" panose="010A0502050306030303" pitchFamily="18" charset="0"/>
              </a:rPr>
              <a:t>(</a:t>
            </a:r>
            <a:r>
              <a:rPr lang="cs-CZ" dirty="0">
                <a:latin typeface="Sylfaen" panose="010A0502050306030303" pitchFamily="18" charset="0"/>
              </a:rPr>
              <a:t>Petrohrad, </a:t>
            </a:r>
            <a:r>
              <a:rPr lang="en-US" dirty="0">
                <a:latin typeface="Sylfaen" panose="010A0502050306030303" pitchFamily="18" charset="0"/>
              </a:rPr>
              <a:t> </a:t>
            </a:r>
            <a:r>
              <a:rPr lang="cs-CZ" dirty="0">
                <a:latin typeface="Sylfaen" panose="010A0502050306030303" pitchFamily="18" charset="0"/>
              </a:rPr>
              <a:t>pozemek Oněgina – </a:t>
            </a:r>
            <a:r>
              <a:rPr lang="cs-CZ" dirty="0" err="1">
                <a:latin typeface="Sylfaen" panose="010A0502050306030303" pitchFamily="18" charset="0"/>
              </a:rPr>
              <a:t>Larinových</a:t>
            </a:r>
            <a:r>
              <a:rPr lang="cs-CZ" dirty="0">
                <a:latin typeface="Sylfaen" panose="010A0502050306030303" pitchFamily="18" charset="0"/>
              </a:rPr>
              <a:t>, Moskva</a:t>
            </a:r>
            <a:endParaRPr lang="en-US" dirty="0">
              <a:latin typeface="Sylfaen" panose="010A0502050306030303" pitchFamily="18" charset="0"/>
            </a:endParaRPr>
          </a:p>
          <a:p>
            <a:pPr marL="457200" indent="-457200">
              <a:lnSpc>
                <a:spcPct val="120000"/>
              </a:lnSpc>
              <a:buBlip>
                <a:blip r:embed="rId2"/>
              </a:buBlip>
            </a:pPr>
            <a:r>
              <a:rPr lang="cs-CZ" dirty="0">
                <a:latin typeface="Sylfaen" panose="010A0502050306030303" pitchFamily="18" charset="0"/>
              </a:rPr>
              <a:t>Čas: začátek 19. stol</a:t>
            </a:r>
          </a:p>
          <a:p>
            <a:pPr marL="457200" indent="-457200">
              <a:lnSpc>
                <a:spcPct val="120000"/>
              </a:lnSpc>
              <a:buBlip>
                <a:blip r:embed="rId2"/>
              </a:buBlip>
            </a:pPr>
            <a:r>
              <a:rPr lang="cs-CZ" dirty="0">
                <a:latin typeface="Sylfaen" panose="010A0502050306030303" pitchFamily="18" charset="0"/>
              </a:rPr>
              <a:t>Postavy:</a:t>
            </a:r>
            <a:endParaRPr lang="en-US" dirty="0">
              <a:latin typeface="Sylfaen" panose="010A0502050306030303" pitchFamily="18" charset="0"/>
            </a:endParaRPr>
          </a:p>
          <a:p>
            <a:pPr marL="457200" indent="-457200">
              <a:lnSpc>
                <a:spcPct val="120000"/>
              </a:lnSpc>
              <a:buSzPct val="75000"/>
              <a:buFont typeface="Wingdings" panose="05000000000000000000" pitchFamily="2" charset="2"/>
              <a:buChar char="v"/>
            </a:pPr>
            <a:r>
              <a:rPr lang="cs-CZ" sz="2400" u="sng" dirty="0">
                <a:latin typeface="Sylfaen" panose="010A0502050306030303" pitchFamily="18" charset="0"/>
              </a:rPr>
              <a:t>Evžen Oněgin</a:t>
            </a:r>
            <a:r>
              <a:rPr lang="cs-CZ" sz="2400" dirty="0">
                <a:latin typeface="Sylfaen" panose="010A0502050306030303" pitchFamily="18" charset="0"/>
              </a:rPr>
              <a:t>: mladý chytrý vzdělaný muž, cynik, je znuděn městským životem.</a:t>
            </a:r>
          </a:p>
          <a:p>
            <a:pPr marL="457200" indent="-457200">
              <a:lnSpc>
                <a:spcPct val="120000"/>
              </a:lnSpc>
              <a:buSzPct val="75000"/>
              <a:buFont typeface="Wingdings" panose="05000000000000000000" pitchFamily="2" charset="2"/>
              <a:buChar char="v"/>
            </a:pPr>
            <a:r>
              <a:rPr lang="cs-CZ" sz="2400" u="sng" dirty="0">
                <a:latin typeface="Sylfaen" panose="010A0502050306030303" pitchFamily="18" charset="0"/>
              </a:rPr>
              <a:t>Vladimír </a:t>
            </a:r>
            <a:r>
              <a:rPr lang="cs-CZ" sz="2400" u="sng" dirty="0" err="1">
                <a:latin typeface="Sylfaen" panose="010A0502050306030303" pitchFamily="18" charset="0"/>
              </a:rPr>
              <a:t>Lenskij</a:t>
            </a:r>
            <a:r>
              <a:rPr lang="cs-CZ" sz="2400" dirty="0">
                <a:latin typeface="Sylfaen" panose="010A0502050306030303" pitchFamily="18" charset="0"/>
              </a:rPr>
              <a:t>: mladý básník, přítel </a:t>
            </a:r>
            <a:r>
              <a:rPr lang="en-US" sz="2400" dirty="0">
                <a:latin typeface="Sylfaen" panose="010A0502050306030303" pitchFamily="18" charset="0"/>
              </a:rPr>
              <a:t>   </a:t>
            </a:r>
            <a:r>
              <a:rPr lang="cs-CZ" sz="2400" dirty="0">
                <a:latin typeface="Sylfaen" panose="010A0502050306030303" pitchFamily="18" charset="0"/>
              </a:rPr>
              <a:t>Oněgina, žárlivý, miluje Olgu</a:t>
            </a:r>
          </a:p>
          <a:p>
            <a:pPr marL="457200" indent="-457200">
              <a:lnSpc>
                <a:spcPct val="120000"/>
              </a:lnSpc>
              <a:buSzPct val="75000"/>
              <a:buFont typeface="Wingdings" panose="05000000000000000000" pitchFamily="2" charset="2"/>
              <a:buChar char="v"/>
            </a:pPr>
            <a:r>
              <a:rPr lang="cs-CZ" sz="2400" u="sng" dirty="0">
                <a:latin typeface="Sylfaen" panose="010A0502050306030303" pitchFamily="18" charset="0"/>
              </a:rPr>
              <a:t>Olga </a:t>
            </a:r>
            <a:r>
              <a:rPr lang="cs-CZ" sz="2400" u="sng" dirty="0" err="1">
                <a:latin typeface="Sylfaen" panose="010A0502050306030303" pitchFamily="18" charset="0"/>
              </a:rPr>
              <a:t>Larinová</a:t>
            </a:r>
            <a:r>
              <a:rPr lang="cs-CZ" sz="2400" dirty="0">
                <a:latin typeface="Sylfaen" panose="010A0502050306030303" pitchFamily="18" charset="0"/>
              </a:rPr>
              <a:t>: sestra Taťány, společenská, veselá, miluje Lenského</a:t>
            </a:r>
          </a:p>
          <a:p>
            <a:pPr marL="457200" indent="-457200">
              <a:lnSpc>
                <a:spcPct val="120000"/>
              </a:lnSpc>
              <a:buSzPct val="75000"/>
              <a:buFont typeface="Wingdings" panose="05000000000000000000" pitchFamily="2" charset="2"/>
              <a:buChar char="v"/>
            </a:pPr>
            <a:r>
              <a:rPr lang="cs-CZ" sz="2400" u="sng" dirty="0">
                <a:latin typeface="Sylfaen" panose="010A0502050306030303" pitchFamily="18" charset="0"/>
              </a:rPr>
              <a:t>Taťána </a:t>
            </a:r>
            <a:r>
              <a:rPr lang="cs-CZ" sz="2400" u="sng" dirty="0" err="1">
                <a:latin typeface="Sylfaen" panose="010A0502050306030303" pitchFamily="18" charset="0"/>
              </a:rPr>
              <a:t>Larinová</a:t>
            </a:r>
            <a:r>
              <a:rPr lang="cs-CZ" sz="2400" dirty="0">
                <a:latin typeface="Sylfaen" panose="010A0502050306030303" pitchFamily="18" charset="0"/>
              </a:rPr>
              <a:t>: starší sestra Olgy, uzavřená, samotářská, miluje Oněgina</a:t>
            </a:r>
          </a:p>
        </p:txBody>
      </p:sp>
      <p:pic>
        <p:nvPicPr>
          <p:cNvPr id="2050" name="Picture 2" descr="Ruská šlechta – Wikipedie">
            <a:extLst>
              <a:ext uri="{FF2B5EF4-FFF2-40B4-BE49-F238E27FC236}">
                <a16:creationId xmlns:a16="http://schemas.microsoft.com/office/drawing/2014/main" id="{D8922A3A-4F53-8CA8-EB6D-82AD6E767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3460" y="308383"/>
            <a:ext cx="4178300" cy="27855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/vexillology - a black and yellow flag with a black and yellow double-headed eagle">
            <a:extLst>
              <a:ext uri="{FF2B5EF4-FFF2-40B4-BE49-F238E27FC236}">
                <a16:creationId xmlns:a16="http://schemas.microsoft.com/office/drawing/2014/main" id="{0089FE3D-6293-BFCB-3140-966FE418A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3460" y="3336696"/>
            <a:ext cx="4178300" cy="289614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3B2F0DFD-D027-D22B-023C-D84716954885}"/>
              </a:ext>
            </a:extLst>
          </p:cNvPr>
          <p:cNvSpPr txBox="1"/>
          <p:nvPr/>
        </p:nvSpPr>
        <p:spPr>
          <a:xfrm>
            <a:off x="7767320" y="6321564"/>
            <a:ext cx="3586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latin typeface="Goudy Old Style" panose="02020502050305020303" pitchFamily="18" charset="0"/>
              </a:rPr>
              <a:t>*</a:t>
            </a:r>
            <a:r>
              <a:rPr lang="cs-CZ" b="1" dirty="0">
                <a:latin typeface="Goudy Old Style" panose="02020502050305020303" pitchFamily="18" charset="0"/>
              </a:rPr>
              <a:t>VLAJKA</a:t>
            </a:r>
            <a:r>
              <a:rPr lang="cs-CZ" sz="1800" dirty="0">
                <a:latin typeface="Goudy Old Style" panose="02020502050305020303" pitchFamily="18" charset="0"/>
              </a:rPr>
              <a:t> </a:t>
            </a:r>
            <a:r>
              <a:rPr lang="cs-CZ" sz="1800" i="1" dirty="0">
                <a:latin typeface="Goudy Old Style" panose="02020502050305020303" pitchFamily="18" charset="0"/>
              </a:rPr>
              <a:t>- </a:t>
            </a:r>
            <a:r>
              <a:rPr lang="cs-CZ" i="1" u="sng" dirty="0">
                <a:solidFill>
                  <a:srgbClr val="424242"/>
                </a:solidFill>
                <a:effectLst/>
                <a:latin typeface="Goudy Old Style" panose="02020502050305020303" pitchFamily="18" charset="0"/>
              </a:rPr>
              <a:t>RUSKÉ IMPÉRIUM</a:t>
            </a:r>
            <a:endParaRPr lang="cs-CZ" sz="1800" i="1" u="sng" dirty="0">
              <a:solidFill>
                <a:srgbClr val="000000"/>
              </a:solidFill>
              <a:effectLst/>
              <a:latin typeface="Goudy Old Style" panose="02020502050305020303" pitchFamily="18" charset="0"/>
            </a:endParaRP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19174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ECC118-174C-4C4B-6019-7921D3C24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360" y="393484"/>
            <a:ext cx="5349240" cy="1325563"/>
          </a:xfrm>
        </p:spPr>
        <p:txBody>
          <a:bodyPr/>
          <a:lstStyle/>
          <a:p>
            <a:r>
              <a:rPr lang="en-US" dirty="0">
                <a:latin typeface="Myla" pitchFamily="2" charset="0"/>
              </a:rPr>
              <a:t>D</a:t>
            </a:r>
            <a:r>
              <a:rPr lang="cs-CZ" dirty="0" err="1">
                <a:latin typeface="Myla" pitchFamily="2" charset="0"/>
              </a:rPr>
              <a:t>ěj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1EEA37F-4772-FA62-64CA-BE861FDDC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990" y="1719047"/>
            <a:ext cx="656844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cs-CZ" dirty="0">
                <a:latin typeface="Sylfaen" panose="010A0502050306030303" pitchFamily="18" charset="0"/>
              </a:rPr>
              <a:t>Příběh začíná prezentací Evžena Oněgina jako depresívního a apatického mladého muže. Puškin se potká se svou postavou v divadle a skamarádí se s ním. Po smrti otce zdědí statky na venkově a rozhodne se odejít z Petrohradu a usadit se na venkově.</a:t>
            </a:r>
            <a:r>
              <a:rPr lang="en-US" dirty="0">
                <a:latin typeface="Sylfaen" panose="010A0502050306030303" pitchFamily="18" charset="0"/>
              </a:rPr>
              <a:t> Pu</a:t>
            </a:r>
            <a:r>
              <a:rPr lang="cs-CZ" dirty="0" err="1">
                <a:latin typeface="Sylfaen" panose="010A0502050306030303" pitchFamily="18" charset="0"/>
              </a:rPr>
              <a:t>škin</a:t>
            </a:r>
            <a:r>
              <a:rPr lang="cs-CZ" dirty="0">
                <a:latin typeface="Sylfaen" panose="010A0502050306030303" pitchFamily="18" charset="0"/>
              </a:rPr>
              <a:t> se rozloučí s Evženem a Evžen pokračuje k svému cílů – najít radost.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350247B-3FD7-206E-4167-8E44884C2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9522" y="369462"/>
            <a:ext cx="4410075" cy="4572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16A36A55-A84C-CD59-6067-ED5A93E03824}"/>
              </a:ext>
            </a:extLst>
          </p:cNvPr>
          <p:cNvSpPr txBox="1"/>
          <p:nvPr/>
        </p:nvSpPr>
        <p:spPr>
          <a:xfrm>
            <a:off x="7853679" y="5264416"/>
            <a:ext cx="3921760" cy="120032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cs-CZ" i="1" dirty="0"/>
              <a:t>„Evžen jak (</a:t>
            </a:r>
            <a:r>
              <a:rPr lang="cs-CZ" i="1" dirty="0" err="1"/>
              <a:t>Čaadajev</a:t>
            </a:r>
            <a:r>
              <a:rPr lang="cs-CZ" i="1" dirty="0"/>
              <a:t>) vždycky byl pedant v oblékání svém a to, co zveme švihákem. Tři hodiny tak práce hbité si před zrcadlem poseděl</a:t>
            </a:r>
            <a:r>
              <a:rPr lang="en-US" i="1" dirty="0"/>
              <a:t>”</a:t>
            </a:r>
            <a:endParaRPr lang="cs-CZ" i="1" dirty="0"/>
          </a:p>
        </p:txBody>
      </p:sp>
      <p:pic>
        <p:nvPicPr>
          <p:cNvPr id="5" name="Obrázek 4" descr="Obsah obrázku černá, tma, prostor, noc&#10;&#10;Popis byl vytvořen automaticky">
            <a:extLst>
              <a:ext uri="{FF2B5EF4-FFF2-40B4-BE49-F238E27FC236}">
                <a16:creationId xmlns:a16="http://schemas.microsoft.com/office/drawing/2014/main" id="{E1F03E8A-9578-3F6B-8E92-C6F07E8217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1042" y="3690754"/>
            <a:ext cx="3187166" cy="3147326"/>
          </a:xfrm>
          <a:prstGeom prst="rect">
            <a:avLst/>
          </a:prstGeom>
        </p:spPr>
      </p:pic>
      <p:pic>
        <p:nvPicPr>
          <p:cNvPr id="6" name="Obrázek 5" descr="Obsah obrázku černá, tma, prostor, noc&#10;&#10;Popis byl vytvořen automaticky">
            <a:extLst>
              <a:ext uri="{FF2B5EF4-FFF2-40B4-BE49-F238E27FC236}">
                <a16:creationId xmlns:a16="http://schemas.microsoft.com/office/drawing/2014/main" id="{1C0731CB-EA57-DE35-6A9F-516D14B949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55" y="-127263"/>
            <a:ext cx="3187166" cy="3147326"/>
          </a:xfrm>
          <a:prstGeom prst="rect">
            <a:avLst/>
          </a:prstGeom>
        </p:spPr>
      </p:pic>
      <p:pic>
        <p:nvPicPr>
          <p:cNvPr id="8" name="Picture 2" descr="Top Hat Illustration 11630237 PNG">
            <a:extLst>
              <a:ext uri="{FF2B5EF4-FFF2-40B4-BE49-F238E27FC236}">
                <a16:creationId xmlns:a16="http://schemas.microsoft.com/office/drawing/2014/main" id="{A68C5ECE-61BB-81E6-A1A1-660245D10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56404" flipH="1">
            <a:off x="11194114" y="4535669"/>
            <a:ext cx="299792" cy="355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1698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ECC118-174C-4C4B-6019-7921D3C24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960" y="215582"/>
            <a:ext cx="10515600" cy="1325563"/>
          </a:xfrm>
        </p:spPr>
        <p:txBody>
          <a:bodyPr/>
          <a:lstStyle/>
          <a:p>
            <a:r>
              <a:rPr lang="en-US" dirty="0">
                <a:latin typeface="Myla" pitchFamily="2" charset="0"/>
              </a:rPr>
              <a:t>D</a:t>
            </a:r>
            <a:r>
              <a:rPr lang="cs-CZ" dirty="0" err="1">
                <a:latin typeface="Myla" pitchFamily="2" charset="0"/>
              </a:rPr>
              <a:t>ěj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1EEA37F-4772-FA62-64CA-BE861FDDC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960" y="1541145"/>
            <a:ext cx="6568440" cy="435133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cs-CZ" dirty="0">
                <a:latin typeface="Sylfaen" panose="010A0502050306030303" pitchFamily="18" charset="0"/>
              </a:rPr>
              <a:t>Na venkově Oněgin se setká s </a:t>
            </a:r>
            <a:r>
              <a:rPr lang="cs-CZ" sz="2800" dirty="0">
                <a:latin typeface="Sylfaen" panose="010A0502050306030303" pitchFamily="18" charset="0"/>
              </a:rPr>
              <a:t>Vladimírem Lenským který přijel z Německá v svojí rodilou vesnice Oněgin a </a:t>
            </a:r>
            <a:r>
              <a:rPr lang="cs-CZ" sz="2800" dirty="0" err="1">
                <a:latin typeface="Sylfaen" panose="010A0502050306030303" pitchFamily="18" charset="0"/>
              </a:rPr>
              <a:t>Lenskyj</a:t>
            </a:r>
            <a:r>
              <a:rPr lang="cs-CZ" sz="2800" dirty="0">
                <a:latin typeface="Sylfaen" panose="010A0502050306030303" pitchFamily="18" charset="0"/>
              </a:rPr>
              <a:t> mají různý pohledy na svět ale i přes to se </a:t>
            </a:r>
            <a:r>
              <a:rPr lang="cs-CZ" sz="2800" dirty="0" err="1">
                <a:latin typeface="Sylfaen" panose="010A0502050306030303" pitchFamily="18" charset="0"/>
              </a:rPr>
              <a:t>skamaradejí</a:t>
            </a:r>
            <a:r>
              <a:rPr lang="cs-CZ" sz="2800" dirty="0">
                <a:latin typeface="Sylfaen" panose="010A0502050306030303" pitchFamily="18" charset="0"/>
              </a:rPr>
              <a:t>.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cs-CZ" sz="2800" dirty="0">
                <a:latin typeface="Sylfaen" panose="010A0502050306030303" pitchFamily="18" charset="0"/>
              </a:rPr>
              <a:t>Vladimir</a:t>
            </a:r>
            <a:r>
              <a:rPr lang="cs-CZ" dirty="0">
                <a:latin typeface="Sylfaen" panose="010A0502050306030303" pitchFamily="18" charset="0"/>
              </a:rPr>
              <a:t> se zamiluje do sousedovy dcery – </a:t>
            </a:r>
            <a:r>
              <a:rPr lang="cs-CZ" sz="2800" dirty="0">
                <a:latin typeface="Sylfaen" panose="010A0502050306030303" pitchFamily="18" charset="0"/>
              </a:rPr>
              <a:t>Olga </a:t>
            </a:r>
            <a:r>
              <a:rPr lang="cs-CZ" sz="2800" dirty="0" err="1">
                <a:latin typeface="Sylfaen" panose="010A0502050306030303" pitchFamily="18" charset="0"/>
              </a:rPr>
              <a:t>Larinová</a:t>
            </a:r>
            <a:r>
              <a:rPr lang="cs-CZ" sz="2800" dirty="0">
                <a:latin typeface="Sylfaen" panose="010A0502050306030303" pitchFamily="18" charset="0"/>
              </a:rPr>
              <a:t>. Olga a Vladimir jsou stvořeny pro sebe, ale </a:t>
            </a:r>
            <a:r>
              <a:rPr lang="cs-CZ" sz="2800" dirty="0" err="1">
                <a:latin typeface="Sylfaen" panose="010A0502050306030303" pitchFamily="18" charset="0"/>
              </a:rPr>
              <a:t>Olgova</a:t>
            </a:r>
            <a:r>
              <a:rPr lang="cs-CZ" sz="2800" dirty="0">
                <a:latin typeface="Sylfaen" panose="010A0502050306030303" pitchFamily="18" charset="0"/>
              </a:rPr>
              <a:t> sestra – Taťána je opak Olgy. Taťána je smutna a </a:t>
            </a:r>
            <a:r>
              <a:rPr lang="cs-CZ" sz="2800" dirty="0" err="1">
                <a:latin typeface="Sylfaen" panose="010A0502050306030303" pitchFamily="18" charset="0"/>
              </a:rPr>
              <a:t>melancholična</a:t>
            </a:r>
            <a:r>
              <a:rPr lang="cs-CZ" dirty="0">
                <a:latin typeface="Sylfaen" panose="010A0502050306030303" pitchFamily="18" charset="0"/>
              </a:rPr>
              <a:t> přesně jak i Evžen.</a:t>
            </a:r>
            <a:endParaRPr lang="cs-CZ" sz="2800" dirty="0">
              <a:latin typeface="Sylfaen" panose="010A0502050306030303" pitchFamily="18" charset="0"/>
            </a:endParaRPr>
          </a:p>
        </p:txBody>
      </p:sp>
      <p:pic>
        <p:nvPicPr>
          <p:cNvPr id="3076" name="Picture 4" descr="12 Facts About &quot;Eugene Onegin&quot; You Did Not Realize">
            <a:extLst>
              <a:ext uri="{FF2B5EF4-FFF2-40B4-BE49-F238E27FC236}">
                <a16:creationId xmlns:a16="http://schemas.microsoft.com/office/drawing/2014/main" id="{3EAB69A4-0062-77A0-2E1C-596120924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0686" y="1441132"/>
            <a:ext cx="4215393" cy="39757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rázek 4" descr="Obsah obrázku černá, tma, prostor, noc&#10;&#10;Popis byl vytvořen automaticky">
            <a:extLst>
              <a:ext uri="{FF2B5EF4-FFF2-40B4-BE49-F238E27FC236}">
                <a16:creationId xmlns:a16="http://schemas.microsoft.com/office/drawing/2014/main" id="{CC158AF6-4F3F-0F5F-5F4C-6BBB42CB7F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1522" y="3645413"/>
            <a:ext cx="3187166" cy="314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090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ECC118-174C-4C4B-6019-7921D3C24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960" y="215582"/>
            <a:ext cx="10515600" cy="1325563"/>
          </a:xfrm>
        </p:spPr>
        <p:txBody>
          <a:bodyPr/>
          <a:lstStyle/>
          <a:p>
            <a:r>
              <a:rPr lang="en-US" dirty="0">
                <a:latin typeface="Myla" pitchFamily="2" charset="0"/>
              </a:rPr>
              <a:t>D</a:t>
            </a:r>
            <a:r>
              <a:rPr lang="cs-CZ" dirty="0" err="1">
                <a:latin typeface="Myla" pitchFamily="2" charset="0"/>
              </a:rPr>
              <a:t>ěj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1EEA37F-4772-FA62-64CA-BE861FDDC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960" y="1527810"/>
            <a:ext cx="6568440" cy="435133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cs-CZ" sz="2800" dirty="0">
                <a:latin typeface="Sylfaen" panose="010A0502050306030303" pitchFamily="18" charset="0"/>
              </a:rPr>
              <a:t>Vladimir a Evžen jsou pozvaný na večeři </a:t>
            </a:r>
            <a:r>
              <a:rPr lang="cs-CZ" sz="2800" dirty="0" err="1">
                <a:latin typeface="Sylfaen" panose="010A0502050306030303" pitchFamily="18" charset="0"/>
              </a:rPr>
              <a:t>Larinovych</a:t>
            </a:r>
            <a:r>
              <a:rPr lang="cs-CZ" sz="2800" dirty="0">
                <a:latin typeface="Sylfaen" panose="010A0502050306030303" pitchFamily="18" charset="0"/>
              </a:rPr>
              <a:t> a tam Evžen se setká s Taťánou. Taťána se zamaluje do Evžena a napíše mu písmo s její upřímnou láskou</a:t>
            </a:r>
            <a:r>
              <a:rPr lang="cs-CZ" dirty="0">
                <a:latin typeface="Sylfaen" panose="010A0502050306030303" pitchFamily="18" charset="0"/>
              </a:rPr>
              <a:t>.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cs-CZ" sz="2800" dirty="0">
                <a:latin typeface="Sylfaen" panose="010A0502050306030303" pitchFamily="18" charset="0"/>
              </a:rPr>
              <a:t>Evžen dlouho neodpovídá na písmo ale nakonec přijíždí</a:t>
            </a:r>
            <a:r>
              <a:rPr lang="cs-CZ" dirty="0">
                <a:latin typeface="Sylfaen" panose="010A0502050306030303" pitchFamily="18" charset="0"/>
              </a:rPr>
              <a:t> k </a:t>
            </a:r>
            <a:r>
              <a:rPr lang="cs-CZ" sz="2800" dirty="0">
                <a:latin typeface="Sylfaen" panose="010A0502050306030303" pitchFamily="18" charset="0"/>
              </a:rPr>
              <a:t>Taťáně. Evžen je upřímný a vysvětluje Taťáně že není hotov k dlouhodobě lásce. </a:t>
            </a:r>
            <a:r>
              <a:rPr lang="cs-CZ" dirty="0">
                <a:latin typeface="Sylfaen" panose="010A0502050306030303" pitchFamily="18" charset="0"/>
              </a:rPr>
              <a:t>Co udělal Evžen bylo krůty ale byl spravedliví a upřímný.</a:t>
            </a:r>
            <a:endParaRPr lang="cs-CZ" sz="2800" dirty="0">
              <a:latin typeface="Sylfaen" panose="010A0502050306030303" pitchFamily="18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40BAC3F-E24B-9D56-5C44-D4D083C72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920" y="1541145"/>
            <a:ext cx="4424680" cy="37101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Obrázek 3" descr="Obsah obrázku černá, tma, prostor, noc&#10;&#10;Popis byl vytvořen automaticky">
            <a:extLst>
              <a:ext uri="{FF2B5EF4-FFF2-40B4-BE49-F238E27FC236}">
                <a16:creationId xmlns:a16="http://schemas.microsoft.com/office/drawing/2014/main" id="{98FB6554-0A32-1FD4-B35B-6ACF8C9F0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1042" y="3690754"/>
            <a:ext cx="3187166" cy="3147326"/>
          </a:xfrm>
          <a:prstGeom prst="rect">
            <a:avLst/>
          </a:prstGeom>
        </p:spPr>
      </p:pic>
      <p:pic>
        <p:nvPicPr>
          <p:cNvPr id="5" name="Obrázek 4" descr="Obsah obrázku černá, tma, prostor, noc&#10;&#10;Popis byl vytvořen automaticky">
            <a:extLst>
              <a:ext uri="{FF2B5EF4-FFF2-40B4-BE49-F238E27FC236}">
                <a16:creationId xmlns:a16="http://schemas.microsoft.com/office/drawing/2014/main" id="{8EC9917E-2A5E-F7E1-2D06-ACD650B7EC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178766" y="-45853"/>
            <a:ext cx="3187166" cy="314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446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ECC118-174C-4C4B-6019-7921D3C24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960" y="215582"/>
            <a:ext cx="10515600" cy="1325563"/>
          </a:xfrm>
        </p:spPr>
        <p:txBody>
          <a:bodyPr/>
          <a:lstStyle/>
          <a:p>
            <a:r>
              <a:rPr lang="en-US" dirty="0">
                <a:latin typeface="Myla" pitchFamily="2" charset="0"/>
              </a:rPr>
              <a:t>D</a:t>
            </a:r>
            <a:r>
              <a:rPr lang="cs-CZ" dirty="0" err="1">
                <a:latin typeface="Myla" pitchFamily="2" charset="0"/>
              </a:rPr>
              <a:t>ěj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1EEA37F-4772-FA62-64CA-BE861FDDC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960" y="1541145"/>
            <a:ext cx="6568440" cy="435133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cs-CZ" sz="2800" dirty="0">
                <a:latin typeface="Sylfaen" panose="010A0502050306030303" pitchFamily="18" charset="0"/>
              </a:rPr>
              <a:t>Začíná zima a Evžen většinou sedí doma a jediný kdo ho navštěvuje je Vladimir Lenský, Vladimir pozve Evžena na narozeniny Olgy a tvrdí že tam bude jen rodinná </a:t>
            </a:r>
            <a:r>
              <a:rPr lang="en-US" sz="2800" dirty="0">
                <a:latin typeface="Sylfaen" panose="010A0502050306030303" pitchFamily="18" charset="0"/>
              </a:rPr>
              <a:t>(</a:t>
            </a:r>
            <a:r>
              <a:rPr lang="en-US" sz="2800" dirty="0" err="1">
                <a:latin typeface="Sylfaen" panose="010A0502050306030303" pitchFamily="18" charset="0"/>
              </a:rPr>
              <a:t>Ev</a:t>
            </a:r>
            <a:r>
              <a:rPr lang="cs-CZ" sz="2800" dirty="0">
                <a:latin typeface="Sylfaen" panose="010A0502050306030303" pitchFamily="18" charset="0"/>
              </a:rPr>
              <a:t>žen nechce jet ale Vladimir ho </a:t>
            </a:r>
            <a:r>
              <a:rPr lang="cs-CZ" sz="2800" dirty="0" err="1">
                <a:latin typeface="Sylfaen" panose="010A0502050306030303" pitchFamily="18" charset="0"/>
              </a:rPr>
              <a:t>předsvě</a:t>
            </a:r>
            <a:r>
              <a:rPr lang="cs-CZ" dirty="0" err="1">
                <a:latin typeface="Sylfaen" panose="010A0502050306030303" pitchFamily="18" charset="0"/>
              </a:rPr>
              <a:t>či</a:t>
            </a:r>
            <a:r>
              <a:rPr lang="en-US" sz="2800" dirty="0">
                <a:latin typeface="Sylfaen" panose="010A0502050306030303" pitchFamily="18" charset="0"/>
              </a:rPr>
              <a:t>)</a:t>
            </a:r>
            <a:r>
              <a:rPr lang="cs-CZ" sz="2800" dirty="0">
                <a:latin typeface="Sylfaen" panose="010A0502050306030303" pitchFamily="18" charset="0"/>
              </a:rPr>
              <a:t>. 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US" dirty="0">
                <a:latin typeface="Sylfaen" panose="010A0502050306030303" pitchFamily="18" charset="0"/>
              </a:rPr>
              <a:t>(Vladimir je </a:t>
            </a:r>
            <a:r>
              <a:rPr lang="en-US" dirty="0" err="1">
                <a:latin typeface="Sylfaen" panose="010A0502050306030303" pitchFamily="18" charset="0"/>
              </a:rPr>
              <a:t>lha</a:t>
            </a:r>
            <a:r>
              <a:rPr lang="cs-CZ" dirty="0">
                <a:latin typeface="Sylfaen" panose="010A0502050306030303" pitchFamily="18" charset="0"/>
              </a:rPr>
              <a:t>ř</a:t>
            </a:r>
            <a:r>
              <a:rPr lang="en-US" dirty="0">
                <a:latin typeface="Sylfaen" panose="010A0502050306030303" pitchFamily="18" charset="0"/>
              </a:rPr>
              <a:t>), </a:t>
            </a:r>
            <a:r>
              <a:rPr lang="cs-CZ" dirty="0">
                <a:latin typeface="Sylfaen" panose="010A0502050306030303" pitchFamily="18" charset="0"/>
              </a:rPr>
              <a:t>na narozeninách bylo mnohem víc lidí než Evžen očekával, Evžen to vzal jako urážku a udělal </a:t>
            </a:r>
            <a:r>
              <a:rPr lang="en-US" dirty="0">
                <a:latin typeface="Sylfaen" panose="010A0502050306030303" pitchFamily="18" charset="0"/>
              </a:rPr>
              <a:t>“</a:t>
            </a:r>
            <a:r>
              <a:rPr lang="en-US" dirty="0" err="1">
                <a:latin typeface="Sylfaen" panose="010A0502050306030303" pitchFamily="18" charset="0"/>
              </a:rPr>
              <a:t>vt</a:t>
            </a:r>
            <a:r>
              <a:rPr lang="cs-CZ" dirty="0" err="1">
                <a:latin typeface="Sylfaen" panose="010A0502050306030303" pitchFamily="18" charset="0"/>
              </a:rPr>
              <a:t>ípek</a:t>
            </a:r>
            <a:r>
              <a:rPr lang="cs-CZ" dirty="0">
                <a:latin typeface="Sylfaen" panose="010A0502050306030303" pitchFamily="18" charset="0"/>
              </a:rPr>
              <a:t>“, na narozeninách tancoval jen s Olgou a všude kam chodila ona - chodil za ní.</a:t>
            </a:r>
            <a:endParaRPr lang="cs-CZ" sz="2800" dirty="0">
              <a:latin typeface="Sylfaen" panose="010A0502050306030303" pitchFamily="18" charset="0"/>
            </a:endParaRPr>
          </a:p>
        </p:txBody>
      </p:sp>
      <p:pic>
        <p:nvPicPr>
          <p:cNvPr id="7172" name="Picture 4" descr="Konstantin Ivanovich Rudakov | Ball in the Larins' house. Illustration for  the novel by A.S. Pushkin Eugene Onegin (1930) | MutualArt">
            <a:extLst>
              <a:ext uri="{FF2B5EF4-FFF2-40B4-BE49-F238E27FC236}">
                <a16:creationId xmlns:a16="http://schemas.microsoft.com/office/drawing/2014/main" id="{34F26906-3564-41B4-1E43-69C9D9481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0800" y="845618"/>
            <a:ext cx="3825240" cy="53313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Obrázek 3" descr="Obsah obrázku černá, tma, prostor, noc&#10;&#10;Popis byl vytvořen automaticky">
            <a:extLst>
              <a:ext uri="{FF2B5EF4-FFF2-40B4-BE49-F238E27FC236}">
                <a16:creationId xmlns:a16="http://schemas.microsoft.com/office/drawing/2014/main" id="{FF78D13E-6E4D-AB46-0571-6897449E55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1522" y="3645413"/>
            <a:ext cx="3187166" cy="314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304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ECC118-174C-4C4B-6019-7921D3C24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960" y="215582"/>
            <a:ext cx="10515600" cy="1325563"/>
          </a:xfrm>
        </p:spPr>
        <p:txBody>
          <a:bodyPr/>
          <a:lstStyle/>
          <a:p>
            <a:r>
              <a:rPr lang="en-US" dirty="0">
                <a:latin typeface="Myla" pitchFamily="2" charset="0"/>
              </a:rPr>
              <a:t>D</a:t>
            </a:r>
            <a:r>
              <a:rPr lang="cs-CZ" dirty="0" err="1">
                <a:latin typeface="Myla" pitchFamily="2" charset="0"/>
              </a:rPr>
              <a:t>ěj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1EEA37F-4772-FA62-64CA-BE861FDDC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960" y="1541145"/>
            <a:ext cx="656844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8"/>
            </a:pPr>
            <a:r>
              <a:rPr lang="cs-CZ" sz="2800" dirty="0">
                <a:latin typeface="Sylfaen" panose="010A0502050306030303" pitchFamily="18" charset="0"/>
              </a:rPr>
              <a:t>Vladimir to vzal blízko k srdci a vzal to jako uraz na jeho důstojnos</a:t>
            </a:r>
            <a:r>
              <a:rPr lang="cs-CZ" dirty="0">
                <a:latin typeface="Sylfaen" panose="010A0502050306030303" pitchFamily="18" charset="0"/>
              </a:rPr>
              <a:t>t, Vladimir pozval svého kamaráda na souboj, Evžen souhlasí ale snaží se jakýkoli způsobem zajistit aby se souboj nedodržel: Přijde pozdě, vzal sekundanta “nekvalifikovaného“ člověka. Když souboj </a:t>
            </a:r>
            <a:r>
              <a:rPr lang="cs-CZ" dirty="0" err="1">
                <a:latin typeface="Sylfaen" panose="010A0502050306030303" pitchFamily="18" charset="0"/>
              </a:rPr>
              <a:t>žačal</a:t>
            </a:r>
            <a:r>
              <a:rPr lang="cs-CZ" dirty="0">
                <a:latin typeface="Sylfaen" panose="010A0502050306030303" pitchFamily="18" charset="0"/>
              </a:rPr>
              <a:t> Evžen vystřelil a zranil Vladimira. Vladimir zemře, ale Evžen je v šoku z toho že ho trefil, protože se snažil vystřelit mimo.</a:t>
            </a:r>
            <a:endParaRPr lang="cs-CZ" sz="2800" dirty="0">
              <a:latin typeface="Sylfaen" panose="010A0502050306030303" pitchFamily="18" charset="0"/>
            </a:endParaRPr>
          </a:p>
        </p:txBody>
      </p:sp>
      <p:pic>
        <p:nvPicPr>
          <p:cNvPr id="4" name="Picture 2" descr="Onegin duel, Lydia Timoshenko, 1952 Uncategorized | 19th Century Realism |  Illustration art, Literature art, Illustration">
            <a:extLst>
              <a:ext uri="{FF2B5EF4-FFF2-40B4-BE49-F238E27FC236}">
                <a16:creationId xmlns:a16="http://schemas.microsoft.com/office/drawing/2014/main" id="{996A3404-A54F-42B4-5E42-615DE3AA1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3528" y="598879"/>
            <a:ext cx="4408288" cy="56602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rázek 4" descr="Obsah obrázku černá, tma, prostor, noc&#10;&#10;Popis byl vytvořen automaticky">
            <a:extLst>
              <a:ext uri="{FF2B5EF4-FFF2-40B4-BE49-F238E27FC236}">
                <a16:creationId xmlns:a16="http://schemas.microsoft.com/office/drawing/2014/main" id="{7CF4042A-FA45-409E-E8EB-63C4514FBA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1522" y="3645413"/>
            <a:ext cx="3187166" cy="3147326"/>
          </a:xfrm>
          <a:prstGeom prst="rect">
            <a:avLst/>
          </a:prstGeom>
        </p:spPr>
      </p:pic>
      <p:pic>
        <p:nvPicPr>
          <p:cNvPr id="6148" name="Picture 4" descr="Top Hat Illustration 11630237 PNG">
            <a:extLst>
              <a:ext uri="{FF2B5EF4-FFF2-40B4-BE49-F238E27FC236}">
                <a16:creationId xmlns:a16="http://schemas.microsoft.com/office/drawing/2014/main" id="{BD014F1F-2321-E8C0-1878-6B6DB9F7E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436793" flipV="1">
            <a:off x="10661913" y="5671960"/>
            <a:ext cx="466060" cy="441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Skupina 5">
            <a:extLst>
              <a:ext uri="{FF2B5EF4-FFF2-40B4-BE49-F238E27FC236}">
                <a16:creationId xmlns:a16="http://schemas.microsoft.com/office/drawing/2014/main" id="{0E35A520-E6F7-8E9D-584E-334FE8F29DC1}"/>
              </a:ext>
            </a:extLst>
          </p:cNvPr>
          <p:cNvGrpSpPr/>
          <p:nvPr/>
        </p:nvGrpSpPr>
        <p:grpSpPr>
          <a:xfrm rot="634080">
            <a:off x="3900384" y="246633"/>
            <a:ext cx="1984213" cy="937732"/>
            <a:chOff x="5366429" y="627915"/>
            <a:chExt cx="1984213" cy="937732"/>
          </a:xfrm>
        </p:grpSpPr>
        <p:pic>
          <p:nvPicPr>
            <p:cNvPr id="7" name="Obrázek 6" descr="Obsah obrázku zbraň, Střelná zbraň, Pistole, střelná zbraň&#10;&#10;Popis byl vytvořen automaticky">
              <a:extLst>
                <a:ext uri="{FF2B5EF4-FFF2-40B4-BE49-F238E27FC236}">
                  <a16:creationId xmlns:a16="http://schemas.microsoft.com/office/drawing/2014/main" id="{F4AC2B91-9B7C-8345-9BAD-09B8C3FB5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29414">
              <a:off x="5366429" y="627915"/>
              <a:ext cx="1716306" cy="932946"/>
            </a:xfrm>
            <a:prstGeom prst="rect">
              <a:avLst/>
            </a:prstGeom>
          </p:spPr>
        </p:pic>
        <p:pic>
          <p:nvPicPr>
            <p:cNvPr id="8" name="Obrázek 7" descr="Obsah obrázku zbraň, Střelná zbraň, Pistole, střelná zbraň&#10;&#10;Popis byl vytvořen automaticky">
              <a:extLst>
                <a:ext uri="{FF2B5EF4-FFF2-40B4-BE49-F238E27FC236}">
                  <a16:creationId xmlns:a16="http://schemas.microsoft.com/office/drawing/2014/main" id="{6D888FAE-1B89-3948-5296-131E5F3D4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742270" flipH="1">
              <a:off x="5750940" y="632701"/>
              <a:ext cx="1599702" cy="9329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983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ECC118-174C-4C4B-6019-7921D3C24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960" y="215582"/>
            <a:ext cx="10515600" cy="1325563"/>
          </a:xfrm>
        </p:spPr>
        <p:txBody>
          <a:bodyPr/>
          <a:lstStyle/>
          <a:p>
            <a:r>
              <a:rPr lang="en-US" dirty="0">
                <a:latin typeface="Myla" pitchFamily="2" charset="0"/>
              </a:rPr>
              <a:t>D</a:t>
            </a:r>
            <a:r>
              <a:rPr lang="cs-CZ" dirty="0" err="1">
                <a:latin typeface="Myla" pitchFamily="2" charset="0"/>
              </a:rPr>
              <a:t>ěj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1EEA37F-4772-FA62-64CA-BE861FDDC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960" y="1541145"/>
            <a:ext cx="550164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9"/>
            </a:pPr>
            <a:r>
              <a:rPr lang="cs-CZ" sz="2800" dirty="0">
                <a:latin typeface="Sylfaen" panose="010A0502050306030303" pitchFamily="18" charset="0"/>
              </a:rPr>
              <a:t>Evžen dostava ještě větší deprese, opouští svůj dům a odjíždí v nejistém směru. 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cs-CZ" sz="2800" dirty="0">
                <a:latin typeface="Sylfaen" panose="010A0502050306030303" pitchFamily="18" charset="0"/>
              </a:rPr>
              <a:t>Taťána</a:t>
            </a:r>
            <a:r>
              <a:rPr lang="cs-CZ" dirty="0">
                <a:latin typeface="Sylfaen" panose="010A0502050306030303" pitchFamily="18" charset="0"/>
              </a:rPr>
              <a:t> je stále zamilovaná do Evžena a proto chce navštívit jeho opuštěný dům, v dome najde Evženovy knihy a pochopí, že ona milovala jeho postavu, postavu „Oněgina“. Pochopila že je parodie.</a:t>
            </a:r>
            <a:endParaRPr lang="cs-CZ" sz="2800" dirty="0">
              <a:latin typeface="Sylfaen" panose="010A0502050306030303" pitchFamily="18" charset="0"/>
            </a:endParaRPr>
          </a:p>
          <a:p>
            <a:pPr marL="514350" indent="-514350">
              <a:buFont typeface="+mj-lt"/>
              <a:buAutoNum type="arabicPeriod" startAt="9"/>
            </a:pPr>
            <a:endParaRPr lang="cs-CZ" sz="2800" dirty="0">
              <a:latin typeface="Sylfaen" panose="010A0502050306030303" pitchFamily="18" charset="0"/>
            </a:endParaRPr>
          </a:p>
        </p:txBody>
      </p:sp>
      <p:pic>
        <p:nvPicPr>
          <p:cNvPr id="5122" name="Picture 2" descr="The Larin's house. Stage design for the opera Eugene Onegin by P.  Tchaikovsky, 1944.">
            <a:extLst>
              <a:ext uri="{FF2B5EF4-FFF2-40B4-BE49-F238E27FC236}">
                <a16:creationId xmlns:a16="http://schemas.microsoft.com/office/drawing/2014/main" id="{CFC3DFD5-BC86-838C-F93D-B38A17980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41145"/>
            <a:ext cx="5453768" cy="34483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Obrázek 5" descr="Obsah obrázku černá, tma, prostor, noc&#10;&#10;Popis byl vytvořen automaticky">
            <a:extLst>
              <a:ext uri="{FF2B5EF4-FFF2-40B4-BE49-F238E27FC236}">
                <a16:creationId xmlns:a16="http://schemas.microsoft.com/office/drawing/2014/main" id="{1DDDE733-77E8-8D00-A2A7-3C1CCBB782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109398" y="3710674"/>
            <a:ext cx="3187166" cy="3147326"/>
          </a:xfrm>
          <a:prstGeom prst="rect">
            <a:avLst/>
          </a:prstGeom>
        </p:spPr>
      </p:pic>
      <p:pic>
        <p:nvPicPr>
          <p:cNvPr id="7" name="Obrázek 6" descr="Obsah obrázku černá, tma, prostor, noc&#10;&#10;Popis byl vytvořen automaticky">
            <a:extLst>
              <a:ext uri="{FF2B5EF4-FFF2-40B4-BE49-F238E27FC236}">
                <a16:creationId xmlns:a16="http://schemas.microsoft.com/office/drawing/2014/main" id="{46C693CD-581C-0D11-9142-0427B85BD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1522" y="3645413"/>
            <a:ext cx="3187166" cy="314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379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ECC118-174C-4C4B-6019-7921D3C24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960" y="215582"/>
            <a:ext cx="10515600" cy="1325563"/>
          </a:xfrm>
        </p:spPr>
        <p:txBody>
          <a:bodyPr/>
          <a:lstStyle/>
          <a:p>
            <a:r>
              <a:rPr lang="en-US" dirty="0">
                <a:latin typeface="Myla" pitchFamily="2" charset="0"/>
              </a:rPr>
              <a:t>D</a:t>
            </a:r>
            <a:r>
              <a:rPr lang="cs-CZ" dirty="0" err="1">
                <a:latin typeface="Myla" pitchFamily="2" charset="0"/>
              </a:rPr>
              <a:t>ěj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1EEA37F-4772-FA62-64CA-BE861FDDC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960" y="1449704"/>
            <a:ext cx="6568440" cy="4940935"/>
          </a:xfrm>
        </p:spPr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 startAt="11"/>
            </a:pPr>
            <a:r>
              <a:rPr lang="cs-CZ" sz="2800" dirty="0">
                <a:latin typeface="Sylfaen" panose="010A0502050306030303" pitchFamily="18" charset="0"/>
              </a:rPr>
              <a:t>Taťána odjíždí v Moskvu a tam se </a:t>
            </a:r>
            <a:r>
              <a:rPr lang="cs-CZ" sz="2800" dirty="0" err="1">
                <a:latin typeface="Sylfaen" panose="010A0502050306030303" pitchFamily="18" charset="0"/>
              </a:rPr>
              <a:t>setka</a:t>
            </a:r>
            <a:r>
              <a:rPr lang="cs-CZ" sz="2800" dirty="0">
                <a:latin typeface="Sylfaen" panose="010A0502050306030303" pitchFamily="18" charset="0"/>
              </a:rPr>
              <a:t> s generálem který se s ní ožení. </a:t>
            </a:r>
            <a:r>
              <a:rPr lang="cs-CZ" dirty="0">
                <a:latin typeface="Sylfaen" panose="010A0502050306030303" pitchFamily="18" charset="0"/>
              </a:rPr>
              <a:t>N</a:t>
            </a:r>
            <a:r>
              <a:rPr lang="cs-CZ" sz="2800" dirty="0">
                <a:latin typeface="Sylfaen" panose="010A0502050306030303" pitchFamily="18" charset="0"/>
              </a:rPr>
              <a:t>a plese v divadle Taťána a Evžen se potkají a teď</a:t>
            </a:r>
            <a:r>
              <a:rPr lang="cs-CZ" dirty="0">
                <a:latin typeface="Sylfaen" panose="010A0502050306030303" pitchFamily="18" charset="0"/>
              </a:rPr>
              <a:t> se situace obrátí, Evžen se zamiluje a </a:t>
            </a:r>
            <a:r>
              <a:rPr lang="cs-CZ" sz="2800" dirty="0">
                <a:latin typeface="Sylfaen" panose="010A0502050306030303" pitchFamily="18" charset="0"/>
              </a:rPr>
              <a:t>Taťána Evžena ignoruje.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cs-CZ" dirty="0">
                <a:latin typeface="Sylfaen" panose="010A0502050306030303" pitchFamily="18" charset="0"/>
              </a:rPr>
              <a:t>Evžen se </a:t>
            </a:r>
            <a:r>
              <a:rPr lang="cs-CZ" dirty="0" err="1">
                <a:latin typeface="Sylfaen" panose="010A0502050306030303" pitchFamily="18" charset="0"/>
              </a:rPr>
              <a:t>jakýkolim</a:t>
            </a:r>
            <a:r>
              <a:rPr lang="cs-CZ" dirty="0">
                <a:latin typeface="Sylfaen" panose="010A0502050306030303" pitchFamily="18" charset="0"/>
              </a:rPr>
              <a:t> způsobem snaží byt spolu s </a:t>
            </a:r>
            <a:r>
              <a:rPr lang="cs-CZ" sz="2800" dirty="0">
                <a:latin typeface="Sylfaen" panose="010A0502050306030303" pitchFamily="18" charset="0"/>
              </a:rPr>
              <a:t>Taťánou ale bezúspěšné. Taťána</a:t>
            </a:r>
            <a:r>
              <a:rPr lang="cs-CZ" dirty="0">
                <a:latin typeface="Sylfaen" panose="010A0502050306030303" pitchFamily="18" charset="0"/>
              </a:rPr>
              <a:t> je teď mocna žena a ne dívka z vesnice. </a:t>
            </a:r>
            <a:r>
              <a:rPr lang="cs-CZ" sz="2800" dirty="0">
                <a:latin typeface="Sylfaen" panose="010A0502050306030303" pitchFamily="18" charset="0"/>
              </a:rPr>
              <a:t>Taťána se pak nakonec přizná </a:t>
            </a:r>
            <a:r>
              <a:rPr lang="cs-CZ" dirty="0">
                <a:latin typeface="Sylfaen" panose="010A0502050306030303" pitchFamily="18" charset="0"/>
              </a:rPr>
              <a:t>že stále miluje Evžena, ale už je pozdě, Evžen stojí na kolenech a prosí ruku </a:t>
            </a:r>
            <a:r>
              <a:rPr lang="cs-CZ" sz="2800" dirty="0">
                <a:latin typeface="Sylfaen" panose="010A0502050306030303" pitchFamily="18" charset="0"/>
              </a:rPr>
              <a:t>Taťány a v ten okamžik přijde muž Taťány. </a:t>
            </a:r>
            <a:r>
              <a:rPr lang="cs-CZ" dirty="0">
                <a:latin typeface="Sylfaen" panose="010A0502050306030303" pitchFamily="18" charset="0"/>
              </a:rPr>
              <a:t>A tím konči příběh knihy „</a:t>
            </a:r>
            <a:r>
              <a:rPr lang="cs-CZ" i="1" u="sng" dirty="0">
                <a:latin typeface="Sylfaen" panose="010A0502050306030303" pitchFamily="18" charset="0"/>
              </a:rPr>
              <a:t>Evžen Oněgin</a:t>
            </a:r>
            <a:r>
              <a:rPr lang="cs-CZ" dirty="0">
                <a:latin typeface="Sylfaen" panose="010A0502050306030303" pitchFamily="18" charset="0"/>
              </a:rPr>
              <a:t>“.</a:t>
            </a:r>
          </a:p>
        </p:txBody>
      </p:sp>
      <p:pic>
        <p:nvPicPr>
          <p:cNvPr id="4098" name="Picture 2" descr="Ode to Pushkin's Tatyana, from 'Eugene Onegin' | Byron's Muse">
            <a:extLst>
              <a:ext uri="{FF2B5EF4-FFF2-40B4-BE49-F238E27FC236}">
                <a16:creationId xmlns:a16="http://schemas.microsoft.com/office/drawing/2014/main" id="{C1C583F2-6C33-B76E-8B6D-41EEFBE80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26" y="1449703"/>
            <a:ext cx="3901280" cy="49409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5831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76C6F4E2F935740B0FBB8A41883C973" ma:contentTypeVersion="9" ma:contentTypeDescription="Vytvoří nový dokument" ma:contentTypeScope="" ma:versionID="1223b16a885d0e42d48e40d287d0917c">
  <xsd:schema xmlns:xsd="http://www.w3.org/2001/XMLSchema" xmlns:xs="http://www.w3.org/2001/XMLSchema" xmlns:p="http://schemas.microsoft.com/office/2006/metadata/properties" xmlns:ns3="30a7c0b2-3957-4ee6-848f-03628eecaa28" targetNamespace="http://schemas.microsoft.com/office/2006/metadata/properties" ma:root="true" ma:fieldsID="407f171bfea1999ff9288050bc0d2e62" ns3:_="">
    <xsd:import namespace="30a7c0b2-3957-4ee6-848f-03628eecaa2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a7c0b2-3957-4ee6-848f-03628eecaa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2903496-7996-497D-9EB6-CFF9937DDF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a7c0b2-3957-4ee6-848f-03628eecaa2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3458E00-D2F4-445A-B568-E026B3EFA4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A57251-1720-4A35-A927-60A29952D3C2}">
  <ds:schemaRefs>
    <ds:schemaRef ds:uri="30a7c0b2-3957-4ee6-848f-03628eecaa28"/>
    <ds:schemaRef ds:uri="http://www.w3.org/XML/1998/namespace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798</Words>
  <Application>Microsoft Office PowerPoint</Application>
  <PresentationFormat>Širokoúhlá obrazovka</PresentationFormat>
  <Paragraphs>47</Paragraphs>
  <Slides>12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9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22" baseType="lpstr">
      <vt:lpstr>Yu Gothic UI Semibold</vt:lpstr>
      <vt:lpstr>Arial</vt:lpstr>
      <vt:lpstr>Calibri</vt:lpstr>
      <vt:lpstr>Calibri Light</vt:lpstr>
      <vt:lpstr>Goudy Old Style</vt:lpstr>
      <vt:lpstr>Myla</vt:lpstr>
      <vt:lpstr>Ranyeski</vt:lpstr>
      <vt:lpstr>Sylfaen</vt:lpstr>
      <vt:lpstr>Wingdings</vt:lpstr>
      <vt:lpstr>Office Theme</vt:lpstr>
      <vt:lpstr>Evžen Oněgin</vt:lpstr>
      <vt:lpstr>Alexandr Sergejevič Puškin</vt:lpstr>
      <vt:lpstr>Smrt Puškina</vt:lpstr>
      <vt:lpstr>Evžen Oněgin</vt:lpstr>
      <vt:lpstr>Základní informace</vt:lpstr>
      <vt:lpstr>Děj</vt:lpstr>
      <vt:lpstr>Děj</vt:lpstr>
      <vt:lpstr>Děj</vt:lpstr>
      <vt:lpstr>Děj</vt:lpstr>
      <vt:lpstr>Děj</vt:lpstr>
      <vt:lpstr>Děj</vt:lpstr>
      <vt:lpstr>Děj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Evžen Onegin</dc:title>
  <dc:creator>Popov Savva</dc:creator>
  <cp:lastModifiedBy>Men Menson</cp:lastModifiedBy>
  <cp:revision>1</cp:revision>
  <dcterms:created xsi:type="dcterms:W3CDTF">2023-10-22T12:59:46Z</dcterms:created>
  <dcterms:modified xsi:type="dcterms:W3CDTF">2023-10-24T14:08:44Z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0x010100A76C6F4E2F935740B0FBB8A41883C973</vt:lpwstr>
  </property>
</Properties>
</file>