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256" r:id="rId5"/>
    <p:sldId id="257" r:id="rId6"/>
    <p:sldId id="262" r:id="rId7"/>
    <p:sldId id="271" r:id="rId8"/>
    <p:sldId id="260" r:id="rId9"/>
    <p:sldId id="259" r:id="rId10"/>
    <p:sldId id="269" r:id="rId11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0A8E208-557C-F57A-5301-920BFAE3F3A5}" name="Jarý Jonáš" initials="" userId="S::jaryjo22@sps-prosek.cz::b668ce8c-92e7-48e3-860a-5e603197fa1b" providerId="AD"/>
  <p188:author id="{FA467F66-442C-3459-D6F1-EDD766091DD1}" name="Houdek Lukáš" initials="" userId="S::houdelu22@sps-prosek.cz::0e1b7949-d421-4f48-816e-58d459a674f9" providerId="AD"/>
  <p188:author id="{03411493-3EE2-5F00-DDD4-7A9216FADEE9}" name="Men Menson" initials="MM" userId="Men Menson" providerId="None"/>
  <p188:author id="{E76C9B99-D619-F193-D874-CF1816FCC5DE}" name="Popov Savva" initials="SP" userId="S::popovsa22@sps-prosek.cz::bc132019-2944-47dc-b2a0-f031fbe56d5e" providerId="AD"/>
  <p188:author id="{B9510DA4-F2D3-D838-C0C7-B988E6B7F557}" name="Šťastný Šimon" initials="ŠŠ" userId="S::stastsi22@sps-prosek.cz::0d580c0e-bdce-44df-a1b5-ba56c3bea503" providerId="AD"/>
  <p188:author id="{F7A91BC9-CFB0-9CEA-5177-2593406F548F}" name="Guest User" initials="GU" userId="S::urn:spo:anon#b28f2418a7b9e0769c21f143175a4e7efe1b58989aad04f9c309cbc5a993dfd1::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00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70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opov Savva" userId="bc132019-2944-47dc-b2a0-f031fbe56d5e" providerId="ADAL" clId="{CD3E74BD-F382-487E-AAA8-12B6B3E96391}"/>
    <pc:docChg chg="undo custSel modSld">
      <pc:chgData name="Popov Savva" userId="bc132019-2944-47dc-b2a0-f031fbe56d5e" providerId="ADAL" clId="{CD3E74BD-F382-487E-AAA8-12B6B3E96391}" dt="2025-03-13T09:47:44.410" v="147" actId="20577"/>
      <pc:docMkLst>
        <pc:docMk/>
      </pc:docMkLst>
      <pc:sldChg chg="modSp mod">
        <pc:chgData name="Popov Savva" userId="bc132019-2944-47dc-b2a0-f031fbe56d5e" providerId="ADAL" clId="{CD3E74BD-F382-487E-AAA8-12B6B3E96391}" dt="2025-03-13T09:41:53.357" v="35" actId="790"/>
        <pc:sldMkLst>
          <pc:docMk/>
          <pc:sldMk cId="3542898489" sldId="256"/>
        </pc:sldMkLst>
        <pc:spChg chg="mod">
          <ac:chgData name="Popov Savva" userId="bc132019-2944-47dc-b2a0-f031fbe56d5e" providerId="ADAL" clId="{CD3E74BD-F382-487E-AAA8-12B6B3E96391}" dt="2025-03-13T09:41:53.357" v="35" actId="790"/>
          <ac:spMkLst>
            <pc:docMk/>
            <pc:sldMk cId="3542898489" sldId="256"/>
            <ac:spMk id="2" creationId="{65650D0B-0303-08D6-E1F4-0CFBE08899EC}"/>
          </ac:spMkLst>
        </pc:spChg>
        <pc:spChg chg="mod">
          <ac:chgData name="Popov Savva" userId="bc132019-2944-47dc-b2a0-f031fbe56d5e" providerId="ADAL" clId="{CD3E74BD-F382-487E-AAA8-12B6B3E96391}" dt="2025-03-13T09:41:53.357" v="35" actId="790"/>
          <ac:spMkLst>
            <pc:docMk/>
            <pc:sldMk cId="3542898489" sldId="256"/>
            <ac:spMk id="3" creationId="{5004F301-8E6C-5BA5-CFA4-21D158B35FC1}"/>
          </ac:spMkLst>
        </pc:spChg>
        <pc:spChg chg="mod">
          <ac:chgData name="Popov Savva" userId="bc132019-2944-47dc-b2a0-f031fbe56d5e" providerId="ADAL" clId="{CD3E74BD-F382-487E-AAA8-12B6B3E96391}" dt="2025-03-13T09:41:53.357" v="35" actId="790"/>
          <ac:spMkLst>
            <pc:docMk/>
            <pc:sldMk cId="3542898489" sldId="256"/>
            <ac:spMk id="8" creationId="{DD5D8B07-18BF-9153-F85A-86345C20C2C5}"/>
          </ac:spMkLst>
        </pc:spChg>
        <pc:spChg chg="mod">
          <ac:chgData name="Popov Savva" userId="bc132019-2944-47dc-b2a0-f031fbe56d5e" providerId="ADAL" clId="{CD3E74BD-F382-487E-AAA8-12B6B3E96391}" dt="2025-03-13T09:41:53.357" v="35" actId="790"/>
          <ac:spMkLst>
            <pc:docMk/>
            <pc:sldMk cId="3542898489" sldId="256"/>
            <ac:spMk id="9" creationId="{6DB855B3-2668-9C3F-6B4A-0E7A3AD6E28D}"/>
          </ac:spMkLst>
        </pc:spChg>
      </pc:sldChg>
      <pc:sldChg chg="modSp mod">
        <pc:chgData name="Popov Savva" userId="bc132019-2944-47dc-b2a0-f031fbe56d5e" providerId="ADAL" clId="{CD3E74BD-F382-487E-AAA8-12B6B3E96391}" dt="2025-03-13T09:47:24.011" v="124" actId="20577"/>
        <pc:sldMkLst>
          <pc:docMk/>
          <pc:sldMk cId="4234432178" sldId="257"/>
        </pc:sldMkLst>
        <pc:spChg chg="mod">
          <ac:chgData name="Popov Savva" userId="bc132019-2944-47dc-b2a0-f031fbe56d5e" providerId="ADAL" clId="{CD3E74BD-F382-487E-AAA8-12B6B3E96391}" dt="2025-03-13T09:41:53.357" v="35" actId="790"/>
          <ac:spMkLst>
            <pc:docMk/>
            <pc:sldMk cId="4234432178" sldId="257"/>
            <ac:spMk id="2" creationId="{93893372-4B4B-DA6D-5222-4C2142ABCDD5}"/>
          </ac:spMkLst>
        </pc:spChg>
        <pc:spChg chg="mod">
          <ac:chgData name="Popov Savva" userId="bc132019-2944-47dc-b2a0-f031fbe56d5e" providerId="ADAL" clId="{CD3E74BD-F382-487E-AAA8-12B6B3E96391}" dt="2025-03-13T09:47:24.011" v="124" actId="20577"/>
          <ac:spMkLst>
            <pc:docMk/>
            <pc:sldMk cId="4234432178" sldId="257"/>
            <ac:spMk id="3" creationId="{7355BA64-6874-70D0-8616-0A5DB613EECD}"/>
          </ac:spMkLst>
        </pc:spChg>
      </pc:sldChg>
      <pc:sldChg chg="modSp mod">
        <pc:chgData name="Popov Savva" userId="bc132019-2944-47dc-b2a0-f031fbe56d5e" providerId="ADAL" clId="{CD3E74BD-F382-487E-AAA8-12B6B3E96391}" dt="2025-03-13T09:41:53.357" v="35" actId="790"/>
        <pc:sldMkLst>
          <pc:docMk/>
          <pc:sldMk cId="3009145863" sldId="259"/>
        </pc:sldMkLst>
        <pc:spChg chg="mod">
          <ac:chgData name="Popov Savva" userId="bc132019-2944-47dc-b2a0-f031fbe56d5e" providerId="ADAL" clId="{CD3E74BD-F382-487E-AAA8-12B6B3E96391}" dt="2025-03-13T09:41:53.357" v="35" actId="790"/>
          <ac:spMkLst>
            <pc:docMk/>
            <pc:sldMk cId="3009145863" sldId="259"/>
            <ac:spMk id="2" creationId="{AA71B38B-A540-C075-0C05-473C3100F8A1}"/>
          </ac:spMkLst>
        </pc:spChg>
        <pc:spChg chg="mod">
          <ac:chgData name="Popov Savva" userId="bc132019-2944-47dc-b2a0-f031fbe56d5e" providerId="ADAL" clId="{CD3E74BD-F382-487E-AAA8-12B6B3E96391}" dt="2025-03-13T09:41:53.357" v="35" actId="790"/>
          <ac:spMkLst>
            <pc:docMk/>
            <pc:sldMk cId="3009145863" sldId="259"/>
            <ac:spMk id="3" creationId="{60107609-A9E0-25F2-EA1A-3840FEFA041F}"/>
          </ac:spMkLst>
        </pc:spChg>
      </pc:sldChg>
      <pc:sldChg chg="modSp mod">
        <pc:chgData name="Popov Savva" userId="bc132019-2944-47dc-b2a0-f031fbe56d5e" providerId="ADAL" clId="{CD3E74BD-F382-487E-AAA8-12B6B3E96391}" dt="2025-03-13T09:41:53.357" v="35" actId="790"/>
        <pc:sldMkLst>
          <pc:docMk/>
          <pc:sldMk cId="2172365246" sldId="260"/>
        </pc:sldMkLst>
        <pc:spChg chg="mod">
          <ac:chgData name="Popov Savva" userId="bc132019-2944-47dc-b2a0-f031fbe56d5e" providerId="ADAL" clId="{CD3E74BD-F382-487E-AAA8-12B6B3E96391}" dt="2025-03-13T09:41:53.357" v="35" actId="790"/>
          <ac:spMkLst>
            <pc:docMk/>
            <pc:sldMk cId="2172365246" sldId="260"/>
            <ac:spMk id="2" creationId="{E89979CD-BEC3-36B4-48D7-1E01824E91D4}"/>
          </ac:spMkLst>
        </pc:spChg>
        <pc:spChg chg="mod">
          <ac:chgData name="Popov Savva" userId="bc132019-2944-47dc-b2a0-f031fbe56d5e" providerId="ADAL" clId="{CD3E74BD-F382-487E-AAA8-12B6B3E96391}" dt="2025-03-13T09:41:53.357" v="35" actId="790"/>
          <ac:spMkLst>
            <pc:docMk/>
            <pc:sldMk cId="2172365246" sldId="260"/>
            <ac:spMk id="3" creationId="{F20D878F-7AEE-C999-047F-DC72D77061FC}"/>
          </ac:spMkLst>
        </pc:spChg>
      </pc:sldChg>
      <pc:sldChg chg="modSp mod">
        <pc:chgData name="Popov Savva" userId="bc132019-2944-47dc-b2a0-f031fbe56d5e" providerId="ADAL" clId="{CD3E74BD-F382-487E-AAA8-12B6B3E96391}" dt="2025-03-13T09:41:53.357" v="35" actId="790"/>
        <pc:sldMkLst>
          <pc:docMk/>
          <pc:sldMk cId="2552391565" sldId="262"/>
        </pc:sldMkLst>
        <pc:spChg chg="mod">
          <ac:chgData name="Popov Savva" userId="bc132019-2944-47dc-b2a0-f031fbe56d5e" providerId="ADAL" clId="{CD3E74BD-F382-487E-AAA8-12B6B3E96391}" dt="2025-03-13T09:41:53.357" v="35" actId="790"/>
          <ac:spMkLst>
            <pc:docMk/>
            <pc:sldMk cId="2552391565" sldId="262"/>
            <ac:spMk id="33" creationId="{72634913-4280-9D79-4A1A-8E7ED5E3DF8F}"/>
          </ac:spMkLst>
        </pc:spChg>
        <pc:spChg chg="mod">
          <ac:chgData name="Popov Savva" userId="bc132019-2944-47dc-b2a0-f031fbe56d5e" providerId="ADAL" clId="{CD3E74BD-F382-487E-AAA8-12B6B3E96391}" dt="2025-03-13T09:41:53.357" v="35" actId="790"/>
          <ac:spMkLst>
            <pc:docMk/>
            <pc:sldMk cId="2552391565" sldId="262"/>
            <ac:spMk id="45" creationId="{B451E9E2-55FD-ECCA-5FD8-CB2E023252B3}"/>
          </ac:spMkLst>
        </pc:spChg>
        <pc:spChg chg="mod">
          <ac:chgData name="Popov Savva" userId="bc132019-2944-47dc-b2a0-f031fbe56d5e" providerId="ADAL" clId="{CD3E74BD-F382-487E-AAA8-12B6B3E96391}" dt="2025-03-13T09:41:53.357" v="35" actId="790"/>
          <ac:spMkLst>
            <pc:docMk/>
            <pc:sldMk cId="2552391565" sldId="262"/>
            <ac:spMk id="51" creationId="{A1D1D8ED-E4DA-4950-0AC4-9CF397A78831}"/>
          </ac:spMkLst>
        </pc:spChg>
        <pc:spChg chg="mod">
          <ac:chgData name="Popov Savva" userId="bc132019-2944-47dc-b2a0-f031fbe56d5e" providerId="ADAL" clId="{CD3E74BD-F382-487E-AAA8-12B6B3E96391}" dt="2025-03-13T09:41:53.357" v="35" actId="790"/>
          <ac:spMkLst>
            <pc:docMk/>
            <pc:sldMk cId="2552391565" sldId="262"/>
            <ac:spMk id="75" creationId="{237ED97A-E832-9A83-062C-FE5F32DF9F4E}"/>
          </ac:spMkLst>
        </pc:spChg>
        <pc:spChg chg="mod">
          <ac:chgData name="Popov Savva" userId="bc132019-2944-47dc-b2a0-f031fbe56d5e" providerId="ADAL" clId="{CD3E74BD-F382-487E-AAA8-12B6B3E96391}" dt="2025-03-13T09:41:53.357" v="35" actId="790"/>
          <ac:spMkLst>
            <pc:docMk/>
            <pc:sldMk cId="2552391565" sldId="262"/>
            <ac:spMk id="76" creationId="{3E3A79E2-0A61-B3C3-07DD-0D6072361E07}"/>
          </ac:spMkLst>
        </pc:spChg>
        <pc:spChg chg="mod">
          <ac:chgData name="Popov Savva" userId="bc132019-2944-47dc-b2a0-f031fbe56d5e" providerId="ADAL" clId="{CD3E74BD-F382-487E-AAA8-12B6B3E96391}" dt="2025-03-13T09:41:53.357" v="35" actId="790"/>
          <ac:spMkLst>
            <pc:docMk/>
            <pc:sldMk cId="2552391565" sldId="262"/>
            <ac:spMk id="102" creationId="{FFF079CE-5675-3B5F-CC4E-E0D9A95A5925}"/>
          </ac:spMkLst>
        </pc:spChg>
        <pc:spChg chg="mod">
          <ac:chgData name="Popov Savva" userId="bc132019-2944-47dc-b2a0-f031fbe56d5e" providerId="ADAL" clId="{CD3E74BD-F382-487E-AAA8-12B6B3E96391}" dt="2025-03-13T09:41:53.357" v="35" actId="790"/>
          <ac:spMkLst>
            <pc:docMk/>
            <pc:sldMk cId="2552391565" sldId="262"/>
            <ac:spMk id="135" creationId="{F75E3897-EC07-9852-F57B-7A2C9567887F}"/>
          </ac:spMkLst>
        </pc:spChg>
        <pc:spChg chg="mod">
          <ac:chgData name="Popov Savva" userId="bc132019-2944-47dc-b2a0-f031fbe56d5e" providerId="ADAL" clId="{CD3E74BD-F382-487E-AAA8-12B6B3E96391}" dt="2025-03-13T09:41:53.357" v="35" actId="790"/>
          <ac:spMkLst>
            <pc:docMk/>
            <pc:sldMk cId="2552391565" sldId="262"/>
            <ac:spMk id="234" creationId="{4D6CD3B6-1F10-8BAE-5F50-637CC1BFBD68}"/>
          </ac:spMkLst>
        </pc:spChg>
        <pc:spChg chg="mod">
          <ac:chgData name="Popov Savva" userId="bc132019-2944-47dc-b2a0-f031fbe56d5e" providerId="ADAL" clId="{CD3E74BD-F382-487E-AAA8-12B6B3E96391}" dt="2025-03-13T09:41:53.357" v="35" actId="790"/>
          <ac:spMkLst>
            <pc:docMk/>
            <pc:sldMk cId="2552391565" sldId="262"/>
            <ac:spMk id="277" creationId="{E0C35BAB-B4B2-C4E3-72E8-1E13D7A8D67F}"/>
          </ac:spMkLst>
        </pc:spChg>
        <pc:spChg chg="mod">
          <ac:chgData name="Popov Savva" userId="bc132019-2944-47dc-b2a0-f031fbe56d5e" providerId="ADAL" clId="{CD3E74BD-F382-487E-AAA8-12B6B3E96391}" dt="2025-03-13T09:41:53.357" v="35" actId="790"/>
          <ac:spMkLst>
            <pc:docMk/>
            <pc:sldMk cId="2552391565" sldId="262"/>
            <ac:spMk id="291" creationId="{65986FE7-BD44-4159-CF47-69E7243B1F54}"/>
          </ac:spMkLst>
        </pc:spChg>
      </pc:sldChg>
      <pc:sldChg chg="modSp mod">
        <pc:chgData name="Popov Savva" userId="bc132019-2944-47dc-b2a0-f031fbe56d5e" providerId="ADAL" clId="{CD3E74BD-F382-487E-AAA8-12B6B3E96391}" dt="2025-03-13T09:47:44.410" v="147" actId="20577"/>
        <pc:sldMkLst>
          <pc:docMk/>
          <pc:sldMk cId="3324147472" sldId="269"/>
        </pc:sldMkLst>
        <pc:spChg chg="mod">
          <ac:chgData name="Popov Savva" userId="bc132019-2944-47dc-b2a0-f031fbe56d5e" providerId="ADAL" clId="{CD3E74BD-F382-487E-AAA8-12B6B3E96391}" dt="2025-03-13T09:41:53.357" v="35" actId="790"/>
          <ac:spMkLst>
            <pc:docMk/>
            <pc:sldMk cId="3324147472" sldId="269"/>
            <ac:spMk id="2" creationId="{4FA80121-3AEA-0704-824A-689364EF088D}"/>
          </ac:spMkLst>
        </pc:spChg>
        <pc:spChg chg="mod">
          <ac:chgData name="Popov Savva" userId="bc132019-2944-47dc-b2a0-f031fbe56d5e" providerId="ADAL" clId="{CD3E74BD-F382-487E-AAA8-12B6B3E96391}" dt="2025-03-13T09:47:44.410" v="147" actId="20577"/>
          <ac:spMkLst>
            <pc:docMk/>
            <pc:sldMk cId="3324147472" sldId="269"/>
            <ac:spMk id="3" creationId="{9BD844A0-AF84-3B13-5A91-819C2915C7B6}"/>
          </ac:spMkLst>
        </pc:spChg>
      </pc:sldChg>
      <pc:sldChg chg="modSp mod">
        <pc:chgData name="Popov Savva" userId="bc132019-2944-47dc-b2a0-f031fbe56d5e" providerId="ADAL" clId="{CD3E74BD-F382-487E-AAA8-12B6B3E96391}" dt="2025-03-13T09:41:53.357" v="35" actId="790"/>
        <pc:sldMkLst>
          <pc:docMk/>
          <pc:sldMk cId="3099733216" sldId="271"/>
        </pc:sldMkLst>
        <pc:spChg chg="mod">
          <ac:chgData name="Popov Savva" userId="bc132019-2944-47dc-b2a0-f031fbe56d5e" providerId="ADAL" clId="{CD3E74BD-F382-487E-AAA8-12B6B3E96391}" dt="2025-03-13T09:41:53.357" v="35" actId="790"/>
          <ac:spMkLst>
            <pc:docMk/>
            <pc:sldMk cId="3099733216" sldId="271"/>
            <ac:spMk id="2" creationId="{0B5E5C47-42A8-658D-3F0E-B3DEC1EFA339}"/>
          </ac:spMkLst>
        </pc:spChg>
      </pc:sldChg>
    </pc:docChg>
  </pc:docChgLst>
  <pc:docChgLst>
    <pc:chgData name="Popov Savva" userId="bc132019-2944-47dc-b2a0-f031fbe56d5e" providerId="ADAL" clId="{AD094E46-89D8-4ECF-AF77-367FCD0FBC6D}"/>
    <pc:docChg chg="undo custSel addSld delSld modSld sldOrd">
      <pc:chgData name="Popov Savva" userId="bc132019-2944-47dc-b2a0-f031fbe56d5e" providerId="ADAL" clId="{AD094E46-89D8-4ECF-AF77-367FCD0FBC6D}" dt="2025-03-10T00:11:44.072" v="1963" actId="47"/>
      <pc:docMkLst>
        <pc:docMk/>
      </pc:docMkLst>
      <pc:sldChg chg="delSp modSp mod">
        <pc:chgData name="Popov Savva" userId="bc132019-2944-47dc-b2a0-f031fbe56d5e" providerId="ADAL" clId="{AD094E46-89D8-4ECF-AF77-367FCD0FBC6D}" dt="2025-03-10T00:03:32.686" v="1411" actId="20577"/>
        <pc:sldMkLst>
          <pc:docMk/>
          <pc:sldMk cId="3542898489" sldId="256"/>
        </pc:sldMkLst>
        <pc:spChg chg="mod">
          <ac:chgData name="Popov Savva" userId="bc132019-2944-47dc-b2a0-f031fbe56d5e" providerId="ADAL" clId="{AD094E46-89D8-4ECF-AF77-367FCD0FBC6D}" dt="2025-03-09T23:30:39.393" v="1128" actId="790"/>
          <ac:spMkLst>
            <pc:docMk/>
            <pc:sldMk cId="3542898489" sldId="256"/>
            <ac:spMk id="2" creationId="{65650D0B-0303-08D6-E1F4-0CFBE08899EC}"/>
          </ac:spMkLst>
        </pc:spChg>
        <pc:spChg chg="mod">
          <ac:chgData name="Popov Savva" userId="bc132019-2944-47dc-b2a0-f031fbe56d5e" providerId="ADAL" clId="{AD094E46-89D8-4ECF-AF77-367FCD0FBC6D}" dt="2025-03-09T23:30:39.393" v="1128" actId="790"/>
          <ac:spMkLst>
            <pc:docMk/>
            <pc:sldMk cId="3542898489" sldId="256"/>
            <ac:spMk id="3" creationId="{5004F301-8E6C-5BA5-CFA4-21D158B35FC1}"/>
          </ac:spMkLst>
        </pc:spChg>
        <pc:spChg chg="mod">
          <ac:chgData name="Popov Savva" userId="bc132019-2944-47dc-b2a0-f031fbe56d5e" providerId="ADAL" clId="{AD094E46-89D8-4ECF-AF77-367FCD0FBC6D}" dt="2025-03-09T23:30:39.393" v="1128" actId="790"/>
          <ac:spMkLst>
            <pc:docMk/>
            <pc:sldMk cId="3542898489" sldId="256"/>
            <ac:spMk id="8" creationId="{DD5D8B07-18BF-9153-F85A-86345C20C2C5}"/>
          </ac:spMkLst>
        </pc:spChg>
        <pc:spChg chg="mod">
          <ac:chgData name="Popov Savva" userId="bc132019-2944-47dc-b2a0-f031fbe56d5e" providerId="ADAL" clId="{AD094E46-89D8-4ECF-AF77-367FCD0FBC6D}" dt="2025-03-10T00:03:32.686" v="1411" actId="20577"/>
          <ac:spMkLst>
            <pc:docMk/>
            <pc:sldMk cId="3542898489" sldId="256"/>
            <ac:spMk id="9" creationId="{6DB855B3-2668-9C3F-6B4A-0E7A3AD6E28D}"/>
          </ac:spMkLst>
        </pc:spChg>
      </pc:sldChg>
      <pc:sldChg chg="delSp modSp mod">
        <pc:chgData name="Popov Savva" userId="bc132019-2944-47dc-b2a0-f031fbe56d5e" providerId="ADAL" clId="{AD094E46-89D8-4ECF-AF77-367FCD0FBC6D}" dt="2025-03-10T00:08:45.232" v="1760" actId="20577"/>
        <pc:sldMkLst>
          <pc:docMk/>
          <pc:sldMk cId="4234432178" sldId="257"/>
        </pc:sldMkLst>
        <pc:spChg chg="mod">
          <ac:chgData name="Popov Savva" userId="bc132019-2944-47dc-b2a0-f031fbe56d5e" providerId="ADAL" clId="{AD094E46-89D8-4ECF-AF77-367FCD0FBC6D}" dt="2025-03-09T23:30:39.393" v="1128" actId="790"/>
          <ac:spMkLst>
            <pc:docMk/>
            <pc:sldMk cId="4234432178" sldId="257"/>
            <ac:spMk id="2" creationId="{93893372-4B4B-DA6D-5222-4C2142ABCDD5}"/>
          </ac:spMkLst>
        </pc:spChg>
        <pc:spChg chg="mod">
          <ac:chgData name="Popov Savva" userId="bc132019-2944-47dc-b2a0-f031fbe56d5e" providerId="ADAL" clId="{AD094E46-89D8-4ECF-AF77-367FCD0FBC6D}" dt="2025-03-10T00:08:45.232" v="1760" actId="20577"/>
          <ac:spMkLst>
            <pc:docMk/>
            <pc:sldMk cId="4234432178" sldId="257"/>
            <ac:spMk id="3" creationId="{7355BA64-6874-70D0-8616-0A5DB613EECD}"/>
          </ac:spMkLst>
        </pc:spChg>
      </pc:sldChg>
      <pc:sldChg chg="del">
        <pc:chgData name="Popov Savva" userId="bc132019-2944-47dc-b2a0-f031fbe56d5e" providerId="ADAL" clId="{AD094E46-89D8-4ECF-AF77-367FCD0FBC6D}" dt="2025-03-09T21:42:39.189" v="17" actId="2696"/>
        <pc:sldMkLst>
          <pc:docMk/>
          <pc:sldMk cId="2122687374" sldId="258"/>
        </pc:sldMkLst>
      </pc:sldChg>
      <pc:sldChg chg="addSp delSp modSp mod">
        <pc:chgData name="Popov Savva" userId="bc132019-2944-47dc-b2a0-f031fbe56d5e" providerId="ADAL" clId="{AD094E46-89D8-4ECF-AF77-367FCD0FBC6D}" dt="2025-03-10T00:11:17.074" v="1953" actId="20577"/>
        <pc:sldMkLst>
          <pc:docMk/>
          <pc:sldMk cId="3009145863" sldId="259"/>
        </pc:sldMkLst>
        <pc:spChg chg="mod">
          <ac:chgData name="Popov Savva" userId="bc132019-2944-47dc-b2a0-f031fbe56d5e" providerId="ADAL" clId="{AD094E46-89D8-4ECF-AF77-367FCD0FBC6D}" dt="2025-03-10T00:01:50.490" v="1328" actId="20577"/>
          <ac:spMkLst>
            <pc:docMk/>
            <pc:sldMk cId="3009145863" sldId="259"/>
            <ac:spMk id="2" creationId="{AA71B38B-A540-C075-0C05-473C3100F8A1}"/>
          </ac:spMkLst>
        </pc:spChg>
        <pc:spChg chg="mod">
          <ac:chgData name="Popov Savva" userId="bc132019-2944-47dc-b2a0-f031fbe56d5e" providerId="ADAL" clId="{AD094E46-89D8-4ECF-AF77-367FCD0FBC6D}" dt="2025-03-10T00:11:17.074" v="1953" actId="20577"/>
          <ac:spMkLst>
            <pc:docMk/>
            <pc:sldMk cId="3009145863" sldId="259"/>
            <ac:spMk id="3" creationId="{60107609-A9E0-25F2-EA1A-3840FEFA041F}"/>
          </ac:spMkLst>
        </pc:spChg>
        <pc:picChg chg="add mod">
          <ac:chgData name="Popov Savva" userId="bc132019-2944-47dc-b2a0-f031fbe56d5e" providerId="ADAL" clId="{AD094E46-89D8-4ECF-AF77-367FCD0FBC6D}" dt="2025-03-10T00:10:39.244" v="1896" actId="1076"/>
          <ac:picMkLst>
            <pc:docMk/>
            <pc:sldMk cId="3009145863" sldId="259"/>
            <ac:picMk id="2050" creationId="{FC3E518E-D906-6AA2-C53D-E8B45424A5E5}"/>
          </ac:picMkLst>
        </pc:picChg>
      </pc:sldChg>
      <pc:sldChg chg="addSp delSp modSp mod ord">
        <pc:chgData name="Popov Savva" userId="bc132019-2944-47dc-b2a0-f031fbe56d5e" providerId="ADAL" clId="{AD094E46-89D8-4ECF-AF77-367FCD0FBC6D}" dt="2025-03-09T23:32:50.270" v="1209" actId="313"/>
        <pc:sldMkLst>
          <pc:docMk/>
          <pc:sldMk cId="2172365246" sldId="260"/>
        </pc:sldMkLst>
        <pc:spChg chg="mod">
          <ac:chgData name="Popov Savva" userId="bc132019-2944-47dc-b2a0-f031fbe56d5e" providerId="ADAL" clId="{AD094E46-89D8-4ECF-AF77-367FCD0FBC6D}" dt="2025-03-09T23:30:39.393" v="1128" actId="790"/>
          <ac:spMkLst>
            <pc:docMk/>
            <pc:sldMk cId="2172365246" sldId="260"/>
            <ac:spMk id="2" creationId="{E89979CD-BEC3-36B4-48D7-1E01824E91D4}"/>
          </ac:spMkLst>
        </pc:spChg>
        <pc:spChg chg="mod">
          <ac:chgData name="Popov Savva" userId="bc132019-2944-47dc-b2a0-f031fbe56d5e" providerId="ADAL" clId="{AD094E46-89D8-4ECF-AF77-367FCD0FBC6D}" dt="2025-03-09T23:32:50.270" v="1209" actId="313"/>
          <ac:spMkLst>
            <pc:docMk/>
            <pc:sldMk cId="2172365246" sldId="260"/>
            <ac:spMk id="3" creationId="{F20D878F-7AEE-C999-047F-DC72D77061FC}"/>
          </ac:spMkLst>
        </pc:spChg>
        <pc:picChg chg="add mod">
          <ac:chgData name="Popov Savva" userId="bc132019-2944-47dc-b2a0-f031fbe56d5e" providerId="ADAL" clId="{AD094E46-89D8-4ECF-AF77-367FCD0FBC6D}" dt="2025-03-09T23:28:59.908" v="1083" actId="1076"/>
          <ac:picMkLst>
            <pc:docMk/>
            <pc:sldMk cId="2172365246" sldId="260"/>
            <ac:picMk id="1026" creationId="{FCF3712B-865E-B8B0-9863-8C797B33C459}"/>
          </ac:picMkLst>
        </pc:picChg>
      </pc:sldChg>
      <pc:sldChg chg="delSp modSp add del mod">
        <pc:chgData name="Popov Savva" userId="bc132019-2944-47dc-b2a0-f031fbe56d5e" providerId="ADAL" clId="{AD094E46-89D8-4ECF-AF77-367FCD0FBC6D}" dt="2025-03-10T00:11:41.313" v="1961" actId="47"/>
        <pc:sldMkLst>
          <pc:docMk/>
          <pc:sldMk cId="1757774347" sldId="261"/>
        </pc:sldMkLst>
      </pc:sldChg>
      <pc:sldChg chg="addSp delSp modSp mod ord">
        <pc:chgData name="Popov Savva" userId="bc132019-2944-47dc-b2a0-f031fbe56d5e" providerId="ADAL" clId="{AD094E46-89D8-4ECF-AF77-367FCD0FBC6D}" dt="2025-03-09T23:30:39.393" v="1128" actId="790"/>
        <pc:sldMkLst>
          <pc:docMk/>
          <pc:sldMk cId="2552391565" sldId="262"/>
        </pc:sldMkLst>
        <pc:spChg chg="mod">
          <ac:chgData name="Popov Savva" userId="bc132019-2944-47dc-b2a0-f031fbe56d5e" providerId="ADAL" clId="{AD094E46-89D8-4ECF-AF77-367FCD0FBC6D}" dt="2025-03-09T23:30:39.393" v="1128" actId="790"/>
          <ac:spMkLst>
            <pc:docMk/>
            <pc:sldMk cId="2552391565" sldId="262"/>
            <ac:spMk id="2" creationId="{C8C1FC48-2EF5-98E9-502A-A046A9D0C65B}"/>
          </ac:spMkLst>
        </pc:spChg>
        <pc:spChg chg="add del mod">
          <ac:chgData name="Popov Savva" userId="bc132019-2944-47dc-b2a0-f031fbe56d5e" providerId="ADAL" clId="{AD094E46-89D8-4ECF-AF77-367FCD0FBC6D}" dt="2025-03-09T23:14:04.634" v="884" actId="478"/>
          <ac:spMkLst>
            <pc:docMk/>
            <pc:sldMk cId="2552391565" sldId="262"/>
            <ac:spMk id="4" creationId="{CC38E3E3-78CC-6E22-FF7F-16C9D7BF8DD9}"/>
          </ac:spMkLst>
        </pc:spChg>
        <pc:spChg chg="add mod">
          <ac:chgData name="Popov Savva" userId="bc132019-2944-47dc-b2a0-f031fbe56d5e" providerId="ADAL" clId="{AD094E46-89D8-4ECF-AF77-367FCD0FBC6D}" dt="2025-03-09T22:15:57.611" v="421" actId="1076"/>
          <ac:spMkLst>
            <pc:docMk/>
            <pc:sldMk cId="2552391565" sldId="262"/>
            <ac:spMk id="5" creationId="{6167E246-C707-37EA-ED8F-2A22CFB2B88E}"/>
          </ac:spMkLst>
        </pc:spChg>
        <pc:spChg chg="mod">
          <ac:chgData name="Popov Savva" userId="bc132019-2944-47dc-b2a0-f031fbe56d5e" providerId="ADAL" clId="{AD094E46-89D8-4ECF-AF77-367FCD0FBC6D}" dt="2025-03-09T23:30:39.393" v="1128" actId="790"/>
          <ac:spMkLst>
            <pc:docMk/>
            <pc:sldMk cId="2552391565" sldId="262"/>
            <ac:spMk id="14" creationId="{98F2BC17-36BB-0A83-4D81-94939873521B}"/>
          </ac:spMkLst>
        </pc:spChg>
        <pc:spChg chg="mod">
          <ac:chgData name="Popov Savva" userId="bc132019-2944-47dc-b2a0-f031fbe56d5e" providerId="ADAL" clId="{AD094E46-89D8-4ECF-AF77-367FCD0FBC6D}" dt="2025-03-09T23:06:19.284" v="755" actId="1076"/>
          <ac:spMkLst>
            <pc:docMk/>
            <pc:sldMk cId="2552391565" sldId="262"/>
            <ac:spMk id="19" creationId="{6322536F-10F2-9483-3B38-6B12D782F29D}"/>
          </ac:spMkLst>
        </pc:spChg>
        <pc:spChg chg="mod">
          <ac:chgData name="Popov Savva" userId="bc132019-2944-47dc-b2a0-f031fbe56d5e" providerId="ADAL" clId="{AD094E46-89D8-4ECF-AF77-367FCD0FBC6D}" dt="2025-03-09T22:13:51.325" v="395" actId="1076"/>
          <ac:spMkLst>
            <pc:docMk/>
            <pc:sldMk cId="2552391565" sldId="262"/>
            <ac:spMk id="23" creationId="{8CCE812A-AA57-4ED3-2CEA-AFB71EE65E38}"/>
          </ac:spMkLst>
        </pc:spChg>
        <pc:spChg chg="mod">
          <ac:chgData name="Popov Savva" userId="bc132019-2944-47dc-b2a0-f031fbe56d5e" providerId="ADAL" clId="{AD094E46-89D8-4ECF-AF77-367FCD0FBC6D}" dt="2025-03-09T23:30:39.393" v="1128" actId="790"/>
          <ac:spMkLst>
            <pc:docMk/>
            <pc:sldMk cId="2552391565" sldId="262"/>
            <ac:spMk id="33" creationId="{72634913-4280-9D79-4A1A-8E7ED5E3DF8F}"/>
          </ac:spMkLst>
        </pc:spChg>
        <pc:spChg chg="mod">
          <ac:chgData name="Popov Savva" userId="bc132019-2944-47dc-b2a0-f031fbe56d5e" providerId="ADAL" clId="{AD094E46-89D8-4ECF-AF77-367FCD0FBC6D}" dt="2025-03-09T23:30:39.393" v="1128" actId="790"/>
          <ac:spMkLst>
            <pc:docMk/>
            <pc:sldMk cId="2552391565" sldId="262"/>
            <ac:spMk id="35" creationId="{9369F1BF-6118-26E2-8DF2-FFD754E0E36D}"/>
          </ac:spMkLst>
        </pc:spChg>
        <pc:spChg chg="mod">
          <ac:chgData name="Popov Savva" userId="bc132019-2944-47dc-b2a0-f031fbe56d5e" providerId="ADAL" clId="{AD094E46-89D8-4ECF-AF77-367FCD0FBC6D}" dt="2025-03-09T21:59:00.905" v="221" actId="1076"/>
          <ac:spMkLst>
            <pc:docMk/>
            <pc:sldMk cId="2552391565" sldId="262"/>
            <ac:spMk id="45" creationId="{B451E9E2-55FD-ECCA-5FD8-CB2E023252B3}"/>
          </ac:spMkLst>
        </pc:spChg>
        <pc:spChg chg="add mod">
          <ac:chgData name="Popov Savva" userId="bc132019-2944-47dc-b2a0-f031fbe56d5e" providerId="ADAL" clId="{AD094E46-89D8-4ECF-AF77-367FCD0FBC6D}" dt="2025-03-09T23:30:39.393" v="1128" actId="790"/>
          <ac:spMkLst>
            <pc:docMk/>
            <pc:sldMk cId="2552391565" sldId="262"/>
            <ac:spMk id="49" creationId="{02944E9A-7F62-1B28-67D2-E313EEA11938}"/>
          </ac:spMkLst>
        </pc:spChg>
        <pc:spChg chg="mod">
          <ac:chgData name="Popov Savva" userId="bc132019-2944-47dc-b2a0-f031fbe56d5e" providerId="ADAL" clId="{AD094E46-89D8-4ECF-AF77-367FCD0FBC6D}" dt="2025-03-09T22:23:08.536" v="474" actId="1076"/>
          <ac:spMkLst>
            <pc:docMk/>
            <pc:sldMk cId="2552391565" sldId="262"/>
            <ac:spMk id="66" creationId="{66BAC639-0E4A-AFB9-B364-0F3FDB34D1BD}"/>
          </ac:spMkLst>
        </pc:spChg>
        <pc:spChg chg="mod">
          <ac:chgData name="Popov Savva" userId="bc132019-2944-47dc-b2a0-f031fbe56d5e" providerId="ADAL" clId="{AD094E46-89D8-4ECF-AF77-367FCD0FBC6D}" dt="2025-03-09T22:27:19.260" v="535" actId="1076"/>
          <ac:spMkLst>
            <pc:docMk/>
            <pc:sldMk cId="2552391565" sldId="262"/>
            <ac:spMk id="102" creationId="{FFF079CE-5675-3B5F-CC4E-E0D9A95A5925}"/>
          </ac:spMkLst>
        </pc:spChg>
        <pc:spChg chg="mod">
          <ac:chgData name="Popov Savva" userId="bc132019-2944-47dc-b2a0-f031fbe56d5e" providerId="ADAL" clId="{AD094E46-89D8-4ECF-AF77-367FCD0FBC6D}" dt="2025-03-09T23:02:27.357" v="736" actId="14100"/>
          <ac:spMkLst>
            <pc:docMk/>
            <pc:sldMk cId="2552391565" sldId="262"/>
            <ac:spMk id="113" creationId="{03E8B283-9C22-55C8-51B2-23B60253272F}"/>
          </ac:spMkLst>
        </pc:spChg>
        <pc:spChg chg="mod">
          <ac:chgData name="Popov Savva" userId="bc132019-2944-47dc-b2a0-f031fbe56d5e" providerId="ADAL" clId="{AD094E46-89D8-4ECF-AF77-367FCD0FBC6D}" dt="2025-03-09T23:14:03.868" v="883" actId="1076"/>
          <ac:spMkLst>
            <pc:docMk/>
            <pc:sldMk cId="2552391565" sldId="262"/>
            <ac:spMk id="114" creationId="{7FC0915B-D82A-89E8-2EBD-4CE6341A04E4}"/>
          </ac:spMkLst>
        </pc:spChg>
        <pc:spChg chg="mod">
          <ac:chgData name="Popov Savva" userId="bc132019-2944-47dc-b2a0-f031fbe56d5e" providerId="ADAL" clId="{AD094E46-89D8-4ECF-AF77-367FCD0FBC6D}" dt="2025-03-09T23:30:39.393" v="1128" actId="790"/>
          <ac:spMkLst>
            <pc:docMk/>
            <pc:sldMk cId="2552391565" sldId="262"/>
            <ac:spMk id="120" creationId="{F8E684B0-B4AC-7FCA-BCF0-F23ECE79A73C}"/>
          </ac:spMkLst>
        </pc:spChg>
        <pc:spChg chg="add mod">
          <ac:chgData name="Popov Savva" userId="bc132019-2944-47dc-b2a0-f031fbe56d5e" providerId="ADAL" clId="{AD094E46-89D8-4ECF-AF77-367FCD0FBC6D}" dt="2025-03-09T22:18:48.529" v="438" actId="14100"/>
          <ac:spMkLst>
            <pc:docMk/>
            <pc:sldMk cId="2552391565" sldId="262"/>
            <ac:spMk id="130" creationId="{B9594AF9-2910-CD5E-C379-038094FB50CC}"/>
          </ac:spMkLst>
        </pc:spChg>
        <pc:spChg chg="add mod">
          <ac:chgData name="Popov Savva" userId="bc132019-2944-47dc-b2a0-f031fbe56d5e" providerId="ADAL" clId="{AD094E46-89D8-4ECF-AF77-367FCD0FBC6D}" dt="2025-03-09T23:30:39.393" v="1128" actId="790"/>
          <ac:spMkLst>
            <pc:docMk/>
            <pc:sldMk cId="2552391565" sldId="262"/>
            <ac:spMk id="133" creationId="{73C43E25-BFBF-13E9-9818-DC21CB755262}"/>
          </ac:spMkLst>
        </pc:spChg>
        <pc:spChg chg="add mod">
          <ac:chgData name="Popov Savva" userId="bc132019-2944-47dc-b2a0-f031fbe56d5e" providerId="ADAL" clId="{AD094E46-89D8-4ECF-AF77-367FCD0FBC6D}" dt="2025-03-09T22:19:49.630" v="450" actId="1076"/>
          <ac:spMkLst>
            <pc:docMk/>
            <pc:sldMk cId="2552391565" sldId="262"/>
            <ac:spMk id="135" creationId="{F75E3897-EC07-9852-F57B-7A2C9567887F}"/>
          </ac:spMkLst>
        </pc:spChg>
        <pc:spChg chg="mod">
          <ac:chgData name="Popov Savva" userId="bc132019-2944-47dc-b2a0-f031fbe56d5e" providerId="ADAL" clId="{AD094E46-89D8-4ECF-AF77-367FCD0FBC6D}" dt="2025-03-09T23:05:53.678" v="747" actId="20577"/>
          <ac:spMkLst>
            <pc:docMk/>
            <pc:sldMk cId="2552391565" sldId="262"/>
            <ac:spMk id="157" creationId="{452D9C8F-DE92-5ACE-11A1-CE05ED552345}"/>
          </ac:spMkLst>
        </pc:spChg>
        <pc:spChg chg="mod">
          <ac:chgData name="Popov Savva" userId="bc132019-2944-47dc-b2a0-f031fbe56d5e" providerId="ADAL" clId="{AD094E46-89D8-4ECF-AF77-367FCD0FBC6D}" dt="2025-03-09T23:19:15.009" v="1016" actId="1076"/>
          <ac:spMkLst>
            <pc:docMk/>
            <pc:sldMk cId="2552391565" sldId="262"/>
            <ac:spMk id="165" creationId="{5EBED150-F78D-011C-D214-3F4EED23A95C}"/>
          </ac:spMkLst>
        </pc:spChg>
        <pc:spChg chg="add mod">
          <ac:chgData name="Popov Savva" userId="bc132019-2944-47dc-b2a0-f031fbe56d5e" providerId="ADAL" clId="{AD094E46-89D8-4ECF-AF77-367FCD0FBC6D}" dt="2025-03-09T22:26:57.301" v="529" actId="1076"/>
          <ac:spMkLst>
            <pc:docMk/>
            <pc:sldMk cId="2552391565" sldId="262"/>
            <ac:spMk id="179" creationId="{50402F99-35AA-6AC7-76EE-B1498E828866}"/>
          </ac:spMkLst>
        </pc:spChg>
        <pc:spChg chg="add mod">
          <ac:chgData name="Popov Savva" userId="bc132019-2944-47dc-b2a0-f031fbe56d5e" providerId="ADAL" clId="{AD094E46-89D8-4ECF-AF77-367FCD0FBC6D}" dt="2025-03-09T22:43:21.386" v="604" actId="1076"/>
          <ac:spMkLst>
            <pc:docMk/>
            <pc:sldMk cId="2552391565" sldId="262"/>
            <ac:spMk id="192" creationId="{44B623CC-144A-0EC3-F8C8-61321AD33E15}"/>
          </ac:spMkLst>
        </pc:spChg>
        <pc:spChg chg="add mod">
          <ac:chgData name="Popov Savva" userId="bc132019-2944-47dc-b2a0-f031fbe56d5e" providerId="ADAL" clId="{AD094E46-89D8-4ECF-AF77-367FCD0FBC6D}" dt="2025-03-09T22:42:27.798" v="592" actId="404"/>
          <ac:spMkLst>
            <pc:docMk/>
            <pc:sldMk cId="2552391565" sldId="262"/>
            <ac:spMk id="193" creationId="{265A2123-FA84-7709-A568-4C06543C04D0}"/>
          </ac:spMkLst>
        </pc:spChg>
        <pc:spChg chg="add mod">
          <ac:chgData name="Popov Savva" userId="bc132019-2944-47dc-b2a0-f031fbe56d5e" providerId="ADAL" clId="{AD094E46-89D8-4ECF-AF77-367FCD0FBC6D}" dt="2025-03-09T23:30:39.393" v="1128" actId="790"/>
          <ac:spMkLst>
            <pc:docMk/>
            <pc:sldMk cId="2552391565" sldId="262"/>
            <ac:spMk id="209" creationId="{E1FFBDDE-39A8-ABAC-6933-57146680C71C}"/>
          </ac:spMkLst>
        </pc:spChg>
        <pc:spChg chg="mod">
          <ac:chgData name="Popov Savva" userId="bc132019-2944-47dc-b2a0-f031fbe56d5e" providerId="ADAL" clId="{AD094E46-89D8-4ECF-AF77-367FCD0FBC6D}" dt="2025-03-09T23:30:39.393" v="1128" actId="790"/>
          <ac:spMkLst>
            <pc:docMk/>
            <pc:sldMk cId="2552391565" sldId="262"/>
            <ac:spMk id="234" creationId="{4D6CD3B6-1F10-8BAE-5F50-637CC1BFBD68}"/>
          </ac:spMkLst>
        </pc:spChg>
        <pc:spChg chg="add mod">
          <ac:chgData name="Popov Savva" userId="bc132019-2944-47dc-b2a0-f031fbe56d5e" providerId="ADAL" clId="{AD094E46-89D8-4ECF-AF77-367FCD0FBC6D}" dt="2025-03-09T22:56:49.811" v="709" actId="1076"/>
          <ac:spMkLst>
            <pc:docMk/>
            <pc:sldMk cId="2552391565" sldId="262"/>
            <ac:spMk id="238" creationId="{B4766E54-EBB9-5064-89E4-6BBA5F2F062B}"/>
          </ac:spMkLst>
        </pc:spChg>
        <pc:spChg chg="add mod">
          <ac:chgData name="Popov Savva" userId="bc132019-2944-47dc-b2a0-f031fbe56d5e" providerId="ADAL" clId="{AD094E46-89D8-4ECF-AF77-367FCD0FBC6D}" dt="2025-03-09T22:56:52.966" v="710" actId="1076"/>
          <ac:spMkLst>
            <pc:docMk/>
            <pc:sldMk cId="2552391565" sldId="262"/>
            <ac:spMk id="239" creationId="{F1AD4AEE-E72A-E292-13BB-DE525B60463A}"/>
          </ac:spMkLst>
        </pc:spChg>
        <pc:spChg chg="mod">
          <ac:chgData name="Popov Savva" userId="bc132019-2944-47dc-b2a0-f031fbe56d5e" providerId="ADAL" clId="{AD094E46-89D8-4ECF-AF77-367FCD0FBC6D}" dt="2025-03-09T23:10:04.230" v="818" actId="1076"/>
          <ac:spMkLst>
            <pc:docMk/>
            <pc:sldMk cId="2552391565" sldId="262"/>
            <ac:spMk id="254" creationId="{FBC5CC8B-F85C-E55F-E758-2F5DA7C12AC0}"/>
          </ac:spMkLst>
        </pc:spChg>
        <pc:spChg chg="add mod">
          <ac:chgData name="Popov Savva" userId="bc132019-2944-47dc-b2a0-f031fbe56d5e" providerId="ADAL" clId="{AD094E46-89D8-4ECF-AF77-367FCD0FBC6D}" dt="2025-03-09T22:56:29.757" v="706" actId="1076"/>
          <ac:spMkLst>
            <pc:docMk/>
            <pc:sldMk cId="2552391565" sldId="262"/>
            <ac:spMk id="257" creationId="{FFA1A71D-EEED-3E31-014F-906C0CF82442}"/>
          </ac:spMkLst>
        </pc:spChg>
        <pc:spChg chg="mod">
          <ac:chgData name="Popov Savva" userId="bc132019-2944-47dc-b2a0-f031fbe56d5e" providerId="ADAL" clId="{AD094E46-89D8-4ECF-AF77-367FCD0FBC6D}" dt="2025-03-09T23:14:54.503" v="892" actId="1076"/>
          <ac:spMkLst>
            <pc:docMk/>
            <pc:sldMk cId="2552391565" sldId="262"/>
            <ac:spMk id="260" creationId="{38E6D360-CBFF-73F2-A46D-9D1FA734D6A7}"/>
          </ac:spMkLst>
        </pc:spChg>
        <pc:spChg chg="add mod">
          <ac:chgData name="Popov Savva" userId="bc132019-2944-47dc-b2a0-f031fbe56d5e" providerId="ADAL" clId="{AD094E46-89D8-4ECF-AF77-367FCD0FBC6D}" dt="2025-03-09T22:59:31.745" v="727" actId="1076"/>
          <ac:spMkLst>
            <pc:docMk/>
            <pc:sldMk cId="2552391565" sldId="262"/>
            <ac:spMk id="277" creationId="{E0C35BAB-B4B2-C4E3-72E8-1E13D7A8D67F}"/>
          </ac:spMkLst>
        </pc:spChg>
        <pc:spChg chg="mod">
          <ac:chgData name="Popov Savva" userId="bc132019-2944-47dc-b2a0-f031fbe56d5e" providerId="ADAL" clId="{AD094E46-89D8-4ECF-AF77-367FCD0FBC6D}" dt="2025-03-09T23:02:32.932" v="737" actId="1076"/>
          <ac:spMkLst>
            <pc:docMk/>
            <pc:sldMk cId="2552391565" sldId="262"/>
            <ac:spMk id="281" creationId="{910E5605-167D-B059-53F6-6F37B713F4A8}"/>
          </ac:spMkLst>
        </pc:spChg>
        <pc:spChg chg="add mod">
          <ac:chgData name="Popov Savva" userId="bc132019-2944-47dc-b2a0-f031fbe56d5e" providerId="ADAL" clId="{AD094E46-89D8-4ECF-AF77-367FCD0FBC6D}" dt="2025-03-09T23:15:47.652" v="902" actId="1076"/>
          <ac:spMkLst>
            <pc:docMk/>
            <pc:sldMk cId="2552391565" sldId="262"/>
            <ac:spMk id="301" creationId="{75DB74C8-2B99-FCD4-AD5B-E2DE978292DA}"/>
          </ac:spMkLst>
        </pc:spChg>
        <pc:spChg chg="add mod">
          <ac:chgData name="Popov Savva" userId="bc132019-2944-47dc-b2a0-f031fbe56d5e" providerId="ADAL" clId="{AD094E46-89D8-4ECF-AF77-367FCD0FBC6D}" dt="2025-03-09T23:16:57.487" v="941" actId="1076"/>
          <ac:spMkLst>
            <pc:docMk/>
            <pc:sldMk cId="2552391565" sldId="262"/>
            <ac:spMk id="331" creationId="{D25DE00F-3EBC-8F0C-B892-2DC6BC7C5B23}"/>
          </ac:spMkLst>
        </pc:spChg>
        <pc:spChg chg="add mod">
          <ac:chgData name="Popov Savva" userId="bc132019-2944-47dc-b2a0-f031fbe56d5e" providerId="ADAL" clId="{AD094E46-89D8-4ECF-AF77-367FCD0FBC6D}" dt="2025-03-09T23:18:03.320" v="1008" actId="1076"/>
          <ac:spMkLst>
            <pc:docMk/>
            <pc:sldMk cId="2552391565" sldId="262"/>
            <ac:spMk id="334" creationId="{7FEED43C-E06A-01CD-72BF-4AB8B4370076}"/>
          </ac:spMkLst>
        </pc:spChg>
        <pc:spChg chg="add mod">
          <ac:chgData name="Popov Savva" userId="bc132019-2944-47dc-b2a0-f031fbe56d5e" providerId="ADAL" clId="{AD094E46-89D8-4ECF-AF77-367FCD0FBC6D}" dt="2025-03-09T23:18:55.949" v="1015" actId="20577"/>
          <ac:spMkLst>
            <pc:docMk/>
            <pc:sldMk cId="2552391565" sldId="262"/>
            <ac:spMk id="339" creationId="{8B97EF30-90CE-6F9E-F8AA-E59600790A9C}"/>
          </ac:spMkLst>
        </pc:spChg>
        <pc:spChg chg="add mod">
          <ac:chgData name="Popov Savva" userId="bc132019-2944-47dc-b2a0-f031fbe56d5e" providerId="ADAL" clId="{AD094E46-89D8-4ECF-AF77-367FCD0FBC6D}" dt="2025-03-09T23:30:39.393" v="1128" actId="790"/>
          <ac:spMkLst>
            <pc:docMk/>
            <pc:sldMk cId="2552391565" sldId="262"/>
            <ac:spMk id="341" creationId="{5F4CB26E-4443-2187-FC8D-014504015EA8}"/>
          </ac:spMkLst>
        </pc:spChg>
        <pc:cxnChg chg="mod">
          <ac:chgData name="Popov Savva" userId="bc132019-2944-47dc-b2a0-f031fbe56d5e" providerId="ADAL" clId="{AD094E46-89D8-4ECF-AF77-367FCD0FBC6D}" dt="2025-03-09T22:13:35.208" v="393" actId="1076"/>
          <ac:cxnSpMkLst>
            <pc:docMk/>
            <pc:sldMk cId="2552391565" sldId="262"/>
            <ac:cxnSpMk id="21" creationId="{F98035CE-0E5B-5C85-E177-F2DF73C9A956}"/>
          </ac:cxnSpMkLst>
        </pc:cxnChg>
        <pc:cxnChg chg="add mod">
          <ac:chgData name="Popov Savva" userId="bc132019-2944-47dc-b2a0-f031fbe56d5e" providerId="ADAL" clId="{AD094E46-89D8-4ECF-AF77-367FCD0FBC6D}" dt="2025-03-09T22:15:00.013" v="411" actId="1076"/>
          <ac:cxnSpMkLst>
            <pc:docMk/>
            <pc:sldMk cId="2552391565" sldId="262"/>
            <ac:cxnSpMk id="28" creationId="{64C3A06A-F8B9-90C4-4F99-CB948695351F}"/>
          </ac:cxnSpMkLst>
        </pc:cxnChg>
        <pc:cxnChg chg="add mod">
          <ac:chgData name="Popov Savva" userId="bc132019-2944-47dc-b2a0-f031fbe56d5e" providerId="ADAL" clId="{AD094E46-89D8-4ECF-AF77-367FCD0FBC6D}" dt="2025-03-09T22:13:51.325" v="395" actId="1076"/>
          <ac:cxnSpMkLst>
            <pc:docMk/>
            <pc:sldMk cId="2552391565" sldId="262"/>
            <ac:cxnSpMk id="53" creationId="{3F99E8FD-50A1-C6C2-5375-83D82CA679A4}"/>
          </ac:cxnSpMkLst>
        </pc:cxnChg>
        <pc:cxnChg chg="mod">
          <ac:chgData name="Popov Savva" userId="bc132019-2944-47dc-b2a0-f031fbe56d5e" providerId="ADAL" clId="{AD094E46-89D8-4ECF-AF77-367FCD0FBC6D}" dt="2025-03-09T21:59:00.905" v="221" actId="1076"/>
          <ac:cxnSpMkLst>
            <pc:docMk/>
            <pc:sldMk cId="2552391565" sldId="262"/>
            <ac:cxnSpMk id="60" creationId="{2B6BF02A-CAAB-174F-D7F1-94EFA0BC4AD1}"/>
          </ac:cxnSpMkLst>
        </pc:cxnChg>
        <pc:cxnChg chg="mod">
          <ac:chgData name="Popov Savva" userId="bc132019-2944-47dc-b2a0-f031fbe56d5e" providerId="ADAL" clId="{AD094E46-89D8-4ECF-AF77-367FCD0FBC6D}" dt="2025-03-09T22:23:08.536" v="474" actId="1076"/>
          <ac:cxnSpMkLst>
            <pc:docMk/>
            <pc:sldMk cId="2552391565" sldId="262"/>
            <ac:cxnSpMk id="65" creationId="{49473CAC-AFAC-8AEA-2DB2-A9A64B00FF3D}"/>
          </ac:cxnSpMkLst>
        </pc:cxnChg>
        <pc:cxnChg chg="add del mod">
          <ac:chgData name="Popov Savva" userId="bc132019-2944-47dc-b2a0-f031fbe56d5e" providerId="ADAL" clId="{AD094E46-89D8-4ECF-AF77-367FCD0FBC6D}" dt="2025-03-09T22:26:47.469" v="524" actId="14100"/>
          <ac:cxnSpMkLst>
            <pc:docMk/>
            <pc:sldMk cId="2552391565" sldId="262"/>
            <ac:cxnSpMk id="87" creationId="{6B6985A0-B537-5489-EAFE-6F3A865C23C8}"/>
          </ac:cxnSpMkLst>
        </pc:cxnChg>
        <pc:cxnChg chg="mod">
          <ac:chgData name="Popov Savva" userId="bc132019-2944-47dc-b2a0-f031fbe56d5e" providerId="ADAL" clId="{AD094E46-89D8-4ECF-AF77-367FCD0FBC6D}" dt="2025-03-09T22:43:32.072" v="605" actId="1076"/>
          <ac:cxnSpMkLst>
            <pc:docMk/>
            <pc:sldMk cId="2552391565" sldId="262"/>
            <ac:cxnSpMk id="93" creationId="{A74739ED-BDCE-0798-8629-06F6F1A5FE9C}"/>
          </ac:cxnSpMkLst>
        </pc:cxnChg>
        <pc:cxnChg chg="add del mod">
          <ac:chgData name="Popov Savva" userId="bc132019-2944-47dc-b2a0-f031fbe56d5e" providerId="ADAL" clId="{AD094E46-89D8-4ECF-AF77-367FCD0FBC6D}" dt="2025-03-09T22:54:36.839" v="697" actId="14100"/>
          <ac:cxnSpMkLst>
            <pc:docMk/>
            <pc:sldMk cId="2552391565" sldId="262"/>
            <ac:cxnSpMk id="95" creationId="{9DBF8FCD-CBD9-DA4C-BA05-70E97102F807}"/>
          </ac:cxnSpMkLst>
        </pc:cxnChg>
        <pc:cxnChg chg="mod">
          <ac:chgData name="Popov Savva" userId="bc132019-2944-47dc-b2a0-f031fbe56d5e" providerId="ADAL" clId="{AD094E46-89D8-4ECF-AF77-367FCD0FBC6D}" dt="2025-03-09T22:15:21.476" v="417" actId="14100"/>
          <ac:cxnSpMkLst>
            <pc:docMk/>
            <pc:sldMk cId="2552391565" sldId="262"/>
            <ac:cxnSpMk id="116" creationId="{E1B734B3-6B6F-255F-EA19-CE0D3E8A97D3}"/>
          </ac:cxnSpMkLst>
        </pc:cxnChg>
        <pc:cxnChg chg="mod">
          <ac:chgData name="Popov Savva" userId="bc132019-2944-47dc-b2a0-f031fbe56d5e" providerId="ADAL" clId="{AD094E46-89D8-4ECF-AF77-367FCD0FBC6D}" dt="2025-03-09T22:15:15.807" v="415" actId="1076"/>
          <ac:cxnSpMkLst>
            <pc:docMk/>
            <pc:sldMk cId="2552391565" sldId="262"/>
            <ac:cxnSpMk id="119" creationId="{CC2E10A6-AB66-4054-D751-2D4FA9ECCCE2}"/>
          </ac:cxnSpMkLst>
        </pc:cxnChg>
        <pc:cxnChg chg="add mod">
          <ac:chgData name="Popov Savva" userId="bc132019-2944-47dc-b2a0-f031fbe56d5e" providerId="ADAL" clId="{AD094E46-89D8-4ECF-AF77-367FCD0FBC6D}" dt="2025-03-09T22:19:58.397" v="454" actId="1076"/>
          <ac:cxnSpMkLst>
            <pc:docMk/>
            <pc:sldMk cId="2552391565" sldId="262"/>
            <ac:cxnSpMk id="134" creationId="{0B3B9BAF-E8FE-F874-6DF6-94C5EFC63A37}"/>
          </ac:cxnSpMkLst>
        </pc:cxnChg>
        <pc:cxnChg chg="add mod">
          <ac:chgData name="Popov Savva" userId="bc132019-2944-47dc-b2a0-f031fbe56d5e" providerId="ADAL" clId="{AD094E46-89D8-4ECF-AF77-367FCD0FBC6D}" dt="2025-03-09T22:25:34.113" v="501" actId="14100"/>
          <ac:cxnSpMkLst>
            <pc:docMk/>
            <pc:sldMk cId="2552391565" sldId="262"/>
            <ac:cxnSpMk id="142" creationId="{041F953F-D360-FEB8-AD01-D68D9B31CD41}"/>
          </ac:cxnSpMkLst>
        </pc:cxnChg>
        <pc:cxnChg chg="add mod">
          <ac:chgData name="Popov Savva" userId="bc132019-2944-47dc-b2a0-f031fbe56d5e" providerId="ADAL" clId="{AD094E46-89D8-4ECF-AF77-367FCD0FBC6D}" dt="2025-03-09T22:25:39.543" v="504" actId="14100"/>
          <ac:cxnSpMkLst>
            <pc:docMk/>
            <pc:sldMk cId="2552391565" sldId="262"/>
            <ac:cxnSpMk id="147" creationId="{600586AF-14DC-C624-2F6F-B807658F5A7D}"/>
          </ac:cxnSpMkLst>
        </pc:cxnChg>
        <pc:cxnChg chg="add mod">
          <ac:chgData name="Popov Savva" userId="bc132019-2944-47dc-b2a0-f031fbe56d5e" providerId="ADAL" clId="{AD094E46-89D8-4ECF-AF77-367FCD0FBC6D}" dt="2025-03-09T22:25:15.015" v="497" actId="1076"/>
          <ac:cxnSpMkLst>
            <pc:docMk/>
            <pc:sldMk cId="2552391565" sldId="262"/>
            <ac:cxnSpMk id="155" creationId="{CDB07574-5E64-4F2B-A747-2151470C5ED3}"/>
          </ac:cxnSpMkLst>
        </pc:cxnChg>
        <pc:cxnChg chg="mod">
          <ac:chgData name="Popov Savva" userId="bc132019-2944-47dc-b2a0-f031fbe56d5e" providerId="ADAL" clId="{AD094E46-89D8-4ECF-AF77-367FCD0FBC6D}" dt="2025-03-09T23:06:00.694" v="749" actId="14100"/>
          <ac:cxnSpMkLst>
            <pc:docMk/>
            <pc:sldMk cId="2552391565" sldId="262"/>
            <ac:cxnSpMk id="156" creationId="{0E62B894-D88D-9857-8721-4DD08DD8359D}"/>
          </ac:cxnSpMkLst>
        </pc:cxnChg>
        <pc:cxnChg chg="add mod">
          <ac:chgData name="Popov Savva" userId="bc132019-2944-47dc-b2a0-f031fbe56d5e" providerId="ADAL" clId="{AD094E46-89D8-4ECF-AF77-367FCD0FBC6D}" dt="2025-03-09T22:25:11.671" v="496" actId="1076"/>
          <ac:cxnSpMkLst>
            <pc:docMk/>
            <pc:sldMk cId="2552391565" sldId="262"/>
            <ac:cxnSpMk id="160" creationId="{C23619EE-DB1F-076A-FB15-7A6F7BCDB774}"/>
          </ac:cxnSpMkLst>
        </pc:cxnChg>
        <pc:cxnChg chg="mod">
          <ac:chgData name="Popov Savva" userId="bc132019-2944-47dc-b2a0-f031fbe56d5e" providerId="ADAL" clId="{AD094E46-89D8-4ECF-AF77-367FCD0FBC6D}" dt="2025-03-09T23:19:17.598" v="1017" actId="14100"/>
          <ac:cxnSpMkLst>
            <pc:docMk/>
            <pc:sldMk cId="2552391565" sldId="262"/>
            <ac:cxnSpMk id="161" creationId="{A92F1D04-4E11-CA87-380A-4F19C8DB87AA}"/>
          </ac:cxnSpMkLst>
        </pc:cxnChg>
        <pc:cxnChg chg="add mod">
          <ac:chgData name="Popov Savva" userId="bc132019-2944-47dc-b2a0-f031fbe56d5e" providerId="ADAL" clId="{AD094E46-89D8-4ECF-AF77-367FCD0FBC6D}" dt="2025-03-09T22:27:11.874" v="534" actId="14100"/>
          <ac:cxnSpMkLst>
            <pc:docMk/>
            <pc:sldMk cId="2552391565" sldId="262"/>
            <ac:cxnSpMk id="180" creationId="{3629A826-52D5-3792-D621-ECE8EDD7B779}"/>
          </ac:cxnSpMkLst>
        </pc:cxnChg>
        <pc:cxnChg chg="add mod">
          <ac:chgData name="Popov Savva" userId="bc132019-2944-47dc-b2a0-f031fbe56d5e" providerId="ADAL" clId="{AD094E46-89D8-4ECF-AF77-367FCD0FBC6D}" dt="2025-03-09T23:05:46.071" v="743" actId="20577"/>
          <ac:cxnSpMkLst>
            <pc:docMk/>
            <pc:sldMk cId="2552391565" sldId="262"/>
            <ac:cxnSpMk id="188" creationId="{97205DBB-D539-F1CA-ED57-2E9C24BC42D7}"/>
          </ac:cxnSpMkLst>
        </pc:cxnChg>
        <pc:cxnChg chg="add mod">
          <ac:chgData name="Popov Savva" userId="bc132019-2944-47dc-b2a0-f031fbe56d5e" providerId="ADAL" clId="{AD094E46-89D8-4ECF-AF77-367FCD0FBC6D}" dt="2025-03-09T22:42:36.744" v="595" actId="1076"/>
          <ac:cxnSpMkLst>
            <pc:docMk/>
            <pc:sldMk cId="2552391565" sldId="262"/>
            <ac:cxnSpMk id="203" creationId="{DCB83ED6-FF69-3FA1-2918-71015BE3BD58}"/>
          </ac:cxnSpMkLst>
        </pc:cxnChg>
        <pc:cxnChg chg="add mod">
          <ac:chgData name="Popov Savva" userId="bc132019-2944-47dc-b2a0-f031fbe56d5e" providerId="ADAL" clId="{AD094E46-89D8-4ECF-AF77-367FCD0FBC6D}" dt="2025-03-09T22:42:57.625" v="603" actId="14100"/>
          <ac:cxnSpMkLst>
            <pc:docMk/>
            <pc:sldMk cId="2552391565" sldId="262"/>
            <ac:cxnSpMk id="204" creationId="{F5864E4D-D329-65DA-0566-2D7AB0485D36}"/>
          </ac:cxnSpMkLst>
        </pc:cxnChg>
        <pc:cxnChg chg="add mod">
          <ac:chgData name="Popov Savva" userId="bc132019-2944-47dc-b2a0-f031fbe56d5e" providerId="ADAL" clId="{AD094E46-89D8-4ECF-AF77-367FCD0FBC6D}" dt="2025-03-09T22:51:02.787" v="660" actId="14100"/>
          <ac:cxnSpMkLst>
            <pc:docMk/>
            <pc:sldMk cId="2552391565" sldId="262"/>
            <ac:cxnSpMk id="212" creationId="{BDB7E1A4-B372-5378-F80B-12DB5BA4EE26}"/>
          </ac:cxnSpMkLst>
        </pc:cxnChg>
        <pc:cxnChg chg="add mod">
          <ac:chgData name="Popov Savva" userId="bc132019-2944-47dc-b2a0-f031fbe56d5e" providerId="ADAL" clId="{AD094E46-89D8-4ECF-AF77-367FCD0FBC6D}" dt="2025-03-09T22:51:18.242" v="663" actId="14100"/>
          <ac:cxnSpMkLst>
            <pc:docMk/>
            <pc:sldMk cId="2552391565" sldId="262"/>
            <ac:cxnSpMk id="218" creationId="{BFCBC21C-DC5F-33D5-3AE4-127EBEE5A9C5}"/>
          </ac:cxnSpMkLst>
        </pc:cxnChg>
        <pc:cxnChg chg="mod">
          <ac:chgData name="Popov Savva" userId="bc132019-2944-47dc-b2a0-f031fbe56d5e" providerId="ADAL" clId="{AD094E46-89D8-4ECF-AF77-367FCD0FBC6D}" dt="2025-03-09T22:02:51.374" v="241" actId="1076"/>
          <ac:cxnSpMkLst>
            <pc:docMk/>
            <pc:sldMk cId="2552391565" sldId="262"/>
            <ac:cxnSpMk id="229" creationId="{4D70CDC3-C3D4-3EC4-415B-4B8F782AAA74}"/>
          </ac:cxnSpMkLst>
        </pc:cxnChg>
        <pc:cxnChg chg="add mod">
          <ac:chgData name="Popov Savva" userId="bc132019-2944-47dc-b2a0-f031fbe56d5e" providerId="ADAL" clId="{AD094E46-89D8-4ECF-AF77-367FCD0FBC6D}" dt="2025-03-09T22:55:14.530" v="702" actId="1076"/>
          <ac:cxnSpMkLst>
            <pc:docMk/>
            <pc:sldMk cId="2552391565" sldId="262"/>
            <ac:cxnSpMk id="231" creationId="{6AF3CCEB-354D-1657-22EF-93CED15B4134}"/>
          </ac:cxnSpMkLst>
        </pc:cxnChg>
        <pc:cxnChg chg="mod">
          <ac:chgData name="Popov Savva" userId="bc132019-2944-47dc-b2a0-f031fbe56d5e" providerId="ADAL" clId="{AD094E46-89D8-4ECF-AF77-367FCD0FBC6D}" dt="2025-03-09T23:10:04.230" v="818" actId="1076"/>
          <ac:cxnSpMkLst>
            <pc:docMk/>
            <pc:sldMk cId="2552391565" sldId="262"/>
            <ac:cxnSpMk id="253" creationId="{2CE86B10-1272-D619-4F92-6B6C507F5135}"/>
          </ac:cxnSpMkLst>
        </pc:cxnChg>
        <pc:cxnChg chg="add mod">
          <ac:chgData name="Popov Savva" userId="bc132019-2944-47dc-b2a0-f031fbe56d5e" providerId="ADAL" clId="{AD094E46-89D8-4ECF-AF77-367FCD0FBC6D}" dt="2025-03-09T22:58:44.003" v="718" actId="14100"/>
          <ac:cxnSpMkLst>
            <pc:docMk/>
            <pc:sldMk cId="2552391565" sldId="262"/>
            <ac:cxnSpMk id="266" creationId="{25E6CF0B-759C-14C3-7A3F-D24C874A2BA4}"/>
          </ac:cxnSpMkLst>
        </pc:cxnChg>
        <pc:cxnChg chg="add mod">
          <ac:chgData name="Popov Savva" userId="bc132019-2944-47dc-b2a0-f031fbe56d5e" providerId="ADAL" clId="{AD094E46-89D8-4ECF-AF77-367FCD0FBC6D}" dt="2025-03-09T23:06:21.300" v="756" actId="14100"/>
          <ac:cxnSpMkLst>
            <pc:docMk/>
            <pc:sldMk cId="2552391565" sldId="262"/>
            <ac:cxnSpMk id="284" creationId="{513E802F-5040-B5C5-F7B9-B7843A350A8D}"/>
          </ac:cxnSpMkLst>
        </pc:cxnChg>
        <pc:cxnChg chg="add mod">
          <ac:chgData name="Popov Savva" userId="bc132019-2944-47dc-b2a0-f031fbe56d5e" providerId="ADAL" clId="{AD094E46-89D8-4ECF-AF77-367FCD0FBC6D}" dt="2025-03-09T23:15:51.974" v="903" actId="14100"/>
          <ac:cxnSpMkLst>
            <pc:docMk/>
            <pc:sldMk cId="2552391565" sldId="262"/>
            <ac:cxnSpMk id="302" creationId="{5BA64FBA-3D74-695F-0802-1191791D8C8D}"/>
          </ac:cxnSpMkLst>
        </pc:cxnChg>
        <pc:cxnChg chg="add mod">
          <ac:chgData name="Popov Savva" userId="bc132019-2944-47dc-b2a0-f031fbe56d5e" providerId="ADAL" clId="{AD094E46-89D8-4ECF-AF77-367FCD0FBC6D}" dt="2025-03-09T23:11:43.964" v="864" actId="1076"/>
          <ac:cxnSpMkLst>
            <pc:docMk/>
            <pc:sldMk cId="2552391565" sldId="262"/>
            <ac:cxnSpMk id="306" creationId="{DEEE6217-9019-C734-5496-A2A46DF7AC4F}"/>
          </ac:cxnSpMkLst>
        </pc:cxnChg>
        <pc:cxnChg chg="add mod">
          <ac:chgData name="Popov Savva" userId="bc132019-2944-47dc-b2a0-f031fbe56d5e" providerId="ADAL" clId="{AD094E46-89D8-4ECF-AF77-367FCD0FBC6D}" dt="2025-03-09T23:11:47.989" v="866" actId="1076"/>
          <ac:cxnSpMkLst>
            <pc:docMk/>
            <pc:sldMk cId="2552391565" sldId="262"/>
            <ac:cxnSpMk id="307" creationId="{C48DD8C3-114C-8E71-60CC-67DFE87B2990}"/>
          </ac:cxnSpMkLst>
        </pc:cxnChg>
        <pc:cxnChg chg="add mod">
          <ac:chgData name="Popov Savva" userId="bc132019-2944-47dc-b2a0-f031fbe56d5e" providerId="ADAL" clId="{AD094E46-89D8-4ECF-AF77-367FCD0FBC6D}" dt="2025-03-09T23:15:13.478" v="898" actId="14100"/>
          <ac:cxnSpMkLst>
            <pc:docMk/>
            <pc:sldMk cId="2552391565" sldId="262"/>
            <ac:cxnSpMk id="312" creationId="{667D8A19-0776-A617-97C0-EBD83C0DD31C}"/>
          </ac:cxnSpMkLst>
        </pc:cxnChg>
        <pc:cxnChg chg="add mod">
          <ac:chgData name="Popov Savva" userId="bc132019-2944-47dc-b2a0-f031fbe56d5e" providerId="ADAL" clId="{AD094E46-89D8-4ECF-AF77-367FCD0FBC6D}" dt="2025-03-09T23:16:57.487" v="941" actId="1076"/>
          <ac:cxnSpMkLst>
            <pc:docMk/>
            <pc:sldMk cId="2552391565" sldId="262"/>
            <ac:cxnSpMk id="328" creationId="{CA2FAC22-0D23-4583-2AD0-62C1A3BBB2D3}"/>
          </ac:cxnSpMkLst>
        </pc:cxnChg>
        <pc:cxnChg chg="add mod">
          <ac:chgData name="Popov Savva" userId="bc132019-2944-47dc-b2a0-f031fbe56d5e" providerId="ADAL" clId="{AD094E46-89D8-4ECF-AF77-367FCD0FBC6D}" dt="2025-03-09T23:18:03.320" v="1008" actId="1076"/>
          <ac:cxnSpMkLst>
            <pc:docMk/>
            <pc:sldMk cId="2552391565" sldId="262"/>
            <ac:cxnSpMk id="335" creationId="{CA150725-A429-6829-60B8-E746993B291F}"/>
          </ac:cxnSpMkLst>
        </pc:cxnChg>
        <pc:cxnChg chg="add mod">
          <ac:chgData name="Popov Savva" userId="bc132019-2944-47dc-b2a0-f031fbe56d5e" providerId="ADAL" clId="{AD094E46-89D8-4ECF-AF77-367FCD0FBC6D}" dt="2025-03-09T23:19:43.515" v="1032" actId="20577"/>
          <ac:cxnSpMkLst>
            <pc:docMk/>
            <pc:sldMk cId="2552391565" sldId="262"/>
            <ac:cxnSpMk id="342" creationId="{F8F37BC5-BE25-6DE4-F381-F2C10FD0F55F}"/>
          </ac:cxnSpMkLst>
        </pc:cxnChg>
      </pc:sldChg>
      <pc:sldChg chg="delSp modSp del mod">
        <pc:chgData name="Popov Savva" userId="bc132019-2944-47dc-b2a0-f031fbe56d5e" providerId="ADAL" clId="{AD094E46-89D8-4ECF-AF77-367FCD0FBC6D}" dt="2025-03-10T00:11:34.407" v="1958" actId="47"/>
        <pc:sldMkLst>
          <pc:docMk/>
          <pc:sldMk cId="1279999128" sldId="263"/>
        </pc:sldMkLst>
      </pc:sldChg>
      <pc:sldChg chg="delSp modSp del mod">
        <pc:chgData name="Popov Savva" userId="bc132019-2944-47dc-b2a0-f031fbe56d5e" providerId="ADAL" clId="{AD094E46-89D8-4ECF-AF77-367FCD0FBC6D}" dt="2025-03-10T00:11:33.361" v="1957" actId="47"/>
        <pc:sldMkLst>
          <pc:docMk/>
          <pc:sldMk cId="1831695065" sldId="264"/>
        </pc:sldMkLst>
      </pc:sldChg>
      <pc:sldChg chg="delSp modSp del mod">
        <pc:chgData name="Popov Savva" userId="bc132019-2944-47dc-b2a0-f031fbe56d5e" providerId="ADAL" clId="{AD094E46-89D8-4ECF-AF77-367FCD0FBC6D}" dt="2025-03-10T00:11:42.798" v="1962" actId="47"/>
        <pc:sldMkLst>
          <pc:docMk/>
          <pc:sldMk cId="1138950659" sldId="268"/>
        </pc:sldMkLst>
      </pc:sldChg>
      <pc:sldChg chg="delSp modSp mod ord modCm">
        <pc:chgData name="Popov Savva" userId="bc132019-2944-47dc-b2a0-f031fbe56d5e" providerId="ADAL" clId="{AD094E46-89D8-4ECF-AF77-367FCD0FBC6D}" dt="2025-03-10T00:11:29.138" v="1956" actId="20577"/>
        <pc:sldMkLst>
          <pc:docMk/>
          <pc:sldMk cId="3324147472" sldId="269"/>
        </pc:sldMkLst>
        <pc:spChg chg="mod">
          <ac:chgData name="Popov Savva" userId="bc132019-2944-47dc-b2a0-f031fbe56d5e" providerId="ADAL" clId="{AD094E46-89D8-4ECF-AF77-367FCD0FBC6D}" dt="2025-03-10T00:02:15.256" v="1334" actId="20577"/>
          <ac:spMkLst>
            <pc:docMk/>
            <pc:sldMk cId="3324147472" sldId="269"/>
            <ac:spMk id="2" creationId="{4FA80121-3AEA-0704-824A-689364EF088D}"/>
          </ac:spMkLst>
        </pc:spChg>
        <pc:spChg chg="mod">
          <ac:chgData name="Popov Savva" userId="bc132019-2944-47dc-b2a0-f031fbe56d5e" providerId="ADAL" clId="{AD094E46-89D8-4ECF-AF77-367FCD0FBC6D}" dt="2025-03-10T00:11:29.138" v="1956" actId="20577"/>
          <ac:spMkLst>
            <pc:docMk/>
            <pc:sldMk cId="3324147472" sldId="269"/>
            <ac:spMk id="3" creationId="{9BD844A0-AF84-3B13-5A91-819C2915C7B6}"/>
          </ac:spMkLst>
        </pc:spChg>
        <pc:picChg chg="mod">
          <ac:chgData name="Popov Savva" userId="bc132019-2944-47dc-b2a0-f031fbe56d5e" providerId="ADAL" clId="{AD094E46-89D8-4ECF-AF77-367FCD0FBC6D}" dt="2025-03-10T00:02:55.030" v="1406" actId="1076"/>
          <ac:picMkLst>
            <pc:docMk/>
            <pc:sldMk cId="3324147472" sldId="269"/>
            <ac:picMk id="5" creationId="{DC143C0F-5CCC-0F09-86DA-7301A8B447F0}"/>
          </ac:picMkLst>
        </pc:picChg>
        <pc:picChg chg="mod">
          <ac:chgData name="Popov Savva" userId="bc132019-2944-47dc-b2a0-f031fbe56d5e" providerId="ADAL" clId="{AD094E46-89D8-4ECF-AF77-367FCD0FBC6D}" dt="2025-03-10T00:02:56.698" v="1407" actId="1076"/>
          <ac:picMkLst>
            <pc:docMk/>
            <pc:sldMk cId="3324147472" sldId="269"/>
            <ac:picMk id="8" creationId="{050930EA-9437-17DE-C882-5CC51D4DF833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Popov Savva" userId="bc132019-2944-47dc-b2a0-f031fbe56d5e" providerId="ADAL" clId="{AD094E46-89D8-4ECF-AF77-367FCD0FBC6D}" dt="2025-03-10T00:11:29.138" v="1956" actId="20577"/>
              <pc2:cmMkLst xmlns:pc2="http://schemas.microsoft.com/office/powerpoint/2019/9/main/command">
                <pc:docMk/>
                <pc:sldMk cId="3324147472" sldId="269"/>
                <pc2:cmMk id="{31DCBD5D-2768-4851-9A5D-997EC5DD64BA}"/>
              </pc2:cmMkLst>
            </pc226:cmChg>
          </p:ext>
        </pc:extLst>
      </pc:sldChg>
      <pc:sldChg chg="delSp modSp del mod">
        <pc:chgData name="Popov Savva" userId="bc132019-2944-47dc-b2a0-f031fbe56d5e" providerId="ADAL" clId="{AD094E46-89D8-4ECF-AF77-367FCD0FBC6D}" dt="2025-03-10T00:11:44.072" v="1963" actId="47"/>
        <pc:sldMkLst>
          <pc:docMk/>
          <pc:sldMk cId="3318627178" sldId="270"/>
        </pc:sldMkLst>
      </pc:sldChg>
      <pc:sldChg chg="addSp delSp modSp mod ord">
        <pc:chgData name="Popov Savva" userId="bc132019-2944-47dc-b2a0-f031fbe56d5e" providerId="ADAL" clId="{AD094E46-89D8-4ECF-AF77-367FCD0FBC6D}" dt="2025-03-10T00:08:31.992" v="1757" actId="1076"/>
        <pc:sldMkLst>
          <pc:docMk/>
          <pc:sldMk cId="3099733216" sldId="271"/>
        </pc:sldMkLst>
        <pc:spChg chg="mod">
          <ac:chgData name="Popov Savva" userId="bc132019-2944-47dc-b2a0-f031fbe56d5e" providerId="ADAL" clId="{AD094E46-89D8-4ECF-AF77-367FCD0FBC6D}" dt="2025-03-10T00:08:31.992" v="1757" actId="1076"/>
          <ac:spMkLst>
            <pc:docMk/>
            <pc:sldMk cId="3099733216" sldId="271"/>
            <ac:spMk id="2" creationId="{0B5E5C47-42A8-658D-3F0E-B3DEC1EFA339}"/>
          </ac:spMkLst>
        </pc:spChg>
        <pc:picChg chg="add mod modCrop">
          <ac:chgData name="Popov Savva" userId="bc132019-2944-47dc-b2a0-f031fbe56d5e" providerId="ADAL" clId="{AD094E46-89D8-4ECF-AF77-367FCD0FBC6D}" dt="2025-03-10T00:08:30.033" v="1756" actId="1076"/>
          <ac:picMkLst>
            <pc:docMk/>
            <pc:sldMk cId="3099733216" sldId="271"/>
            <ac:picMk id="14" creationId="{2C81437A-B889-9229-C26A-1ED99FAF486D}"/>
          </ac:picMkLst>
        </pc:picChg>
      </pc:sldChg>
      <pc:sldChg chg="modSp new del mod ord">
        <pc:chgData name="Popov Savva" userId="bc132019-2944-47dc-b2a0-f031fbe56d5e" providerId="ADAL" clId="{AD094E46-89D8-4ECF-AF77-367FCD0FBC6D}" dt="2025-03-10T00:06:30.294" v="1674" actId="47"/>
        <pc:sldMkLst>
          <pc:docMk/>
          <pc:sldMk cId="1792256831" sldId="272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>
            <a:extLst>
              <a:ext uri="{FF2B5EF4-FFF2-40B4-BE49-F238E27FC236}">
                <a16:creationId xmlns:a16="http://schemas.microsoft.com/office/drawing/2014/main" id="{F74FAA61-2F6A-996C-4641-1176D8D4E8F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0B47078D-7706-9477-CD31-55BD5652A4B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EB6C1E-E1E7-48B0-BD79-D900DCD06AB0}" type="datetime1">
              <a:rPr lang="cs-CZ" smtClean="0"/>
              <a:t>13.03.2025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E9B743CE-C9CE-D98A-7C1F-4066506F325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4D45F3C1-3BB5-3AC8-8133-EC5C8F6A56F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8AB547-A317-4D06-B9BE-621DC5AC305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5606266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07350A-7B39-4D41-AE17-B2358D9E3021}" type="datetime1">
              <a:rPr lang="cs-CZ" smtClean="0"/>
              <a:t>13.03.2025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2202F0-670D-48CF-B515-60DB56D119F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15673840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080610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B7DBD1B-C59E-7E48-9F32-E5C7604C63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3A8E099A-46F5-970C-C07C-483890F4C7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0B004939-AF18-BF84-AFF0-FF05DD2FD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19074-33B1-423B-A3F8-1A24CD75E9B5}" type="datetime1">
              <a:rPr lang="cs-CZ" smtClean="0"/>
              <a:t>13.03.2025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A70BA97F-D038-8AF8-AF12-A1F9B804D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27B87814-6F00-0C1C-FC7B-0BCB94852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1ED37-EE37-462E-BCA6-D3CBBE39C8C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41721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DE31EDD-4E22-4CCB-C273-A58EF9B15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1C70BDC-8C7E-F470-25B2-762A1A364D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C260E5E7-D92A-84E7-E780-82E28554A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1C9C2-D572-4A47-825B-981B76DD7959}" type="datetime1">
              <a:rPr lang="cs-CZ" smtClean="0"/>
              <a:t>13.03.2025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BCE253A4-7685-BBE6-EB40-1B5E0DC0F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06632E28-6885-67AB-2300-6876F1093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1ED37-EE37-462E-BCA6-D3CBBE39C8C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924848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70EBD36-61A9-8CC9-2FEA-6504357F3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AF74DE45-D88A-775E-6ECB-5B5611DC57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99F16EAB-33C4-DE10-EA17-ACA3B77CB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6031B-F135-40FE-AE0E-98E9A2015287}" type="datetime1">
              <a:rPr lang="cs-CZ" smtClean="0"/>
              <a:t>13.03.2025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B34D2E2A-154E-B0D8-128B-5EB547E5C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973D7DAB-F8DC-194E-3C6C-55555BDEC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1ED37-EE37-462E-BCA6-D3CBBE39C8C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150198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1D84C94-2872-7908-0836-613DBDC3A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44A754D-7864-6378-CE10-A95CEC40E0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90329B18-79B0-B301-60A1-E877B41822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1682A2C4-CBC3-4E39-6542-9562C9E27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B8034-007D-4D8D-A888-BA7908E668D3}" type="datetime1">
              <a:rPr lang="cs-CZ" smtClean="0"/>
              <a:t>13.03.2025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172B0AC2-F7EF-DDB0-B8FA-1FE8F1063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C27A137A-7412-C81D-6B4B-8F7494FFB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1ED37-EE37-462E-BCA6-D3CBBE39C8C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927319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4C8AE87-2B52-5920-4E18-1953F8D2AA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C808AB31-37F4-89F6-90AD-EDBC71B433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6128693E-B583-D168-CAE9-2874A2A834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537B38EE-F432-D38D-1461-1EE23B1CD9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8CA821D4-F45D-D711-8D77-A04B9BA525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34D7BF7F-7765-D9BF-4FF4-F406336D3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A1BCC-8767-48D2-B407-89E8415EDBFC}" type="datetime1">
              <a:rPr lang="cs-CZ" smtClean="0"/>
              <a:t>13.03.2025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20CBA256-84ED-B8C1-B719-3449E31AB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E34F7EB6-0F42-2E1B-EAD2-BDFF409F0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1ED37-EE37-462E-BCA6-D3CBBE39C8C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735690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10377D2-EF42-716F-7CCE-E84180223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452646C1-6924-A4F0-21CF-404B883E5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88B60-0EFA-47F0-9D78-8C7CDA0D35D3}" type="datetime1">
              <a:rPr lang="cs-CZ" smtClean="0"/>
              <a:t>13.03.2025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4B603A79-75B8-D2C1-0ED0-E23BCEE7E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B3957AA9-0935-E9B7-CB4C-E99619E5B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1ED37-EE37-462E-BCA6-D3CBBE39C8C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181951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6F4B12A3-4B3E-20C6-F1B0-D15A5287F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3DE51-7F87-421C-A517-74E596B18519}" type="datetime1">
              <a:rPr lang="cs-CZ" smtClean="0"/>
              <a:t>13.03.2025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62E5392C-4E30-6910-F654-E60DBEACC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14C0BAD8-4C20-B59D-9850-66DDD5213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1ED37-EE37-462E-BCA6-D3CBBE39C8C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76641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D0562D7-A549-0FED-2876-9D8087856F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29A0BE5-D8B5-B455-0FDC-35A4EB7332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851D73E3-55CC-6E99-43F1-AB88753FEF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5C862953-26F3-6254-2429-E61702186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D6711-8388-4D3C-A4AA-83DB4F7AAECE}" type="datetime1">
              <a:rPr lang="cs-CZ" smtClean="0"/>
              <a:t>13.03.2025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06741F4D-9CAF-F560-7764-270D1BDF5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56FD0E73-1218-AD98-062A-E3F1C5B2F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1ED37-EE37-462E-BCA6-D3CBBE39C8C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45867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F290D89-D839-A5B6-209B-464ECAAD1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43A91F69-D89F-0496-FDDC-4D67434BDF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4779868A-A29D-8270-6E0D-F670893FDD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DBE94845-6AEB-4471-E4C8-8F7D34F7B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88510-50E9-43E5-8A29-89279FC1C460}" type="datetime1">
              <a:rPr lang="cs-CZ" smtClean="0"/>
              <a:t>13.03.2025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9E26B64E-A4E3-2DD3-D4F0-76DE6C593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3FFC9E85-7AE4-DCD3-295E-4D14269CA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1ED37-EE37-462E-BCA6-D3CBBE39C8C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35046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179E1A9-2295-27F6-5EAB-2D298FD64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06C9B1AB-A274-4464-50DD-91C44C00CB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5E2EF003-2088-24FF-27CA-F030BB2D7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2616E-57A4-4948-AF6A-5E925881119F}" type="datetime1">
              <a:rPr lang="cs-CZ" smtClean="0"/>
              <a:t>13.03.2025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35A743D3-B034-4A9E-E1B9-AAE80A42D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BBE6E42D-E0BC-6878-668D-022A617E8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1ED37-EE37-462E-BCA6-D3CBBE39C8C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904149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5C4A66DD-614F-A4B2-EA0D-FFBFEAFE97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D77503E3-E229-74CC-8AFA-D57E462826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A96DF2A4-D518-9996-1267-E898720C4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F0164-B0D5-45E0-A667-9B94CF560E0F}" type="datetime1">
              <a:rPr lang="cs-CZ" smtClean="0"/>
              <a:t>13.03.2025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52359AFB-AC5F-60C1-67E5-A5DD58F0A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CFC05C47-BC9D-5DF3-1DE6-4FD819D83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1ED37-EE37-462E-BCA6-D3CBBE39C8C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953826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96C76FA2-80DD-9AA2-577D-3154C4013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C10EE325-0200-9A25-B20B-24BA0B8D7D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791CB27B-DB56-E94D-71A9-6E6072C7DB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A7C216-6CF7-4E68-AFFC-5B76B4DF4B43}" type="datetime1">
              <a:rPr lang="cs-CZ" smtClean="0"/>
              <a:t>13.03.2025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AB3EB823-CC43-818E-5E28-E10FB0824B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5F831C3-8F7F-D04C-3AB5-B0173C194B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C1ED37-EE37-462E-BCA6-D3CBBE39C8C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292529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5650D0B-0303-08D6-E1F4-0CFBE08899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52987" y="2357437"/>
            <a:ext cx="2486025" cy="1071563"/>
          </a:xfrm>
        </p:spPr>
        <p:txBody>
          <a:bodyPr/>
          <a:lstStyle/>
          <a:p>
            <a:r>
              <a:rPr lang="cs-CZ" b="1" noProof="0" dirty="0">
                <a:latin typeface="Bahnschrift" panose="020B0502040204020203" pitchFamily="34" charset="0"/>
              </a:rPr>
              <a:t>FINCA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5004F301-8E6C-5BA5-CFA4-21D158B35F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4751" y="3429000"/>
            <a:ext cx="7018161" cy="503619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r>
              <a:rPr lang="cs-CZ" noProof="0" dirty="0">
                <a:latin typeface="Bahnschrift" panose="020B0502040204020203" pitchFamily="34" charset="0"/>
              </a:rPr>
              <a:t>Flight </a:t>
            </a:r>
            <a:r>
              <a:rPr lang="cs-CZ" noProof="0" dirty="0" err="1">
                <a:latin typeface="Bahnschrift" panose="020B0502040204020203" pitchFamily="34" charset="0"/>
              </a:rPr>
              <a:t>Integration</a:t>
            </a:r>
            <a:r>
              <a:rPr lang="cs-CZ" noProof="0" dirty="0">
                <a:latin typeface="Bahnschrift" panose="020B0502040204020203" pitchFamily="34" charset="0"/>
              </a:rPr>
              <a:t> and </a:t>
            </a:r>
            <a:r>
              <a:rPr lang="cs-CZ" noProof="0" dirty="0" err="1">
                <a:latin typeface="Bahnschrift" panose="020B0502040204020203" pitchFamily="34" charset="0"/>
              </a:rPr>
              <a:t>Navigation</a:t>
            </a:r>
            <a:r>
              <a:rPr lang="cs-CZ" noProof="0" dirty="0">
                <a:latin typeface="Bahnschrift" panose="020B0502040204020203" pitchFamily="34" charset="0"/>
              </a:rPr>
              <a:t> Control </a:t>
            </a:r>
            <a:r>
              <a:rPr lang="cs-CZ" noProof="0" dirty="0" err="1">
                <a:latin typeface="Bahnschrift" panose="020B0502040204020203" pitchFamily="34" charset="0"/>
              </a:rPr>
              <a:t>Architecture</a:t>
            </a:r>
            <a:endParaRPr lang="cs-CZ" noProof="0" dirty="0">
              <a:latin typeface="Bahnschrift" panose="020B0502040204020203" pitchFamily="34" charset="0"/>
            </a:endParaRPr>
          </a:p>
        </p:txBody>
      </p:sp>
      <p:sp>
        <p:nvSpPr>
          <p:cNvPr id="8" name="Podnadpis 2">
            <a:extLst>
              <a:ext uri="{FF2B5EF4-FFF2-40B4-BE49-F238E27FC236}">
                <a16:creationId xmlns:a16="http://schemas.microsoft.com/office/drawing/2014/main" id="{DD5D8B07-18BF-9153-F85A-86345C20C2C5}"/>
              </a:ext>
            </a:extLst>
          </p:cNvPr>
          <p:cNvSpPr txBox="1">
            <a:spLocks/>
          </p:cNvSpPr>
          <p:nvPr/>
        </p:nvSpPr>
        <p:spPr>
          <a:xfrm>
            <a:off x="3260197" y="4900222"/>
            <a:ext cx="5663135" cy="124898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 noProof="0" dirty="0">
                <a:latin typeface="Bierstadt Display"/>
              </a:rPr>
              <a:t>Savva Popov</a:t>
            </a:r>
            <a:endParaRPr lang="cs-CZ" noProof="0" dirty="0"/>
          </a:p>
        </p:txBody>
      </p:sp>
      <p:sp>
        <p:nvSpPr>
          <p:cNvPr id="9" name="Podnadpis 2">
            <a:extLst>
              <a:ext uri="{FF2B5EF4-FFF2-40B4-BE49-F238E27FC236}">
                <a16:creationId xmlns:a16="http://schemas.microsoft.com/office/drawing/2014/main" id="{6DB855B3-2668-9C3F-6B4A-0E7A3AD6E28D}"/>
              </a:ext>
            </a:extLst>
          </p:cNvPr>
          <p:cNvSpPr txBox="1">
            <a:spLocks/>
          </p:cNvSpPr>
          <p:nvPr/>
        </p:nvSpPr>
        <p:spPr>
          <a:xfrm>
            <a:off x="10377335" y="6417828"/>
            <a:ext cx="1812014" cy="43948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 sz="1800" noProof="0" dirty="0">
                <a:latin typeface="Bahnschrift"/>
              </a:rPr>
              <a:t>10.03.2025</a:t>
            </a:r>
          </a:p>
        </p:txBody>
      </p:sp>
    </p:spTree>
    <p:extLst>
      <p:ext uri="{BB962C8B-B14F-4D97-AF65-F5344CB8AC3E}">
        <p14:creationId xmlns:p14="http://schemas.microsoft.com/office/powerpoint/2010/main" val="35428984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3893372-4B4B-DA6D-5222-4C2142ABC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noProof="0" dirty="0">
                <a:latin typeface="Bahnschrift" panose="020B0502040204020203" pitchFamily="34" charset="0"/>
              </a:rPr>
              <a:t>1. HLAVNÍ POŽADAVKY PROJEKTU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355BA64-6874-70D0-8616-0A5DB613EE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cs-CZ" noProof="0" dirty="0">
              <a:latin typeface="Bierstadt"/>
            </a:endParaRPr>
          </a:p>
          <a:p>
            <a:r>
              <a:rPr lang="cs-CZ" noProof="0" dirty="0">
                <a:latin typeface="Bierstadt"/>
              </a:rPr>
              <a:t>Regulace a stabilizace </a:t>
            </a:r>
            <a:r>
              <a:rPr lang="cs-CZ" noProof="0" dirty="0" err="1">
                <a:latin typeface="Bierstadt"/>
              </a:rPr>
              <a:t>avionickych</a:t>
            </a:r>
            <a:r>
              <a:rPr lang="cs-CZ" noProof="0" dirty="0">
                <a:latin typeface="Bierstadt"/>
              </a:rPr>
              <a:t> zařízení </a:t>
            </a:r>
          </a:p>
          <a:p>
            <a:r>
              <a:rPr lang="cs-CZ" noProof="0" dirty="0">
                <a:latin typeface="Bierstadt"/>
              </a:rPr>
              <a:t>Bezdrátová komunikace a ovládaní (Telemetrie a </a:t>
            </a:r>
            <a:r>
              <a:rPr lang="cs-CZ" noProof="0" dirty="0" err="1">
                <a:latin typeface="Bierstadt"/>
              </a:rPr>
              <a:t>Remote</a:t>
            </a:r>
            <a:r>
              <a:rPr lang="cs-CZ" noProof="0" dirty="0">
                <a:latin typeface="Bierstadt"/>
              </a:rPr>
              <a:t> Control)</a:t>
            </a:r>
          </a:p>
          <a:p>
            <a:r>
              <a:rPr lang="cs-CZ" noProof="0" dirty="0">
                <a:latin typeface="Bierstadt"/>
              </a:rPr>
              <a:t>Senzorika = IMU (</a:t>
            </a:r>
            <a:r>
              <a:rPr lang="cs-CZ" noProof="0" dirty="0" err="1">
                <a:latin typeface="Bierstadt"/>
              </a:rPr>
              <a:t>Inertal</a:t>
            </a:r>
            <a:r>
              <a:rPr lang="cs-CZ" noProof="0" dirty="0">
                <a:latin typeface="Bierstadt"/>
              </a:rPr>
              <a:t> </a:t>
            </a:r>
            <a:r>
              <a:rPr lang="cs-CZ" noProof="0" dirty="0" err="1">
                <a:latin typeface="Bierstadt"/>
              </a:rPr>
              <a:t>Measurment</a:t>
            </a:r>
            <a:r>
              <a:rPr lang="cs-CZ" noProof="0" dirty="0">
                <a:latin typeface="Bierstadt"/>
              </a:rPr>
              <a:t> Unit), barometry, teploměry, magnetometry</a:t>
            </a:r>
          </a:p>
          <a:p>
            <a:r>
              <a:rPr lang="cs-CZ" noProof="0" dirty="0">
                <a:latin typeface="Bierstadt"/>
              </a:rPr>
              <a:t>Možnost přidaní navigačních modulu GNSS/</a:t>
            </a:r>
            <a:endParaRPr lang="cs-CZ" noProof="0" dirty="0">
              <a:latin typeface="Bierstadt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44321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8C1FC48-2EF5-98E9-502A-A046A9D0C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653" y="246779"/>
            <a:ext cx="6303264" cy="809045"/>
          </a:xfrm>
        </p:spPr>
        <p:txBody>
          <a:bodyPr>
            <a:normAutofit/>
          </a:bodyPr>
          <a:lstStyle/>
          <a:p>
            <a:r>
              <a:rPr lang="cs-CZ" sz="4000" b="1" noProof="0" dirty="0">
                <a:latin typeface="Bahnschrift" panose="020B0502040204020203" pitchFamily="34" charset="0"/>
              </a:rPr>
              <a:t>2. NÁVRH HLAVNÍHO PCB</a:t>
            </a:r>
          </a:p>
        </p:txBody>
      </p:sp>
      <p:pic>
        <p:nvPicPr>
          <p:cNvPr id="8" name="Grafický objekt 7">
            <a:extLst>
              <a:ext uri="{FF2B5EF4-FFF2-40B4-BE49-F238E27FC236}">
                <a16:creationId xmlns:a16="http://schemas.microsoft.com/office/drawing/2014/main" id="{C105904C-90DB-1D70-44DA-B788147A34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0983" t="28535" r="33816" b="31714"/>
          <a:stretch/>
        </p:blipFill>
        <p:spPr>
          <a:xfrm>
            <a:off x="2174145" y="318566"/>
            <a:ext cx="7843709" cy="6262484"/>
          </a:xfrm>
          <a:prstGeom prst="rect">
            <a:avLst/>
          </a:prstGeom>
        </p:spPr>
      </p:pic>
      <p:sp>
        <p:nvSpPr>
          <p:cNvPr id="14" name="Obdélník: se zakulacenými rohy 13">
            <a:extLst>
              <a:ext uri="{FF2B5EF4-FFF2-40B4-BE49-F238E27FC236}">
                <a16:creationId xmlns:a16="http://schemas.microsoft.com/office/drawing/2014/main" id="{98F2BC17-36BB-0A83-4D81-94939873521B}"/>
              </a:ext>
            </a:extLst>
          </p:cNvPr>
          <p:cNvSpPr/>
          <p:nvPr/>
        </p:nvSpPr>
        <p:spPr>
          <a:xfrm>
            <a:off x="3265132" y="2129470"/>
            <a:ext cx="622372" cy="35176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cs-CZ" sz="1000" noProof="0" dirty="0">
                <a:latin typeface="Bahnschrift" panose="020B0502040204020203" pitchFamily="34" charset="0"/>
              </a:rPr>
              <a:t>CONN.</a:t>
            </a:r>
            <a:endParaRPr lang="cs-CZ" noProof="0" dirty="0">
              <a:latin typeface="Bahnschrift" panose="020B0502040204020203" pitchFamily="34" charset="0"/>
            </a:endParaRPr>
          </a:p>
        </p:txBody>
      </p:sp>
      <p:sp>
        <p:nvSpPr>
          <p:cNvPr id="19" name="TextovéPole 18">
            <a:extLst>
              <a:ext uri="{FF2B5EF4-FFF2-40B4-BE49-F238E27FC236}">
                <a16:creationId xmlns:a16="http://schemas.microsoft.com/office/drawing/2014/main" id="{6322536F-10F2-9483-3B38-6B12D782F29D}"/>
              </a:ext>
            </a:extLst>
          </p:cNvPr>
          <p:cNvSpPr txBox="1"/>
          <p:nvPr/>
        </p:nvSpPr>
        <p:spPr>
          <a:xfrm>
            <a:off x="474258" y="2401906"/>
            <a:ext cx="1572957" cy="5847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cs-CZ" sz="1600" noProof="0" dirty="0">
                <a:latin typeface="Bahnschrift" panose="020B0502040204020203" pitchFamily="34" charset="0"/>
              </a:rPr>
              <a:t>Konektor pro napájení PCB</a:t>
            </a:r>
          </a:p>
        </p:txBody>
      </p:sp>
      <p:cxnSp>
        <p:nvCxnSpPr>
          <p:cNvPr id="21" name="Přímá spojnice se šipkou 20">
            <a:extLst>
              <a:ext uri="{FF2B5EF4-FFF2-40B4-BE49-F238E27FC236}">
                <a16:creationId xmlns:a16="http://schemas.microsoft.com/office/drawing/2014/main" id="{F98035CE-0E5B-5C85-E177-F2DF73C9A956}"/>
              </a:ext>
            </a:extLst>
          </p:cNvPr>
          <p:cNvCxnSpPr>
            <a:cxnSpLocks/>
            <a:stCxn id="14" idx="2"/>
            <a:endCxn id="49" idx="0"/>
          </p:cNvCxnSpPr>
          <p:nvPr/>
        </p:nvCxnSpPr>
        <p:spPr>
          <a:xfrm>
            <a:off x="3576318" y="2481230"/>
            <a:ext cx="2868" cy="1763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bdélník: se zakulacenými rohy 22">
            <a:extLst>
              <a:ext uri="{FF2B5EF4-FFF2-40B4-BE49-F238E27FC236}">
                <a16:creationId xmlns:a16="http://schemas.microsoft.com/office/drawing/2014/main" id="{8CCE812A-AA57-4ED3-2CEA-AFB71EE65E38}"/>
              </a:ext>
            </a:extLst>
          </p:cNvPr>
          <p:cNvSpPr/>
          <p:nvPr/>
        </p:nvSpPr>
        <p:spPr>
          <a:xfrm>
            <a:off x="3177693" y="3088595"/>
            <a:ext cx="807720" cy="576072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cs-CZ" sz="1400" noProof="0" dirty="0">
                <a:latin typeface="Bahnschrift" panose="020B0502040204020203" pitchFamily="34" charset="0"/>
              </a:rPr>
              <a:t>DC-DC 5V</a:t>
            </a:r>
          </a:p>
        </p:txBody>
      </p:sp>
      <p:sp>
        <p:nvSpPr>
          <p:cNvPr id="33" name="TextovéPole 32">
            <a:extLst>
              <a:ext uri="{FF2B5EF4-FFF2-40B4-BE49-F238E27FC236}">
                <a16:creationId xmlns:a16="http://schemas.microsoft.com/office/drawing/2014/main" id="{72634913-4280-9D79-4A1A-8E7ED5E3DF8F}"/>
              </a:ext>
            </a:extLst>
          </p:cNvPr>
          <p:cNvSpPr txBox="1"/>
          <p:nvPr/>
        </p:nvSpPr>
        <p:spPr>
          <a:xfrm>
            <a:off x="373369" y="3262818"/>
            <a:ext cx="2059814" cy="5847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cs-CZ" sz="1600" noProof="0" dirty="0">
                <a:latin typeface="Bahnschrift" panose="020B0502040204020203" pitchFamily="34" charset="0"/>
              </a:rPr>
              <a:t>5V Step-Down converter</a:t>
            </a:r>
          </a:p>
        </p:txBody>
      </p:sp>
      <p:sp>
        <p:nvSpPr>
          <p:cNvPr id="35" name="Obdélník: se zakulacenými rohy 34">
            <a:extLst>
              <a:ext uri="{FF2B5EF4-FFF2-40B4-BE49-F238E27FC236}">
                <a16:creationId xmlns:a16="http://schemas.microsoft.com/office/drawing/2014/main" id="{9369F1BF-6118-26E2-8DF2-FFD754E0E36D}"/>
              </a:ext>
            </a:extLst>
          </p:cNvPr>
          <p:cNvSpPr/>
          <p:nvPr/>
        </p:nvSpPr>
        <p:spPr>
          <a:xfrm>
            <a:off x="4863890" y="3310730"/>
            <a:ext cx="737156" cy="1079317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cs-CZ" noProof="0" dirty="0">
                <a:latin typeface="Bahnschrift" panose="020B0502040204020203" pitchFamily="34" charset="0"/>
              </a:rPr>
              <a:t>FCU</a:t>
            </a:r>
          </a:p>
        </p:txBody>
      </p:sp>
      <p:sp>
        <p:nvSpPr>
          <p:cNvPr id="37" name="Šipka: doprava 36">
            <a:extLst>
              <a:ext uri="{FF2B5EF4-FFF2-40B4-BE49-F238E27FC236}">
                <a16:creationId xmlns:a16="http://schemas.microsoft.com/office/drawing/2014/main" id="{33AD949D-C3DB-2FEC-953C-08C11DD97A79}"/>
              </a:ext>
            </a:extLst>
          </p:cNvPr>
          <p:cNvSpPr/>
          <p:nvPr/>
        </p:nvSpPr>
        <p:spPr>
          <a:xfrm>
            <a:off x="2572113" y="2122428"/>
            <a:ext cx="652596" cy="307777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 noProof="0" dirty="0">
              <a:latin typeface="Bahnschrift" panose="020B0502040204020203" pitchFamily="34" charset="0"/>
            </a:endParaRPr>
          </a:p>
        </p:txBody>
      </p:sp>
      <p:cxnSp>
        <p:nvCxnSpPr>
          <p:cNvPr id="41" name="Přímá spojnice se šipkou 40">
            <a:extLst>
              <a:ext uri="{FF2B5EF4-FFF2-40B4-BE49-F238E27FC236}">
                <a16:creationId xmlns:a16="http://schemas.microsoft.com/office/drawing/2014/main" id="{452B627B-8FFB-8CD3-ECF5-44ED4DA8C0B1}"/>
              </a:ext>
            </a:extLst>
          </p:cNvPr>
          <p:cNvCxnSpPr>
            <a:cxnSpLocks/>
          </p:cNvCxnSpPr>
          <p:nvPr/>
        </p:nvCxnSpPr>
        <p:spPr>
          <a:xfrm>
            <a:off x="2051304" y="1767840"/>
            <a:ext cx="652596" cy="4159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Obdélník: se zakulacenými rohy 44">
            <a:extLst>
              <a:ext uri="{FF2B5EF4-FFF2-40B4-BE49-F238E27FC236}">
                <a16:creationId xmlns:a16="http://schemas.microsoft.com/office/drawing/2014/main" id="{B451E9E2-55FD-ECCA-5FD8-CB2E023252B3}"/>
              </a:ext>
            </a:extLst>
          </p:cNvPr>
          <p:cNvSpPr/>
          <p:nvPr/>
        </p:nvSpPr>
        <p:spPr>
          <a:xfrm>
            <a:off x="4883454" y="2048395"/>
            <a:ext cx="698027" cy="500764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cs-CZ" noProof="0" dirty="0">
                <a:latin typeface="Bahnschrift" panose="020B0502040204020203" pitchFamily="34" charset="0"/>
              </a:rPr>
              <a:t>ESC</a:t>
            </a:r>
          </a:p>
        </p:txBody>
      </p:sp>
      <p:sp>
        <p:nvSpPr>
          <p:cNvPr id="51" name="TextovéPole 50">
            <a:extLst>
              <a:ext uri="{FF2B5EF4-FFF2-40B4-BE49-F238E27FC236}">
                <a16:creationId xmlns:a16="http://schemas.microsoft.com/office/drawing/2014/main" id="{A1D1D8ED-E4DA-4950-0AC4-9CF397A78831}"/>
              </a:ext>
            </a:extLst>
          </p:cNvPr>
          <p:cNvSpPr txBox="1"/>
          <p:nvPr/>
        </p:nvSpPr>
        <p:spPr>
          <a:xfrm>
            <a:off x="838199" y="1495476"/>
            <a:ext cx="1274525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cs-CZ" sz="1600" noProof="0" dirty="0">
                <a:latin typeface="Bahnschrift" panose="020B0502040204020203" pitchFamily="34" charset="0"/>
              </a:rPr>
              <a:t>24V Vstup</a:t>
            </a:r>
          </a:p>
        </p:txBody>
      </p:sp>
      <p:cxnSp>
        <p:nvCxnSpPr>
          <p:cNvPr id="60" name="Přímá spojnice se šipkou 59">
            <a:extLst>
              <a:ext uri="{FF2B5EF4-FFF2-40B4-BE49-F238E27FC236}">
                <a16:creationId xmlns:a16="http://schemas.microsoft.com/office/drawing/2014/main" id="{2B6BF02A-CAAB-174F-D7F1-94EFA0BC4AD1}"/>
              </a:ext>
            </a:extLst>
          </p:cNvPr>
          <p:cNvCxnSpPr>
            <a:cxnSpLocks/>
            <a:stCxn id="14" idx="3"/>
            <a:endCxn id="45" idx="1"/>
          </p:cNvCxnSpPr>
          <p:nvPr/>
        </p:nvCxnSpPr>
        <p:spPr>
          <a:xfrm flipV="1">
            <a:off x="3887504" y="2298777"/>
            <a:ext cx="995950" cy="65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Přímá spojnice se šipkou 64">
            <a:extLst>
              <a:ext uri="{FF2B5EF4-FFF2-40B4-BE49-F238E27FC236}">
                <a16:creationId xmlns:a16="http://schemas.microsoft.com/office/drawing/2014/main" id="{49473CAC-AFAC-8AEA-2DB2-A9A64B00FF3D}"/>
              </a:ext>
            </a:extLst>
          </p:cNvPr>
          <p:cNvCxnSpPr>
            <a:cxnSpLocks/>
            <a:stCxn id="23" idx="2"/>
            <a:endCxn id="66" idx="0"/>
          </p:cNvCxnSpPr>
          <p:nvPr/>
        </p:nvCxnSpPr>
        <p:spPr>
          <a:xfrm flipH="1">
            <a:off x="3580369" y="3664667"/>
            <a:ext cx="1184" cy="1710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Obdélník: se zakulacenými rohy 65">
            <a:extLst>
              <a:ext uri="{FF2B5EF4-FFF2-40B4-BE49-F238E27FC236}">
                <a16:creationId xmlns:a16="http://schemas.microsoft.com/office/drawing/2014/main" id="{66BAC639-0E4A-AFB9-B364-0F3FDB34D1BD}"/>
              </a:ext>
            </a:extLst>
          </p:cNvPr>
          <p:cNvSpPr/>
          <p:nvPr/>
        </p:nvSpPr>
        <p:spPr>
          <a:xfrm>
            <a:off x="3176509" y="3835694"/>
            <a:ext cx="807720" cy="576072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cs-CZ" sz="1400" noProof="0" dirty="0">
                <a:latin typeface="Bahnschrift" panose="020B0502040204020203" pitchFamily="34" charset="0"/>
              </a:rPr>
              <a:t>DC-DC 3V3</a:t>
            </a:r>
          </a:p>
        </p:txBody>
      </p:sp>
      <p:sp>
        <p:nvSpPr>
          <p:cNvPr id="74" name="Obdélník: se zakulacenými rohy 73">
            <a:extLst>
              <a:ext uri="{FF2B5EF4-FFF2-40B4-BE49-F238E27FC236}">
                <a16:creationId xmlns:a16="http://schemas.microsoft.com/office/drawing/2014/main" id="{6880012A-0463-FCB8-A480-8CB0AF311AEE}"/>
              </a:ext>
            </a:extLst>
          </p:cNvPr>
          <p:cNvSpPr/>
          <p:nvPr/>
        </p:nvSpPr>
        <p:spPr>
          <a:xfrm>
            <a:off x="8081427" y="4082402"/>
            <a:ext cx="681614" cy="364815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cs-CZ" sz="1400" noProof="0" dirty="0">
                <a:latin typeface="Bahnschrift" panose="020B0502040204020203" pitchFamily="34" charset="0"/>
              </a:rPr>
              <a:t>TEMP</a:t>
            </a:r>
          </a:p>
        </p:txBody>
      </p:sp>
      <p:sp>
        <p:nvSpPr>
          <p:cNvPr id="75" name="Obdélník: se zakulacenými rohy 74">
            <a:extLst>
              <a:ext uri="{FF2B5EF4-FFF2-40B4-BE49-F238E27FC236}">
                <a16:creationId xmlns:a16="http://schemas.microsoft.com/office/drawing/2014/main" id="{237ED97A-E832-9A83-062C-FE5F32DF9F4E}"/>
              </a:ext>
            </a:extLst>
          </p:cNvPr>
          <p:cNvSpPr/>
          <p:nvPr/>
        </p:nvSpPr>
        <p:spPr>
          <a:xfrm>
            <a:off x="8081427" y="4603822"/>
            <a:ext cx="681614" cy="364815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cs-CZ" sz="1400" noProof="0" dirty="0">
                <a:latin typeface="Bahnschrift" panose="020B0502040204020203" pitchFamily="34" charset="0"/>
              </a:rPr>
              <a:t>BARO</a:t>
            </a:r>
          </a:p>
        </p:txBody>
      </p:sp>
      <p:sp>
        <p:nvSpPr>
          <p:cNvPr id="76" name="Obdélník: se zakulacenými rohy 75">
            <a:extLst>
              <a:ext uri="{FF2B5EF4-FFF2-40B4-BE49-F238E27FC236}">
                <a16:creationId xmlns:a16="http://schemas.microsoft.com/office/drawing/2014/main" id="{3E3A79E2-0A61-B3C3-07DD-0D6072361E07}"/>
              </a:ext>
            </a:extLst>
          </p:cNvPr>
          <p:cNvSpPr/>
          <p:nvPr/>
        </p:nvSpPr>
        <p:spPr>
          <a:xfrm>
            <a:off x="8081427" y="3571230"/>
            <a:ext cx="681614" cy="364815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cs-CZ" sz="1400" noProof="0" dirty="0">
                <a:latin typeface="Bahnschrift" panose="020B0502040204020203" pitchFamily="34" charset="0"/>
              </a:rPr>
              <a:t>IMU</a:t>
            </a:r>
            <a:endParaRPr lang="cs-CZ" noProof="0" dirty="0">
              <a:latin typeface="Bahnschrift" panose="020B0502040204020203" pitchFamily="34" charset="0"/>
            </a:endParaRPr>
          </a:p>
        </p:txBody>
      </p:sp>
      <p:cxnSp>
        <p:nvCxnSpPr>
          <p:cNvPr id="87" name="Přímá spojnice 86">
            <a:extLst>
              <a:ext uri="{FF2B5EF4-FFF2-40B4-BE49-F238E27FC236}">
                <a16:creationId xmlns:a16="http://schemas.microsoft.com/office/drawing/2014/main" id="{6B6985A0-B537-5489-EAFE-6F3A865C23C8}"/>
              </a:ext>
            </a:extLst>
          </p:cNvPr>
          <p:cNvCxnSpPr>
            <a:cxnSpLocks/>
            <a:stCxn id="76" idx="1"/>
          </p:cNvCxnSpPr>
          <p:nvPr/>
        </p:nvCxnSpPr>
        <p:spPr>
          <a:xfrm flipH="1">
            <a:off x="7670799" y="3753638"/>
            <a:ext cx="41062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Přímá spojnice 88">
            <a:extLst>
              <a:ext uri="{FF2B5EF4-FFF2-40B4-BE49-F238E27FC236}">
                <a16:creationId xmlns:a16="http://schemas.microsoft.com/office/drawing/2014/main" id="{54D28E01-0CC3-F714-6FAF-8A0CE349067D}"/>
              </a:ext>
            </a:extLst>
          </p:cNvPr>
          <p:cNvCxnSpPr>
            <a:cxnSpLocks/>
            <a:stCxn id="74" idx="1"/>
          </p:cNvCxnSpPr>
          <p:nvPr/>
        </p:nvCxnSpPr>
        <p:spPr>
          <a:xfrm flipH="1">
            <a:off x="7670800" y="4264810"/>
            <a:ext cx="41062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Přímá spojnice 92">
            <a:extLst>
              <a:ext uri="{FF2B5EF4-FFF2-40B4-BE49-F238E27FC236}">
                <a16:creationId xmlns:a16="http://schemas.microsoft.com/office/drawing/2014/main" id="{A74739ED-BDCE-0798-8629-06F6F1A5FE9C}"/>
              </a:ext>
            </a:extLst>
          </p:cNvPr>
          <p:cNvCxnSpPr>
            <a:cxnSpLocks/>
          </p:cNvCxnSpPr>
          <p:nvPr/>
        </p:nvCxnSpPr>
        <p:spPr>
          <a:xfrm flipH="1" flipV="1">
            <a:off x="6460475" y="4259365"/>
            <a:ext cx="1223567" cy="544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Přímá spojnice 94">
            <a:extLst>
              <a:ext uri="{FF2B5EF4-FFF2-40B4-BE49-F238E27FC236}">
                <a16:creationId xmlns:a16="http://schemas.microsoft.com/office/drawing/2014/main" id="{9DBF8FCD-CBD9-DA4C-BA05-70E97102F807}"/>
              </a:ext>
            </a:extLst>
          </p:cNvPr>
          <p:cNvCxnSpPr>
            <a:cxnSpLocks/>
          </p:cNvCxnSpPr>
          <p:nvPr/>
        </p:nvCxnSpPr>
        <p:spPr>
          <a:xfrm>
            <a:off x="7672929" y="3750180"/>
            <a:ext cx="0" cy="104061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Vývojový diagram: spojnice 101">
            <a:extLst>
              <a:ext uri="{FF2B5EF4-FFF2-40B4-BE49-F238E27FC236}">
                <a16:creationId xmlns:a16="http://schemas.microsoft.com/office/drawing/2014/main" id="{FFF079CE-5675-3B5F-CC4E-E0D9A95A5925}"/>
              </a:ext>
            </a:extLst>
          </p:cNvPr>
          <p:cNvSpPr/>
          <p:nvPr/>
        </p:nvSpPr>
        <p:spPr>
          <a:xfrm>
            <a:off x="7647940" y="4757366"/>
            <a:ext cx="45719" cy="50502"/>
          </a:xfrm>
          <a:prstGeom prst="flowChartConnector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>
              <a:latin typeface="Bahnschrift" panose="020B0502040204020203" pitchFamily="34" charset="0"/>
            </a:endParaRPr>
          </a:p>
        </p:txBody>
      </p:sp>
      <p:sp>
        <p:nvSpPr>
          <p:cNvPr id="103" name="Vývojový diagram: spojnice 102">
            <a:extLst>
              <a:ext uri="{FF2B5EF4-FFF2-40B4-BE49-F238E27FC236}">
                <a16:creationId xmlns:a16="http://schemas.microsoft.com/office/drawing/2014/main" id="{2562BA1B-50C9-DE9F-2808-8A8BAC0B3B05}"/>
              </a:ext>
            </a:extLst>
          </p:cNvPr>
          <p:cNvSpPr/>
          <p:nvPr/>
        </p:nvSpPr>
        <p:spPr>
          <a:xfrm>
            <a:off x="7647940" y="4239558"/>
            <a:ext cx="45719" cy="50502"/>
          </a:xfrm>
          <a:prstGeom prst="flowChartConnector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>
              <a:latin typeface="Bahnschrift" panose="020B0502040204020203" pitchFamily="34" charset="0"/>
            </a:endParaRPr>
          </a:p>
        </p:txBody>
      </p:sp>
      <p:sp>
        <p:nvSpPr>
          <p:cNvPr id="113" name="TextovéPole 112">
            <a:extLst>
              <a:ext uri="{FF2B5EF4-FFF2-40B4-BE49-F238E27FC236}">
                <a16:creationId xmlns:a16="http://schemas.microsoft.com/office/drawing/2014/main" id="{03E8B283-9C22-55C8-51B2-23B60253272F}"/>
              </a:ext>
            </a:extLst>
          </p:cNvPr>
          <p:cNvSpPr txBox="1"/>
          <p:nvPr/>
        </p:nvSpPr>
        <p:spPr>
          <a:xfrm>
            <a:off x="6812954" y="3200772"/>
            <a:ext cx="871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1200" noProof="0" dirty="0">
                <a:latin typeface="Bahnschrift" panose="020B0502040204020203" pitchFamily="34" charset="0"/>
              </a:rPr>
              <a:t>I2C2 BUS</a:t>
            </a:r>
          </a:p>
        </p:txBody>
      </p:sp>
      <p:sp>
        <p:nvSpPr>
          <p:cNvPr id="114" name="Obdélník: se zakulacenými rohy 113">
            <a:extLst>
              <a:ext uri="{FF2B5EF4-FFF2-40B4-BE49-F238E27FC236}">
                <a16:creationId xmlns:a16="http://schemas.microsoft.com/office/drawing/2014/main" id="{7FC0915B-D82A-89E8-2EBD-4CE6341A04E4}"/>
              </a:ext>
            </a:extLst>
          </p:cNvPr>
          <p:cNvSpPr/>
          <p:nvPr/>
        </p:nvSpPr>
        <p:spPr>
          <a:xfrm>
            <a:off x="7939274" y="3390819"/>
            <a:ext cx="946958" cy="1696878"/>
          </a:xfrm>
          <a:prstGeom prst="roundRect">
            <a:avLst/>
          </a:prstGeom>
          <a:noFill/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cxnSp>
        <p:nvCxnSpPr>
          <p:cNvPr id="116" name="Přímá spojnice se šipkou 115">
            <a:extLst>
              <a:ext uri="{FF2B5EF4-FFF2-40B4-BE49-F238E27FC236}">
                <a16:creationId xmlns:a16="http://schemas.microsoft.com/office/drawing/2014/main" id="{E1B734B3-6B6F-255F-EA19-CE0D3E8A97D3}"/>
              </a:ext>
            </a:extLst>
          </p:cNvPr>
          <p:cNvCxnSpPr>
            <a:cxnSpLocks/>
          </p:cNvCxnSpPr>
          <p:nvPr/>
        </p:nvCxnSpPr>
        <p:spPr>
          <a:xfrm>
            <a:off x="3980178" y="4020766"/>
            <a:ext cx="5389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Přímá spojnice se šipkou 118">
            <a:extLst>
              <a:ext uri="{FF2B5EF4-FFF2-40B4-BE49-F238E27FC236}">
                <a16:creationId xmlns:a16="http://schemas.microsoft.com/office/drawing/2014/main" id="{CC2E10A6-AB66-4054-D751-2D4FA9ECCCE2}"/>
              </a:ext>
            </a:extLst>
          </p:cNvPr>
          <p:cNvCxnSpPr>
            <a:cxnSpLocks/>
          </p:cNvCxnSpPr>
          <p:nvPr/>
        </p:nvCxnSpPr>
        <p:spPr>
          <a:xfrm>
            <a:off x="3980178" y="4225854"/>
            <a:ext cx="88371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TextovéPole 119">
            <a:extLst>
              <a:ext uri="{FF2B5EF4-FFF2-40B4-BE49-F238E27FC236}">
                <a16:creationId xmlns:a16="http://schemas.microsoft.com/office/drawing/2014/main" id="{F8E684B0-B4AC-7FCA-BCF0-F23ECE79A73C}"/>
              </a:ext>
            </a:extLst>
          </p:cNvPr>
          <p:cNvSpPr txBox="1"/>
          <p:nvPr/>
        </p:nvSpPr>
        <p:spPr>
          <a:xfrm>
            <a:off x="5550132" y="4411766"/>
            <a:ext cx="4395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1200" noProof="0" dirty="0">
                <a:latin typeface="Bahnschrift" panose="020B0502040204020203" pitchFamily="34" charset="0"/>
              </a:rPr>
              <a:t>5V</a:t>
            </a:r>
          </a:p>
        </p:txBody>
      </p:sp>
      <p:cxnSp>
        <p:nvCxnSpPr>
          <p:cNvPr id="156" name="Přímá spojnice se šipkou 155">
            <a:extLst>
              <a:ext uri="{FF2B5EF4-FFF2-40B4-BE49-F238E27FC236}">
                <a16:creationId xmlns:a16="http://schemas.microsoft.com/office/drawing/2014/main" id="{0E62B894-D88D-9857-8721-4DD08DD8359D}"/>
              </a:ext>
            </a:extLst>
          </p:cNvPr>
          <p:cNvCxnSpPr>
            <a:cxnSpLocks/>
            <a:stCxn id="157" idx="3"/>
            <a:endCxn id="66" idx="1"/>
          </p:cNvCxnSpPr>
          <p:nvPr/>
        </p:nvCxnSpPr>
        <p:spPr>
          <a:xfrm flipV="1">
            <a:off x="2359390" y="4123730"/>
            <a:ext cx="817119" cy="5519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7" name="TextovéPole 156">
            <a:extLst>
              <a:ext uri="{FF2B5EF4-FFF2-40B4-BE49-F238E27FC236}">
                <a16:creationId xmlns:a16="http://schemas.microsoft.com/office/drawing/2014/main" id="{452D9C8F-DE92-5ACE-11A1-CE05ED552345}"/>
              </a:ext>
            </a:extLst>
          </p:cNvPr>
          <p:cNvSpPr txBox="1"/>
          <p:nvPr/>
        </p:nvSpPr>
        <p:spPr>
          <a:xfrm>
            <a:off x="366053" y="4137103"/>
            <a:ext cx="1993337" cy="10772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cs-CZ" sz="1600" noProof="0" dirty="0">
                <a:latin typeface="Bahnschrift" panose="020B0502040204020203" pitchFamily="34" charset="0"/>
              </a:rPr>
              <a:t>3.3V Step-Down converter</a:t>
            </a:r>
          </a:p>
          <a:p>
            <a:r>
              <a:rPr lang="cs-CZ" sz="1600" i="1" noProof="0" dirty="0">
                <a:latin typeface="Bahnschrift" panose="020B0502040204020203" pitchFamily="34" charset="0"/>
              </a:rPr>
              <a:t>Senzory, MCU, EEPROM</a:t>
            </a:r>
          </a:p>
        </p:txBody>
      </p:sp>
      <p:cxnSp>
        <p:nvCxnSpPr>
          <p:cNvPr id="161" name="Přímá spojnice se šipkou 160">
            <a:extLst>
              <a:ext uri="{FF2B5EF4-FFF2-40B4-BE49-F238E27FC236}">
                <a16:creationId xmlns:a16="http://schemas.microsoft.com/office/drawing/2014/main" id="{A92F1D04-4E11-CA87-380A-4F19C8DB87AA}"/>
              </a:ext>
            </a:extLst>
          </p:cNvPr>
          <p:cNvCxnSpPr>
            <a:cxnSpLocks/>
            <a:stCxn id="165" idx="0"/>
          </p:cNvCxnSpPr>
          <p:nvPr/>
        </p:nvCxnSpPr>
        <p:spPr>
          <a:xfrm flipV="1">
            <a:off x="2865048" y="4345778"/>
            <a:ext cx="2018406" cy="12188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5" name="TextovéPole 164">
            <a:extLst>
              <a:ext uri="{FF2B5EF4-FFF2-40B4-BE49-F238E27FC236}">
                <a16:creationId xmlns:a16="http://schemas.microsoft.com/office/drawing/2014/main" id="{5EBED150-F78D-011C-D214-3F4EED23A95C}"/>
              </a:ext>
            </a:extLst>
          </p:cNvPr>
          <p:cNvSpPr txBox="1"/>
          <p:nvPr/>
        </p:nvSpPr>
        <p:spPr>
          <a:xfrm>
            <a:off x="1462880" y="5564615"/>
            <a:ext cx="2804336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cs-CZ" sz="1600" noProof="0" dirty="0">
                <a:latin typeface="Bahnschrift" panose="020B0502040204020203" pitchFamily="34" charset="0"/>
              </a:rPr>
              <a:t>FCU = Flight Control Unit</a:t>
            </a:r>
          </a:p>
        </p:txBody>
      </p:sp>
      <p:cxnSp>
        <p:nvCxnSpPr>
          <p:cNvPr id="229" name="Přímá spojnice se šipkou 228">
            <a:extLst>
              <a:ext uri="{FF2B5EF4-FFF2-40B4-BE49-F238E27FC236}">
                <a16:creationId xmlns:a16="http://schemas.microsoft.com/office/drawing/2014/main" id="{4D70CDC3-C3D4-3EC4-415B-4B8F782AAA74}"/>
              </a:ext>
            </a:extLst>
          </p:cNvPr>
          <p:cNvCxnSpPr>
            <a:cxnSpLocks/>
            <a:stCxn id="45" idx="3"/>
            <a:endCxn id="234" idx="1"/>
          </p:cNvCxnSpPr>
          <p:nvPr/>
        </p:nvCxnSpPr>
        <p:spPr>
          <a:xfrm>
            <a:off x="5581481" y="2298777"/>
            <a:ext cx="3333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4" name="Obdélník: se zakulacenými rohy 233">
            <a:extLst>
              <a:ext uri="{FF2B5EF4-FFF2-40B4-BE49-F238E27FC236}">
                <a16:creationId xmlns:a16="http://schemas.microsoft.com/office/drawing/2014/main" id="{4D6CD3B6-1F10-8BAE-5F50-637CC1BFBD68}"/>
              </a:ext>
            </a:extLst>
          </p:cNvPr>
          <p:cNvSpPr/>
          <p:nvPr/>
        </p:nvSpPr>
        <p:spPr>
          <a:xfrm>
            <a:off x="5914845" y="2182552"/>
            <a:ext cx="1325172" cy="232449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cs-CZ" sz="1200" noProof="0" dirty="0">
                <a:latin typeface="Bahnschrift" panose="020B0502040204020203" pitchFamily="34" charset="0"/>
              </a:rPr>
              <a:t>BLDC MOTORS</a:t>
            </a:r>
          </a:p>
        </p:txBody>
      </p:sp>
      <p:cxnSp>
        <p:nvCxnSpPr>
          <p:cNvPr id="253" name="Přímá spojnice se šipkou 252">
            <a:extLst>
              <a:ext uri="{FF2B5EF4-FFF2-40B4-BE49-F238E27FC236}">
                <a16:creationId xmlns:a16="http://schemas.microsoft.com/office/drawing/2014/main" id="{2CE86B10-1272-D619-4F92-6B6C507F5135}"/>
              </a:ext>
            </a:extLst>
          </p:cNvPr>
          <p:cNvCxnSpPr>
            <a:cxnSpLocks/>
          </p:cNvCxnSpPr>
          <p:nvPr/>
        </p:nvCxnSpPr>
        <p:spPr>
          <a:xfrm>
            <a:off x="4796066" y="1640091"/>
            <a:ext cx="203065" cy="4229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4" name="TextovéPole 253">
            <a:extLst>
              <a:ext uri="{FF2B5EF4-FFF2-40B4-BE49-F238E27FC236}">
                <a16:creationId xmlns:a16="http://schemas.microsoft.com/office/drawing/2014/main" id="{FBC5CC8B-F85C-E55F-E758-2F5DA7C12AC0}"/>
              </a:ext>
            </a:extLst>
          </p:cNvPr>
          <p:cNvSpPr txBox="1"/>
          <p:nvPr/>
        </p:nvSpPr>
        <p:spPr>
          <a:xfrm>
            <a:off x="3004426" y="1051900"/>
            <a:ext cx="3456049" cy="5847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cs-CZ" sz="1600" noProof="0" dirty="0">
                <a:latin typeface="Bahnschrift" panose="020B0502040204020203" pitchFamily="34" charset="0"/>
              </a:rPr>
              <a:t>ESC = Electronic speed controller, </a:t>
            </a:r>
            <a:r>
              <a:rPr lang="cs-CZ" sz="1600" i="1" noProof="0" dirty="0">
                <a:latin typeface="Bahnschrift" panose="020B0502040204020203" pitchFamily="34" charset="0"/>
              </a:rPr>
              <a:t>Driver pro BLDC motory</a:t>
            </a:r>
          </a:p>
        </p:txBody>
      </p:sp>
      <p:sp>
        <p:nvSpPr>
          <p:cNvPr id="260" name="TextovéPole 259">
            <a:extLst>
              <a:ext uri="{FF2B5EF4-FFF2-40B4-BE49-F238E27FC236}">
                <a16:creationId xmlns:a16="http://schemas.microsoft.com/office/drawing/2014/main" id="{38E6D360-CBFF-73F2-A46D-9D1FA734D6A7}"/>
              </a:ext>
            </a:extLst>
          </p:cNvPr>
          <p:cNvSpPr txBox="1"/>
          <p:nvPr/>
        </p:nvSpPr>
        <p:spPr>
          <a:xfrm>
            <a:off x="6958338" y="1050386"/>
            <a:ext cx="2091994" cy="5847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cs-CZ" sz="1600" noProof="0" dirty="0">
                <a:latin typeface="Bahnschrift" panose="020B0502040204020203" pitchFamily="34" charset="0"/>
              </a:rPr>
              <a:t>Motory s používané pro pohon</a:t>
            </a:r>
          </a:p>
        </p:txBody>
      </p:sp>
      <p:sp>
        <p:nvSpPr>
          <p:cNvPr id="281" name="TextovéPole 280">
            <a:extLst>
              <a:ext uri="{FF2B5EF4-FFF2-40B4-BE49-F238E27FC236}">
                <a16:creationId xmlns:a16="http://schemas.microsoft.com/office/drawing/2014/main" id="{910E5605-167D-B059-53F6-6F37B713F4A8}"/>
              </a:ext>
            </a:extLst>
          </p:cNvPr>
          <p:cNvSpPr txBox="1"/>
          <p:nvPr/>
        </p:nvSpPr>
        <p:spPr>
          <a:xfrm>
            <a:off x="7934362" y="3158487"/>
            <a:ext cx="10675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1200" noProof="0" dirty="0">
                <a:latin typeface="Bahnschrift" panose="020B0502040204020203" pitchFamily="34" charset="0"/>
              </a:rPr>
              <a:t>SENSORICS</a:t>
            </a:r>
          </a:p>
        </p:txBody>
      </p:sp>
      <p:cxnSp>
        <p:nvCxnSpPr>
          <p:cNvPr id="286" name="Přímá spojnice se šipkou 285">
            <a:extLst>
              <a:ext uri="{FF2B5EF4-FFF2-40B4-BE49-F238E27FC236}">
                <a16:creationId xmlns:a16="http://schemas.microsoft.com/office/drawing/2014/main" id="{51BF80D9-0DDF-F533-7649-6C639D3D06A4}"/>
              </a:ext>
            </a:extLst>
          </p:cNvPr>
          <p:cNvCxnSpPr>
            <a:cxnSpLocks/>
            <a:stCxn id="287" idx="1"/>
            <a:endCxn id="76" idx="3"/>
          </p:cNvCxnSpPr>
          <p:nvPr/>
        </p:nvCxnSpPr>
        <p:spPr>
          <a:xfrm flipH="1">
            <a:off x="8763041" y="3678318"/>
            <a:ext cx="448605" cy="753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7" name="TextovéPole 286">
            <a:extLst>
              <a:ext uri="{FF2B5EF4-FFF2-40B4-BE49-F238E27FC236}">
                <a16:creationId xmlns:a16="http://schemas.microsoft.com/office/drawing/2014/main" id="{38E9164F-888E-D948-6994-9C520159E84E}"/>
              </a:ext>
            </a:extLst>
          </p:cNvPr>
          <p:cNvSpPr txBox="1"/>
          <p:nvPr/>
        </p:nvSpPr>
        <p:spPr>
          <a:xfrm>
            <a:off x="9211646" y="3262819"/>
            <a:ext cx="2827703" cy="83099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r>
              <a:rPr lang="cs-CZ" sz="1600" noProof="0" dirty="0">
                <a:latin typeface="Bahnschrift"/>
              </a:rPr>
              <a:t>IMU = Inertial Measurement Unit, </a:t>
            </a:r>
            <a:r>
              <a:rPr lang="cs-CZ" sz="1600" i="1" noProof="0" dirty="0">
                <a:latin typeface="Bahnschrift"/>
              </a:rPr>
              <a:t>zabudovaný gyroskop a akcelerometr</a:t>
            </a:r>
          </a:p>
        </p:txBody>
      </p:sp>
      <p:sp>
        <p:nvSpPr>
          <p:cNvPr id="291" name="TextovéPole 290">
            <a:extLst>
              <a:ext uri="{FF2B5EF4-FFF2-40B4-BE49-F238E27FC236}">
                <a16:creationId xmlns:a16="http://schemas.microsoft.com/office/drawing/2014/main" id="{65986FE7-BD44-4159-CF47-69E7243B1F54}"/>
              </a:ext>
            </a:extLst>
          </p:cNvPr>
          <p:cNvSpPr txBox="1"/>
          <p:nvPr/>
        </p:nvSpPr>
        <p:spPr>
          <a:xfrm>
            <a:off x="9201579" y="4191713"/>
            <a:ext cx="1122028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cs-CZ" sz="1600" noProof="0" dirty="0">
                <a:latin typeface="Bahnschrift" panose="020B0502040204020203" pitchFamily="34" charset="0"/>
              </a:rPr>
              <a:t>Teploměr </a:t>
            </a:r>
          </a:p>
        </p:txBody>
      </p:sp>
      <p:sp>
        <p:nvSpPr>
          <p:cNvPr id="296" name="TextovéPole 295">
            <a:extLst>
              <a:ext uri="{FF2B5EF4-FFF2-40B4-BE49-F238E27FC236}">
                <a16:creationId xmlns:a16="http://schemas.microsoft.com/office/drawing/2014/main" id="{EB6AD35E-3BDE-CFC9-95FF-D7CBCB9D471B}"/>
              </a:ext>
            </a:extLst>
          </p:cNvPr>
          <p:cNvSpPr txBox="1"/>
          <p:nvPr/>
        </p:nvSpPr>
        <p:spPr>
          <a:xfrm>
            <a:off x="9201579" y="4616040"/>
            <a:ext cx="1122028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cs-CZ" sz="1600" noProof="0" dirty="0">
                <a:latin typeface="Bahnschrift" panose="020B0502040204020203" pitchFamily="34" charset="0"/>
              </a:rPr>
              <a:t>Barometr</a:t>
            </a:r>
          </a:p>
        </p:txBody>
      </p:sp>
      <p:cxnSp>
        <p:nvCxnSpPr>
          <p:cNvPr id="297" name="Přímá spojnice se šipkou 296">
            <a:extLst>
              <a:ext uri="{FF2B5EF4-FFF2-40B4-BE49-F238E27FC236}">
                <a16:creationId xmlns:a16="http://schemas.microsoft.com/office/drawing/2014/main" id="{CD896E90-21FD-3D84-B365-624178D25C1E}"/>
              </a:ext>
            </a:extLst>
          </p:cNvPr>
          <p:cNvCxnSpPr>
            <a:cxnSpLocks/>
            <a:stCxn id="291" idx="1"/>
            <a:endCxn id="74" idx="3"/>
          </p:cNvCxnSpPr>
          <p:nvPr/>
        </p:nvCxnSpPr>
        <p:spPr>
          <a:xfrm flipH="1" flipV="1">
            <a:off x="8763041" y="4264810"/>
            <a:ext cx="438538" cy="961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" name="Přímá spojnice se šipkou 299">
            <a:extLst>
              <a:ext uri="{FF2B5EF4-FFF2-40B4-BE49-F238E27FC236}">
                <a16:creationId xmlns:a16="http://schemas.microsoft.com/office/drawing/2014/main" id="{41D0004E-B18E-93A0-8BD0-2EC692F3AB6E}"/>
              </a:ext>
            </a:extLst>
          </p:cNvPr>
          <p:cNvCxnSpPr>
            <a:cxnSpLocks/>
            <a:stCxn id="296" idx="1"/>
            <a:endCxn id="75" idx="3"/>
          </p:cNvCxnSpPr>
          <p:nvPr/>
        </p:nvCxnSpPr>
        <p:spPr>
          <a:xfrm flipH="1">
            <a:off x="8763041" y="4785317"/>
            <a:ext cx="438538" cy="9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ovéPole 3">
            <a:extLst>
              <a:ext uri="{FF2B5EF4-FFF2-40B4-BE49-F238E27FC236}">
                <a16:creationId xmlns:a16="http://schemas.microsoft.com/office/drawing/2014/main" id="{CC38E3E3-78CC-6E22-FF7F-16C9D7BF8DD9}"/>
              </a:ext>
            </a:extLst>
          </p:cNvPr>
          <p:cNvSpPr txBox="1"/>
          <p:nvPr/>
        </p:nvSpPr>
        <p:spPr>
          <a:xfrm>
            <a:off x="11738114" y="82412"/>
            <a:ext cx="3145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cs-CZ" noProof="0" dirty="0">
              <a:latin typeface="Bahnschrift" panose="020B0502040204020203" pitchFamily="34" charset="0"/>
            </a:endParaRPr>
          </a:p>
          <a:p>
            <a:endParaRPr lang="cs-CZ" noProof="0" dirty="0">
              <a:latin typeface="Bahnschrift" panose="020B0502040204020203" pitchFamily="34" charset="0"/>
            </a:endParaRPr>
          </a:p>
        </p:txBody>
      </p:sp>
      <p:sp>
        <p:nvSpPr>
          <p:cNvPr id="5" name="Obdélník: se zakulacenými rohy 4">
            <a:extLst>
              <a:ext uri="{FF2B5EF4-FFF2-40B4-BE49-F238E27FC236}">
                <a16:creationId xmlns:a16="http://schemas.microsoft.com/office/drawing/2014/main" id="{6167E246-C707-37EA-ED8F-2A22CFB2B88E}"/>
              </a:ext>
            </a:extLst>
          </p:cNvPr>
          <p:cNvSpPr/>
          <p:nvPr/>
        </p:nvSpPr>
        <p:spPr>
          <a:xfrm>
            <a:off x="5884902" y="3310730"/>
            <a:ext cx="737156" cy="1079317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cs-CZ" noProof="0" dirty="0">
                <a:latin typeface="Bahnschrift" panose="020B0502040204020203" pitchFamily="34" charset="0"/>
              </a:rPr>
              <a:t>SCU</a:t>
            </a:r>
          </a:p>
        </p:txBody>
      </p:sp>
      <p:cxnSp>
        <p:nvCxnSpPr>
          <p:cNvPr id="28" name="Přímá spojnice se šipkou 27">
            <a:extLst>
              <a:ext uri="{FF2B5EF4-FFF2-40B4-BE49-F238E27FC236}">
                <a16:creationId xmlns:a16="http://schemas.microsoft.com/office/drawing/2014/main" id="{64C3A06A-F8B9-90C4-4F99-CB948695351F}"/>
              </a:ext>
            </a:extLst>
          </p:cNvPr>
          <p:cNvCxnSpPr>
            <a:cxnSpLocks/>
            <a:stCxn id="35" idx="0"/>
            <a:endCxn id="45" idx="2"/>
          </p:cNvCxnSpPr>
          <p:nvPr/>
        </p:nvCxnSpPr>
        <p:spPr>
          <a:xfrm flipV="1">
            <a:off x="5232468" y="2549159"/>
            <a:ext cx="0" cy="7615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Obdélník: se zakulacenými rohy 48">
            <a:extLst>
              <a:ext uri="{FF2B5EF4-FFF2-40B4-BE49-F238E27FC236}">
                <a16:creationId xmlns:a16="http://schemas.microsoft.com/office/drawing/2014/main" id="{02944E9A-7F62-1B28-67D2-E313EEA11938}"/>
              </a:ext>
            </a:extLst>
          </p:cNvPr>
          <p:cNvSpPr/>
          <p:nvPr/>
        </p:nvSpPr>
        <p:spPr>
          <a:xfrm>
            <a:off x="3333756" y="2657540"/>
            <a:ext cx="490860" cy="247298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cs-CZ" sz="500" noProof="0" dirty="0">
                <a:latin typeface="Bahnschrift" panose="020B0502040204020203" pitchFamily="34" charset="0"/>
              </a:rPr>
              <a:t>VOLTAGE MONITOR</a:t>
            </a:r>
            <a:endParaRPr lang="cs-CZ" sz="1050" noProof="0" dirty="0">
              <a:latin typeface="Bahnschrift" panose="020B0502040204020203" pitchFamily="34" charset="0"/>
            </a:endParaRPr>
          </a:p>
        </p:txBody>
      </p:sp>
      <p:cxnSp>
        <p:nvCxnSpPr>
          <p:cNvPr id="53" name="Přímá spojnice se šipkou 52">
            <a:extLst>
              <a:ext uri="{FF2B5EF4-FFF2-40B4-BE49-F238E27FC236}">
                <a16:creationId xmlns:a16="http://schemas.microsoft.com/office/drawing/2014/main" id="{3F99E8FD-50A1-C6C2-5375-83D82CA679A4}"/>
              </a:ext>
            </a:extLst>
          </p:cNvPr>
          <p:cNvCxnSpPr>
            <a:cxnSpLocks/>
            <a:stCxn id="49" idx="2"/>
            <a:endCxn id="23" idx="0"/>
          </p:cNvCxnSpPr>
          <p:nvPr/>
        </p:nvCxnSpPr>
        <p:spPr>
          <a:xfrm>
            <a:off x="3579186" y="2904838"/>
            <a:ext cx="2367" cy="1837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Obdélník: se zakulacenými rohy 129">
            <a:extLst>
              <a:ext uri="{FF2B5EF4-FFF2-40B4-BE49-F238E27FC236}">
                <a16:creationId xmlns:a16="http://schemas.microsoft.com/office/drawing/2014/main" id="{B9594AF9-2910-CD5E-C379-038094FB50CC}"/>
              </a:ext>
            </a:extLst>
          </p:cNvPr>
          <p:cNvSpPr/>
          <p:nvPr/>
        </p:nvSpPr>
        <p:spPr>
          <a:xfrm>
            <a:off x="4863889" y="4739856"/>
            <a:ext cx="737157" cy="377486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cs-CZ" sz="1400" noProof="0" dirty="0">
                <a:latin typeface="Bahnschrift" panose="020B0502040204020203" pitchFamily="34" charset="0"/>
              </a:rPr>
              <a:t>USB</a:t>
            </a:r>
          </a:p>
        </p:txBody>
      </p:sp>
      <p:sp>
        <p:nvSpPr>
          <p:cNvPr id="133" name="Obdélník: se zakulacenými rohy 132">
            <a:extLst>
              <a:ext uri="{FF2B5EF4-FFF2-40B4-BE49-F238E27FC236}">
                <a16:creationId xmlns:a16="http://schemas.microsoft.com/office/drawing/2014/main" id="{73C43E25-BFBF-13E9-9818-DC21CB755262}"/>
              </a:ext>
            </a:extLst>
          </p:cNvPr>
          <p:cNvSpPr/>
          <p:nvPr/>
        </p:nvSpPr>
        <p:spPr>
          <a:xfrm>
            <a:off x="5884902" y="4736262"/>
            <a:ext cx="737157" cy="377486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cs-CZ" sz="1400" noProof="0" dirty="0">
                <a:latin typeface="Bahnschrift" panose="020B0502040204020203" pitchFamily="34" charset="0"/>
              </a:rPr>
              <a:t>USB</a:t>
            </a:r>
          </a:p>
        </p:txBody>
      </p:sp>
      <p:cxnSp>
        <p:nvCxnSpPr>
          <p:cNvPr id="134" name="Přímá spojnice se šipkou 133">
            <a:extLst>
              <a:ext uri="{FF2B5EF4-FFF2-40B4-BE49-F238E27FC236}">
                <a16:creationId xmlns:a16="http://schemas.microsoft.com/office/drawing/2014/main" id="{0B3B9BAF-E8FE-F874-6DF6-94C5EFC63A37}"/>
              </a:ext>
            </a:extLst>
          </p:cNvPr>
          <p:cNvCxnSpPr>
            <a:cxnSpLocks/>
          </p:cNvCxnSpPr>
          <p:nvPr/>
        </p:nvCxnSpPr>
        <p:spPr>
          <a:xfrm>
            <a:off x="3983322" y="3390819"/>
            <a:ext cx="5389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TextovéPole 134">
            <a:extLst>
              <a:ext uri="{FF2B5EF4-FFF2-40B4-BE49-F238E27FC236}">
                <a16:creationId xmlns:a16="http://schemas.microsoft.com/office/drawing/2014/main" id="{F75E3897-EC07-9852-F57B-7A2C9567887F}"/>
              </a:ext>
            </a:extLst>
          </p:cNvPr>
          <p:cNvSpPr txBox="1"/>
          <p:nvPr/>
        </p:nvSpPr>
        <p:spPr>
          <a:xfrm>
            <a:off x="4004866" y="3153655"/>
            <a:ext cx="4395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1200" noProof="0" dirty="0">
                <a:latin typeface="Bahnschrift" panose="020B0502040204020203" pitchFamily="34" charset="0"/>
              </a:rPr>
              <a:t>5V</a:t>
            </a:r>
          </a:p>
        </p:txBody>
      </p:sp>
      <p:cxnSp>
        <p:nvCxnSpPr>
          <p:cNvPr id="142" name="Přímá spojnice se šipkou 141">
            <a:extLst>
              <a:ext uri="{FF2B5EF4-FFF2-40B4-BE49-F238E27FC236}">
                <a16:creationId xmlns:a16="http://schemas.microsoft.com/office/drawing/2014/main" id="{041F953F-D360-FEB8-AD01-D68D9B31CD41}"/>
              </a:ext>
            </a:extLst>
          </p:cNvPr>
          <p:cNvCxnSpPr>
            <a:cxnSpLocks/>
            <a:stCxn id="130" idx="0"/>
            <a:endCxn id="35" idx="2"/>
          </p:cNvCxnSpPr>
          <p:nvPr/>
        </p:nvCxnSpPr>
        <p:spPr>
          <a:xfrm flipV="1">
            <a:off x="5232468" y="4390047"/>
            <a:ext cx="0" cy="3498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Přímá spojnice se šipkou 146">
            <a:extLst>
              <a:ext uri="{FF2B5EF4-FFF2-40B4-BE49-F238E27FC236}">
                <a16:creationId xmlns:a16="http://schemas.microsoft.com/office/drawing/2014/main" id="{600586AF-14DC-C624-2F6F-B807658F5A7D}"/>
              </a:ext>
            </a:extLst>
          </p:cNvPr>
          <p:cNvCxnSpPr>
            <a:cxnSpLocks/>
            <a:stCxn id="133" idx="0"/>
            <a:endCxn id="5" idx="2"/>
          </p:cNvCxnSpPr>
          <p:nvPr/>
        </p:nvCxnSpPr>
        <p:spPr>
          <a:xfrm flipH="1" flipV="1">
            <a:off x="6253480" y="4390047"/>
            <a:ext cx="1" cy="3462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Přímá spojnice se šipkou 154">
            <a:extLst>
              <a:ext uri="{FF2B5EF4-FFF2-40B4-BE49-F238E27FC236}">
                <a16:creationId xmlns:a16="http://schemas.microsoft.com/office/drawing/2014/main" id="{CDB07574-5E64-4F2B-A747-2151470C5ED3}"/>
              </a:ext>
            </a:extLst>
          </p:cNvPr>
          <p:cNvCxnSpPr>
            <a:cxnSpLocks/>
          </p:cNvCxnSpPr>
          <p:nvPr/>
        </p:nvCxnSpPr>
        <p:spPr>
          <a:xfrm>
            <a:off x="5606264" y="3720018"/>
            <a:ext cx="28379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Přímá spojnice se šipkou 159">
            <a:extLst>
              <a:ext uri="{FF2B5EF4-FFF2-40B4-BE49-F238E27FC236}">
                <a16:creationId xmlns:a16="http://schemas.microsoft.com/office/drawing/2014/main" id="{C23619EE-DB1F-076A-FB15-7A6F7BCDB774}"/>
              </a:ext>
            </a:extLst>
          </p:cNvPr>
          <p:cNvCxnSpPr>
            <a:cxnSpLocks/>
          </p:cNvCxnSpPr>
          <p:nvPr/>
        </p:nvCxnSpPr>
        <p:spPr>
          <a:xfrm flipH="1">
            <a:off x="5601046" y="3904655"/>
            <a:ext cx="27739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9" name="Vývojový diagram: spojnice 178">
            <a:extLst>
              <a:ext uri="{FF2B5EF4-FFF2-40B4-BE49-F238E27FC236}">
                <a16:creationId xmlns:a16="http://schemas.microsoft.com/office/drawing/2014/main" id="{50402F99-35AA-6AC7-76EE-B1498E828866}"/>
              </a:ext>
            </a:extLst>
          </p:cNvPr>
          <p:cNvSpPr/>
          <p:nvPr/>
        </p:nvSpPr>
        <p:spPr>
          <a:xfrm>
            <a:off x="7647940" y="3730373"/>
            <a:ext cx="45719" cy="50502"/>
          </a:xfrm>
          <a:prstGeom prst="flowChartConnector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>
              <a:latin typeface="Bahnschrift" panose="020B0502040204020203" pitchFamily="34" charset="0"/>
            </a:endParaRPr>
          </a:p>
        </p:txBody>
      </p:sp>
      <p:cxnSp>
        <p:nvCxnSpPr>
          <p:cNvPr id="180" name="Přímá spojnice 179">
            <a:extLst>
              <a:ext uri="{FF2B5EF4-FFF2-40B4-BE49-F238E27FC236}">
                <a16:creationId xmlns:a16="http://schemas.microsoft.com/office/drawing/2014/main" id="{3629A826-52D5-3792-D621-ECE8EDD7B779}"/>
              </a:ext>
            </a:extLst>
          </p:cNvPr>
          <p:cNvCxnSpPr>
            <a:cxnSpLocks/>
            <a:stCxn id="75" idx="1"/>
          </p:cNvCxnSpPr>
          <p:nvPr/>
        </p:nvCxnSpPr>
        <p:spPr>
          <a:xfrm flipH="1" flipV="1">
            <a:off x="7670800" y="4785317"/>
            <a:ext cx="410627" cy="91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Přímá spojnice se šipkou 187">
            <a:extLst>
              <a:ext uri="{FF2B5EF4-FFF2-40B4-BE49-F238E27FC236}">
                <a16:creationId xmlns:a16="http://schemas.microsoft.com/office/drawing/2014/main" id="{97205DBB-D539-F1CA-ED57-2E9C24BC42D7}"/>
              </a:ext>
            </a:extLst>
          </p:cNvPr>
          <p:cNvCxnSpPr>
            <a:cxnSpLocks/>
            <a:stCxn id="33" idx="3"/>
            <a:endCxn id="23" idx="1"/>
          </p:cNvCxnSpPr>
          <p:nvPr/>
        </p:nvCxnSpPr>
        <p:spPr>
          <a:xfrm flipV="1">
            <a:off x="2433183" y="3376631"/>
            <a:ext cx="744510" cy="1785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2" name="Obdélník: se zakulacenými rohy 191">
            <a:extLst>
              <a:ext uri="{FF2B5EF4-FFF2-40B4-BE49-F238E27FC236}">
                <a16:creationId xmlns:a16="http://schemas.microsoft.com/office/drawing/2014/main" id="{44B623CC-144A-0EC3-F8C8-61321AD33E15}"/>
              </a:ext>
            </a:extLst>
          </p:cNvPr>
          <p:cNvSpPr/>
          <p:nvPr/>
        </p:nvSpPr>
        <p:spPr>
          <a:xfrm>
            <a:off x="8081427" y="2703769"/>
            <a:ext cx="681614" cy="364815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cs-CZ" sz="1400" noProof="0" dirty="0">
                <a:latin typeface="Bahnschrift" panose="020B0502040204020203" pitchFamily="34" charset="0"/>
              </a:rPr>
              <a:t>GPS</a:t>
            </a:r>
            <a:endParaRPr lang="cs-CZ" noProof="0" dirty="0">
              <a:latin typeface="Bahnschrift" panose="020B0502040204020203" pitchFamily="34" charset="0"/>
            </a:endParaRPr>
          </a:p>
        </p:txBody>
      </p:sp>
      <p:sp>
        <p:nvSpPr>
          <p:cNvPr id="193" name="Obdélník: se zakulacenými rohy 192">
            <a:extLst>
              <a:ext uri="{FF2B5EF4-FFF2-40B4-BE49-F238E27FC236}">
                <a16:creationId xmlns:a16="http://schemas.microsoft.com/office/drawing/2014/main" id="{265A2123-FA84-7709-A568-4C06543C04D0}"/>
              </a:ext>
            </a:extLst>
          </p:cNvPr>
          <p:cNvSpPr/>
          <p:nvPr/>
        </p:nvSpPr>
        <p:spPr>
          <a:xfrm>
            <a:off x="5914845" y="2728092"/>
            <a:ext cx="681614" cy="364815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cs-CZ" sz="900" noProof="0" dirty="0">
                <a:latin typeface="Bahnschrift" panose="020B0502040204020203" pitchFamily="34" charset="0"/>
              </a:rPr>
              <a:t>EEPROM</a:t>
            </a:r>
            <a:endParaRPr lang="cs-CZ" sz="1050" noProof="0" dirty="0">
              <a:latin typeface="Bahnschrift" panose="020B0502040204020203" pitchFamily="34" charset="0"/>
            </a:endParaRPr>
          </a:p>
        </p:txBody>
      </p:sp>
      <p:cxnSp>
        <p:nvCxnSpPr>
          <p:cNvPr id="203" name="Přímá spojnice se šipkou 202">
            <a:extLst>
              <a:ext uri="{FF2B5EF4-FFF2-40B4-BE49-F238E27FC236}">
                <a16:creationId xmlns:a16="http://schemas.microsoft.com/office/drawing/2014/main" id="{DCB83ED6-FF69-3FA1-2918-71015BE3BD58}"/>
              </a:ext>
            </a:extLst>
          </p:cNvPr>
          <p:cNvCxnSpPr>
            <a:cxnSpLocks/>
          </p:cNvCxnSpPr>
          <p:nvPr/>
        </p:nvCxnSpPr>
        <p:spPr>
          <a:xfrm flipH="1">
            <a:off x="6105741" y="3092907"/>
            <a:ext cx="2172" cy="2178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Přímá spojnice se šipkou 203">
            <a:extLst>
              <a:ext uri="{FF2B5EF4-FFF2-40B4-BE49-F238E27FC236}">
                <a16:creationId xmlns:a16="http://schemas.microsoft.com/office/drawing/2014/main" id="{F5864E4D-D329-65DA-0566-2D7AB0485D36}"/>
              </a:ext>
            </a:extLst>
          </p:cNvPr>
          <p:cNvCxnSpPr>
            <a:cxnSpLocks/>
          </p:cNvCxnSpPr>
          <p:nvPr/>
        </p:nvCxnSpPr>
        <p:spPr>
          <a:xfrm flipV="1">
            <a:off x="6400321" y="3086011"/>
            <a:ext cx="0" cy="2247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9" name="Obdélník: se zakulacenými rohy 208">
            <a:extLst>
              <a:ext uri="{FF2B5EF4-FFF2-40B4-BE49-F238E27FC236}">
                <a16:creationId xmlns:a16="http://schemas.microsoft.com/office/drawing/2014/main" id="{E1FFBDDE-39A8-ABAC-6933-57146680C71C}"/>
              </a:ext>
            </a:extLst>
          </p:cNvPr>
          <p:cNvSpPr/>
          <p:nvPr/>
        </p:nvSpPr>
        <p:spPr>
          <a:xfrm>
            <a:off x="8071946" y="2160384"/>
            <a:ext cx="681614" cy="364815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cs-CZ" sz="900" noProof="0" dirty="0">
                <a:latin typeface="Bahnschrift" panose="020B0502040204020203" pitchFamily="34" charset="0"/>
              </a:rPr>
              <a:t>RC MODULE</a:t>
            </a:r>
            <a:endParaRPr lang="cs-CZ" sz="1050" noProof="0" dirty="0">
              <a:latin typeface="Bahnschrift" panose="020B0502040204020203" pitchFamily="34" charset="0"/>
            </a:endParaRPr>
          </a:p>
        </p:txBody>
      </p:sp>
      <p:cxnSp>
        <p:nvCxnSpPr>
          <p:cNvPr id="212" name="Přímá spojnice 211">
            <a:extLst>
              <a:ext uri="{FF2B5EF4-FFF2-40B4-BE49-F238E27FC236}">
                <a16:creationId xmlns:a16="http://schemas.microsoft.com/office/drawing/2014/main" id="{BDB7E1A4-B372-5378-F80B-12DB5BA4EE26}"/>
              </a:ext>
            </a:extLst>
          </p:cNvPr>
          <p:cNvCxnSpPr>
            <a:cxnSpLocks/>
            <a:stCxn id="192" idx="1"/>
          </p:cNvCxnSpPr>
          <p:nvPr/>
        </p:nvCxnSpPr>
        <p:spPr>
          <a:xfrm flipH="1" flipV="1">
            <a:off x="7670799" y="2886176"/>
            <a:ext cx="410628" cy="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Přímá spojnice 217">
            <a:extLst>
              <a:ext uri="{FF2B5EF4-FFF2-40B4-BE49-F238E27FC236}">
                <a16:creationId xmlns:a16="http://schemas.microsoft.com/office/drawing/2014/main" id="{BFCBC21C-DC5F-33D5-3AE4-127EBEE5A9C5}"/>
              </a:ext>
            </a:extLst>
          </p:cNvPr>
          <p:cNvCxnSpPr>
            <a:cxnSpLocks/>
            <a:stCxn id="209" idx="1"/>
          </p:cNvCxnSpPr>
          <p:nvPr/>
        </p:nvCxnSpPr>
        <p:spPr>
          <a:xfrm flipH="1">
            <a:off x="7670799" y="2342792"/>
            <a:ext cx="40114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Přímá spojnice 230">
            <a:extLst>
              <a:ext uri="{FF2B5EF4-FFF2-40B4-BE49-F238E27FC236}">
                <a16:creationId xmlns:a16="http://schemas.microsoft.com/office/drawing/2014/main" id="{6AF3CCEB-354D-1657-22EF-93CED15B4134}"/>
              </a:ext>
            </a:extLst>
          </p:cNvPr>
          <p:cNvCxnSpPr>
            <a:cxnSpLocks/>
          </p:cNvCxnSpPr>
          <p:nvPr/>
        </p:nvCxnSpPr>
        <p:spPr>
          <a:xfrm>
            <a:off x="7670799" y="2335901"/>
            <a:ext cx="0" cy="110029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8" name="Vývojový diagram: spojnice 237">
            <a:extLst>
              <a:ext uri="{FF2B5EF4-FFF2-40B4-BE49-F238E27FC236}">
                <a16:creationId xmlns:a16="http://schemas.microsoft.com/office/drawing/2014/main" id="{B4766E54-EBB9-5064-89E4-6BBA5F2F062B}"/>
              </a:ext>
            </a:extLst>
          </p:cNvPr>
          <p:cNvSpPr/>
          <p:nvPr/>
        </p:nvSpPr>
        <p:spPr>
          <a:xfrm>
            <a:off x="7647940" y="2860800"/>
            <a:ext cx="45719" cy="50502"/>
          </a:xfrm>
          <a:prstGeom prst="flowChartConnector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>
              <a:latin typeface="Bahnschrift" panose="020B0502040204020203" pitchFamily="34" charset="0"/>
            </a:endParaRPr>
          </a:p>
        </p:txBody>
      </p:sp>
      <p:sp>
        <p:nvSpPr>
          <p:cNvPr id="239" name="Vývojový diagram: spojnice 238">
            <a:extLst>
              <a:ext uri="{FF2B5EF4-FFF2-40B4-BE49-F238E27FC236}">
                <a16:creationId xmlns:a16="http://schemas.microsoft.com/office/drawing/2014/main" id="{F1AD4AEE-E72A-E292-13BB-DE525B60463A}"/>
              </a:ext>
            </a:extLst>
          </p:cNvPr>
          <p:cNvSpPr/>
          <p:nvPr/>
        </p:nvSpPr>
        <p:spPr>
          <a:xfrm>
            <a:off x="7647940" y="2317540"/>
            <a:ext cx="45719" cy="50502"/>
          </a:xfrm>
          <a:prstGeom prst="flowChartConnector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>
              <a:latin typeface="Bahnschrift" panose="020B0502040204020203" pitchFamily="34" charset="0"/>
            </a:endParaRPr>
          </a:p>
        </p:txBody>
      </p:sp>
      <p:sp>
        <p:nvSpPr>
          <p:cNvPr id="257" name="Vývojový diagram: spojnice 256">
            <a:extLst>
              <a:ext uri="{FF2B5EF4-FFF2-40B4-BE49-F238E27FC236}">
                <a16:creationId xmlns:a16="http://schemas.microsoft.com/office/drawing/2014/main" id="{FFA1A71D-EEED-3E31-014F-906C0CF82442}"/>
              </a:ext>
            </a:extLst>
          </p:cNvPr>
          <p:cNvSpPr/>
          <p:nvPr/>
        </p:nvSpPr>
        <p:spPr>
          <a:xfrm>
            <a:off x="7647939" y="3403114"/>
            <a:ext cx="45719" cy="50502"/>
          </a:xfrm>
          <a:prstGeom prst="flowChartConnector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>
              <a:latin typeface="Bahnschrift" panose="020B0502040204020203" pitchFamily="34" charset="0"/>
            </a:endParaRPr>
          </a:p>
        </p:txBody>
      </p:sp>
      <p:cxnSp>
        <p:nvCxnSpPr>
          <p:cNvPr id="266" name="Přímá spojnice 265">
            <a:extLst>
              <a:ext uri="{FF2B5EF4-FFF2-40B4-BE49-F238E27FC236}">
                <a16:creationId xmlns:a16="http://schemas.microsoft.com/office/drawing/2014/main" id="{25E6CF0B-759C-14C3-7A3F-D24C874A2BA4}"/>
              </a:ext>
            </a:extLst>
          </p:cNvPr>
          <p:cNvCxnSpPr>
            <a:cxnSpLocks/>
          </p:cNvCxnSpPr>
          <p:nvPr/>
        </p:nvCxnSpPr>
        <p:spPr>
          <a:xfrm flipH="1">
            <a:off x="6628516" y="3429056"/>
            <a:ext cx="103609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7" name="TextovéPole 276">
            <a:extLst>
              <a:ext uri="{FF2B5EF4-FFF2-40B4-BE49-F238E27FC236}">
                <a16:creationId xmlns:a16="http://schemas.microsoft.com/office/drawing/2014/main" id="{E0C35BAB-B4B2-C4E3-72E8-1E13D7A8D67F}"/>
              </a:ext>
            </a:extLst>
          </p:cNvPr>
          <p:cNvSpPr txBox="1"/>
          <p:nvPr/>
        </p:nvSpPr>
        <p:spPr>
          <a:xfrm>
            <a:off x="6812954" y="4020498"/>
            <a:ext cx="7452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1200" noProof="0" dirty="0">
                <a:latin typeface="Bahnschrift" panose="020B0502040204020203" pitchFamily="34" charset="0"/>
              </a:rPr>
              <a:t>I2C BUS</a:t>
            </a:r>
          </a:p>
        </p:txBody>
      </p:sp>
      <p:cxnSp>
        <p:nvCxnSpPr>
          <p:cNvPr id="284" name="Přímá spojnice se šipkou 283">
            <a:extLst>
              <a:ext uri="{FF2B5EF4-FFF2-40B4-BE49-F238E27FC236}">
                <a16:creationId xmlns:a16="http://schemas.microsoft.com/office/drawing/2014/main" id="{513E802F-5040-B5C5-F7B9-B7843A350A8D}"/>
              </a:ext>
            </a:extLst>
          </p:cNvPr>
          <p:cNvCxnSpPr>
            <a:cxnSpLocks/>
            <a:stCxn id="19" idx="3"/>
          </p:cNvCxnSpPr>
          <p:nvPr/>
        </p:nvCxnSpPr>
        <p:spPr>
          <a:xfrm flipV="1">
            <a:off x="2047215" y="2456141"/>
            <a:ext cx="1217917" cy="2381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1" name="TextovéPole 300">
            <a:extLst>
              <a:ext uri="{FF2B5EF4-FFF2-40B4-BE49-F238E27FC236}">
                <a16:creationId xmlns:a16="http://schemas.microsoft.com/office/drawing/2014/main" id="{75DB74C8-2B99-FCD4-AD5B-E2DE978292DA}"/>
              </a:ext>
            </a:extLst>
          </p:cNvPr>
          <p:cNvSpPr txBox="1"/>
          <p:nvPr/>
        </p:nvSpPr>
        <p:spPr>
          <a:xfrm>
            <a:off x="6208094" y="5579509"/>
            <a:ext cx="3740284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cs-CZ" sz="1600" noProof="0" dirty="0">
                <a:latin typeface="Bahnschrift" panose="020B0502040204020203" pitchFamily="34" charset="0"/>
              </a:rPr>
              <a:t>SCU = Sensor and </a:t>
            </a:r>
            <a:r>
              <a:rPr lang="cs-CZ" sz="1600" noProof="0" dirty="0" err="1">
                <a:latin typeface="Bahnschrift" panose="020B0502040204020203" pitchFamily="34" charset="0"/>
              </a:rPr>
              <a:t>Communication</a:t>
            </a:r>
            <a:r>
              <a:rPr lang="cs-CZ" sz="1600" noProof="0" dirty="0">
                <a:latin typeface="Bahnschrift" panose="020B0502040204020203" pitchFamily="34" charset="0"/>
              </a:rPr>
              <a:t> Unit</a:t>
            </a:r>
          </a:p>
        </p:txBody>
      </p:sp>
      <p:cxnSp>
        <p:nvCxnSpPr>
          <p:cNvPr id="302" name="Přímá spojnice se šipkou 301">
            <a:extLst>
              <a:ext uri="{FF2B5EF4-FFF2-40B4-BE49-F238E27FC236}">
                <a16:creationId xmlns:a16="http://schemas.microsoft.com/office/drawing/2014/main" id="{5BA64FBA-3D74-695F-0802-1191791D8C8D}"/>
              </a:ext>
            </a:extLst>
          </p:cNvPr>
          <p:cNvCxnSpPr>
            <a:cxnSpLocks/>
            <a:stCxn id="301" idx="0"/>
          </p:cNvCxnSpPr>
          <p:nvPr/>
        </p:nvCxnSpPr>
        <p:spPr>
          <a:xfrm flipH="1" flipV="1">
            <a:off x="6620100" y="4322749"/>
            <a:ext cx="1458136" cy="12567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6" name="Přímá spojnice se šipkou 305">
            <a:extLst>
              <a:ext uri="{FF2B5EF4-FFF2-40B4-BE49-F238E27FC236}">
                <a16:creationId xmlns:a16="http://schemas.microsoft.com/office/drawing/2014/main" id="{DEEE6217-9019-C734-5496-A2A46DF7AC4F}"/>
              </a:ext>
            </a:extLst>
          </p:cNvPr>
          <p:cNvCxnSpPr>
            <a:cxnSpLocks/>
          </p:cNvCxnSpPr>
          <p:nvPr/>
        </p:nvCxnSpPr>
        <p:spPr>
          <a:xfrm flipV="1">
            <a:off x="5460204" y="4510012"/>
            <a:ext cx="0" cy="2247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7" name="Přímá spojnice se šipkou 306">
            <a:extLst>
              <a:ext uri="{FF2B5EF4-FFF2-40B4-BE49-F238E27FC236}">
                <a16:creationId xmlns:a16="http://schemas.microsoft.com/office/drawing/2014/main" id="{C48DD8C3-114C-8E71-60CC-67DFE87B2990}"/>
              </a:ext>
            </a:extLst>
          </p:cNvPr>
          <p:cNvCxnSpPr>
            <a:cxnSpLocks/>
          </p:cNvCxnSpPr>
          <p:nvPr/>
        </p:nvCxnSpPr>
        <p:spPr>
          <a:xfrm flipV="1">
            <a:off x="6009796" y="4511543"/>
            <a:ext cx="0" cy="2247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2" name="Přímá spojnice se šipkou 311">
            <a:extLst>
              <a:ext uri="{FF2B5EF4-FFF2-40B4-BE49-F238E27FC236}">
                <a16:creationId xmlns:a16="http://schemas.microsoft.com/office/drawing/2014/main" id="{667D8A19-0776-A617-97C0-EBD83C0DD31C}"/>
              </a:ext>
            </a:extLst>
          </p:cNvPr>
          <p:cNvCxnSpPr>
            <a:cxnSpLocks/>
            <a:stCxn id="260" idx="2"/>
          </p:cNvCxnSpPr>
          <p:nvPr/>
        </p:nvCxnSpPr>
        <p:spPr>
          <a:xfrm flipH="1">
            <a:off x="7240017" y="1635161"/>
            <a:ext cx="764318" cy="5408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8" name="Přímá spojnice se šipkou 327">
            <a:extLst>
              <a:ext uri="{FF2B5EF4-FFF2-40B4-BE49-F238E27FC236}">
                <a16:creationId xmlns:a16="http://schemas.microsoft.com/office/drawing/2014/main" id="{CA2FAC22-0D23-4583-2AD0-62C1A3BBB2D3}"/>
              </a:ext>
            </a:extLst>
          </p:cNvPr>
          <p:cNvCxnSpPr>
            <a:cxnSpLocks/>
            <a:stCxn id="331" idx="1"/>
            <a:endCxn id="192" idx="3"/>
          </p:cNvCxnSpPr>
          <p:nvPr/>
        </p:nvCxnSpPr>
        <p:spPr>
          <a:xfrm flipH="1">
            <a:off x="8763041" y="2875317"/>
            <a:ext cx="459430" cy="108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1" name="TextovéPole 330">
            <a:extLst>
              <a:ext uri="{FF2B5EF4-FFF2-40B4-BE49-F238E27FC236}">
                <a16:creationId xmlns:a16="http://schemas.microsoft.com/office/drawing/2014/main" id="{D25DE00F-3EBC-8F0C-B892-2DC6BC7C5B23}"/>
              </a:ext>
            </a:extLst>
          </p:cNvPr>
          <p:cNvSpPr txBox="1"/>
          <p:nvPr/>
        </p:nvSpPr>
        <p:spPr>
          <a:xfrm>
            <a:off x="9222471" y="2706040"/>
            <a:ext cx="1422790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r>
              <a:rPr lang="cs-CZ" sz="1600" noProof="0" dirty="0">
                <a:latin typeface="Bahnschrift"/>
              </a:rPr>
              <a:t>GNSS modul</a:t>
            </a:r>
          </a:p>
        </p:txBody>
      </p:sp>
      <p:sp>
        <p:nvSpPr>
          <p:cNvPr id="334" name="TextovéPole 333">
            <a:extLst>
              <a:ext uri="{FF2B5EF4-FFF2-40B4-BE49-F238E27FC236}">
                <a16:creationId xmlns:a16="http://schemas.microsoft.com/office/drawing/2014/main" id="{7FEED43C-E06A-01CD-72BF-4AB8B4370076}"/>
              </a:ext>
            </a:extLst>
          </p:cNvPr>
          <p:cNvSpPr txBox="1"/>
          <p:nvPr/>
        </p:nvSpPr>
        <p:spPr>
          <a:xfrm>
            <a:off x="9224040" y="2117587"/>
            <a:ext cx="1851191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r>
              <a:rPr lang="cs-CZ" sz="1600" noProof="0" dirty="0">
                <a:latin typeface="Bahnschrift"/>
              </a:rPr>
              <a:t>2.4GHz RF modul</a:t>
            </a:r>
          </a:p>
        </p:txBody>
      </p:sp>
      <p:cxnSp>
        <p:nvCxnSpPr>
          <p:cNvPr id="335" name="Přímá spojnice se šipkou 334">
            <a:extLst>
              <a:ext uri="{FF2B5EF4-FFF2-40B4-BE49-F238E27FC236}">
                <a16:creationId xmlns:a16="http://schemas.microsoft.com/office/drawing/2014/main" id="{CA150725-A429-6829-60B8-E746993B291F}"/>
              </a:ext>
            </a:extLst>
          </p:cNvPr>
          <p:cNvCxnSpPr>
            <a:cxnSpLocks/>
            <a:stCxn id="334" idx="1"/>
            <a:endCxn id="209" idx="3"/>
          </p:cNvCxnSpPr>
          <p:nvPr/>
        </p:nvCxnSpPr>
        <p:spPr>
          <a:xfrm flipH="1">
            <a:off x="8753560" y="2286864"/>
            <a:ext cx="470480" cy="559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9" name="TextovéPole 338">
            <a:extLst>
              <a:ext uri="{FF2B5EF4-FFF2-40B4-BE49-F238E27FC236}">
                <a16:creationId xmlns:a16="http://schemas.microsoft.com/office/drawing/2014/main" id="{8B97EF30-90CE-6F9E-F8AA-E59600790A9C}"/>
              </a:ext>
            </a:extLst>
          </p:cNvPr>
          <p:cNvSpPr txBox="1"/>
          <p:nvPr/>
        </p:nvSpPr>
        <p:spPr>
          <a:xfrm>
            <a:off x="4028471" y="3761313"/>
            <a:ext cx="4395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1200" noProof="0" dirty="0">
                <a:latin typeface="Bahnschrift" panose="020B0502040204020203" pitchFamily="34" charset="0"/>
              </a:rPr>
              <a:t>3V3</a:t>
            </a:r>
          </a:p>
        </p:txBody>
      </p:sp>
      <p:sp>
        <p:nvSpPr>
          <p:cNvPr id="341" name="TextovéPole 340">
            <a:extLst>
              <a:ext uri="{FF2B5EF4-FFF2-40B4-BE49-F238E27FC236}">
                <a16:creationId xmlns:a16="http://schemas.microsoft.com/office/drawing/2014/main" id="{5F4CB26E-4443-2187-FC8D-014504015EA8}"/>
              </a:ext>
            </a:extLst>
          </p:cNvPr>
          <p:cNvSpPr txBox="1"/>
          <p:nvPr/>
        </p:nvSpPr>
        <p:spPr>
          <a:xfrm>
            <a:off x="4671453" y="5575870"/>
            <a:ext cx="1122028" cy="5847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cs-CZ" sz="1600" noProof="0" dirty="0">
                <a:latin typeface="Bahnschrift" panose="020B0502040204020203" pitchFamily="34" charset="0"/>
              </a:rPr>
              <a:t>USB Konektor</a:t>
            </a:r>
          </a:p>
        </p:txBody>
      </p:sp>
      <p:cxnSp>
        <p:nvCxnSpPr>
          <p:cNvPr id="342" name="Přímá spojnice se šipkou 341">
            <a:extLst>
              <a:ext uri="{FF2B5EF4-FFF2-40B4-BE49-F238E27FC236}">
                <a16:creationId xmlns:a16="http://schemas.microsoft.com/office/drawing/2014/main" id="{F8F37BC5-BE25-6DE4-F381-F2C10FD0F55F}"/>
              </a:ext>
            </a:extLst>
          </p:cNvPr>
          <p:cNvCxnSpPr>
            <a:cxnSpLocks/>
            <a:stCxn id="341" idx="0"/>
            <a:endCxn id="130" idx="2"/>
          </p:cNvCxnSpPr>
          <p:nvPr/>
        </p:nvCxnSpPr>
        <p:spPr>
          <a:xfrm flipV="1">
            <a:off x="5232467" y="5117342"/>
            <a:ext cx="1" cy="4585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23915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B5E5C47-42A8-658D-3F0E-B3DEC1EFA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30" y="114868"/>
            <a:ext cx="11062252" cy="1325563"/>
          </a:xfrm>
        </p:spPr>
        <p:txBody>
          <a:bodyPr/>
          <a:lstStyle/>
          <a:p>
            <a:r>
              <a:rPr lang="cs-CZ" b="1" noProof="0" dirty="0">
                <a:latin typeface="Bahnschrift" panose="020B0502040204020203" pitchFamily="34" charset="0"/>
              </a:rPr>
              <a:t>2.2 ELEKTRONICKÁ ČÁST – NAPÁJENÍ </a:t>
            </a:r>
          </a:p>
        </p:txBody>
      </p:sp>
      <p:pic>
        <p:nvPicPr>
          <p:cNvPr id="14" name="Grafický objekt 13">
            <a:extLst>
              <a:ext uri="{FF2B5EF4-FFF2-40B4-BE49-F238E27FC236}">
                <a16:creationId xmlns:a16="http://schemas.microsoft.com/office/drawing/2014/main" id="{2C81437A-B889-9229-C26A-1ED99FAF48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712" t="9444" r="4337" b="6019"/>
          <a:stretch/>
        </p:blipFill>
        <p:spPr>
          <a:xfrm>
            <a:off x="2405859" y="1440431"/>
            <a:ext cx="7748794" cy="5148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7332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89979CD-BEC3-36B4-48D7-1E01824E9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noProof="0" dirty="0">
                <a:latin typeface="Bahnschrift"/>
              </a:rPr>
              <a:t>3. POHONNÝ SYSTÉM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20D878F-7AEE-C999-047F-DC72D77061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6857" y="1681257"/>
            <a:ext cx="11029335" cy="3090504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cs-CZ" noProof="0" dirty="0"/>
              <a:t>Pohyb dronu bude řešen pomocí BLDC motorů</a:t>
            </a:r>
          </a:p>
          <a:p>
            <a:r>
              <a:rPr lang="cs-CZ" noProof="0" dirty="0"/>
              <a:t>Požadavky pro pohon:</a:t>
            </a:r>
          </a:p>
          <a:p>
            <a:pPr lvl="1">
              <a:buFontTx/>
              <a:buChar char="-"/>
            </a:pPr>
            <a:r>
              <a:rPr lang="cs-CZ" sz="2800" noProof="0" dirty="0"/>
              <a:t>Vysoka rychlost BLDC motorů </a:t>
            </a:r>
          </a:p>
          <a:p>
            <a:pPr lvl="1">
              <a:buFontTx/>
              <a:buChar char="-"/>
            </a:pPr>
            <a:r>
              <a:rPr lang="cs-CZ" sz="2800" noProof="0" dirty="0"/>
              <a:t>Možnost přidaní enkodérů</a:t>
            </a:r>
          </a:p>
          <a:p>
            <a:pPr marL="457200" lvl="1" indent="0">
              <a:buNone/>
            </a:pPr>
            <a:endParaRPr lang="cs-CZ" sz="2800" noProof="0" dirty="0"/>
          </a:p>
        </p:txBody>
      </p:sp>
      <p:pic>
        <p:nvPicPr>
          <p:cNvPr id="1026" name="Picture 2" descr="1800KV BLDC Motor Brushless DC Motor for Drone - Vayuyaan">
            <a:extLst>
              <a:ext uri="{FF2B5EF4-FFF2-40B4-BE49-F238E27FC236}">
                <a16:creationId xmlns:a16="http://schemas.microsoft.com/office/drawing/2014/main" id="{FCF3712B-865E-B8B0-9863-8C797B33C4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46243" y="2703923"/>
            <a:ext cx="2628900" cy="2628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23652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0107609-A9E0-25F2-EA1A-3840FEFA04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550" y="1691403"/>
            <a:ext cx="10725150" cy="178625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 noProof="0" dirty="0">
                <a:latin typeface="Bierstadt"/>
              </a:rPr>
              <a:t>3D tištěna konstrukce z filamentu PC </a:t>
            </a:r>
            <a:r>
              <a:rPr lang="cs-CZ" noProof="0" dirty="0" err="1">
                <a:latin typeface="Bierstadt"/>
              </a:rPr>
              <a:t>Blend</a:t>
            </a:r>
            <a:r>
              <a:rPr lang="cs-CZ" noProof="0" dirty="0">
                <a:latin typeface="Bierstadt"/>
              </a:rPr>
              <a:t> </a:t>
            </a:r>
            <a:r>
              <a:rPr lang="cs-CZ" noProof="0" dirty="0" err="1">
                <a:latin typeface="Bierstadt"/>
              </a:rPr>
              <a:t>Carbon</a:t>
            </a:r>
            <a:r>
              <a:rPr lang="cs-CZ" noProof="0" dirty="0">
                <a:latin typeface="Bierstadt"/>
              </a:rPr>
              <a:t> </a:t>
            </a:r>
            <a:r>
              <a:rPr lang="cs-CZ" noProof="0" dirty="0" err="1">
                <a:latin typeface="Bierstadt"/>
              </a:rPr>
              <a:t>Fiber</a:t>
            </a:r>
            <a:endParaRPr lang="cs-CZ" noProof="0" dirty="0">
              <a:latin typeface="Bierstadt"/>
            </a:endParaRPr>
          </a:p>
          <a:p>
            <a:r>
              <a:rPr lang="cs-CZ" noProof="0" dirty="0">
                <a:latin typeface="Bierstadt"/>
              </a:rPr>
              <a:t>V případě komplikaci z konstrukci je možné vytvořit „simulační podložku“ která bude simulovat stabilizace zařízení</a:t>
            </a: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AA71B38B-A540-C075-0C05-473C3100F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551920" cy="1325563"/>
          </a:xfrm>
        </p:spPr>
        <p:txBody>
          <a:bodyPr/>
          <a:lstStyle/>
          <a:p>
            <a:r>
              <a:rPr lang="cs-CZ" b="1" noProof="0" dirty="0">
                <a:latin typeface="Bahnschrift" panose="020B0502040204020203" pitchFamily="34" charset="0"/>
              </a:rPr>
              <a:t>4. MECHANIKA</a:t>
            </a:r>
          </a:p>
        </p:txBody>
      </p:sp>
      <p:pic>
        <p:nvPicPr>
          <p:cNvPr id="2050" name="Picture 2" descr="Drone frame FPV APEX HD 8 362mm – Kvalitní solární panely a technologie –  ECO Galactics EcoGalactics">
            <a:extLst>
              <a:ext uri="{FF2B5EF4-FFF2-40B4-BE49-F238E27FC236}">
                <a16:creationId xmlns:a16="http://schemas.microsoft.com/office/drawing/2014/main" id="{FC3E518E-D906-6AA2-C53D-E8B45424A5E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64" t="11355" r="10604" b="8694"/>
          <a:stretch/>
        </p:blipFill>
        <p:spPr bwMode="auto">
          <a:xfrm>
            <a:off x="7867650" y="3477658"/>
            <a:ext cx="4102100" cy="3124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091458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80121-3AEA-0704-824A-689364EF0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noProof="0" dirty="0">
                <a:latin typeface="Bahnschrift"/>
              </a:rPr>
              <a:t>5. SOFTWARE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D844A0-AF84-3B13-5A91-819C2915C7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102379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/>
            <a:r>
              <a:rPr lang="cs-CZ" sz="2000" noProof="0" dirty="0"/>
              <a:t>Regulace pomocí PID regulátoru / Kalmanové filtry</a:t>
            </a:r>
            <a:endParaRPr lang="cs-CZ" sz="2000" b="1" noProof="0" dirty="0"/>
          </a:p>
          <a:p>
            <a:pPr marL="342900" indent="-342900"/>
            <a:r>
              <a:rPr lang="cs-CZ" sz="2000" b="1" noProof="0" dirty="0"/>
              <a:t>Jazyk:</a:t>
            </a:r>
            <a:r>
              <a:rPr lang="cs-CZ" sz="2000" noProof="0" dirty="0"/>
              <a:t> C/C++</a:t>
            </a:r>
          </a:p>
          <a:p>
            <a:pPr marL="342900" indent="-342900"/>
            <a:r>
              <a:rPr lang="cs-CZ" sz="2000" b="1" noProof="0" dirty="0"/>
              <a:t>Vývojové prostředí:</a:t>
            </a:r>
            <a:r>
              <a:rPr lang="cs-CZ" sz="2000" noProof="0" dirty="0"/>
              <a:t> </a:t>
            </a:r>
            <a:r>
              <a:rPr lang="cs-CZ" sz="2000" noProof="0" dirty="0" err="1"/>
              <a:t>Vscode</a:t>
            </a:r>
            <a:r>
              <a:rPr lang="cs-CZ" sz="2000" noProof="0"/>
              <a:t>, STM32CubeIDE</a:t>
            </a:r>
            <a:endParaRPr lang="cs-CZ" sz="2000" noProof="0" dirty="0"/>
          </a:p>
          <a:p>
            <a:pPr marL="342900" indent="-342900"/>
            <a:r>
              <a:rPr lang="cs-CZ" sz="2000" b="1" noProof="0" dirty="0"/>
              <a:t>Extension: </a:t>
            </a:r>
            <a:r>
              <a:rPr lang="cs-CZ" sz="2000" noProof="0" dirty="0"/>
              <a:t>PlatformIO</a:t>
            </a:r>
          </a:p>
          <a:p>
            <a:pPr marL="342900" indent="-342900"/>
            <a:r>
              <a:rPr lang="cs-CZ" sz="2000" b="1" noProof="0" dirty="0"/>
              <a:t>Knihovny:</a:t>
            </a:r>
            <a:r>
              <a:rPr lang="cs-CZ" sz="2000" noProof="0" dirty="0"/>
              <a:t> Arduino.h, FreeRTOS</a:t>
            </a:r>
          </a:p>
          <a:p>
            <a:pPr marL="342900" indent="-342900"/>
            <a:r>
              <a:rPr lang="cs-CZ" sz="2000" b="1" noProof="0" dirty="0"/>
              <a:t>Operační systém: </a:t>
            </a:r>
            <a:r>
              <a:rPr lang="cs-CZ" sz="2000" noProof="0" dirty="0"/>
              <a:t>FreeRTOS</a:t>
            </a:r>
          </a:p>
          <a:p>
            <a:pPr marL="342900" indent="-342900"/>
            <a:endParaRPr lang="cs-CZ" sz="2000" noProof="0" dirty="0"/>
          </a:p>
          <a:p>
            <a:pPr marL="342900" indent="-342900"/>
            <a:endParaRPr lang="cs-CZ" sz="2000" noProof="0" dirty="0"/>
          </a:p>
        </p:txBody>
      </p:sp>
      <p:pic>
        <p:nvPicPr>
          <p:cNvPr id="5" name="Picture 4" descr="PlatformIO Reviews 2025: Details, Pricing, &amp; Features | G2">
            <a:extLst>
              <a:ext uri="{FF2B5EF4-FFF2-40B4-BE49-F238E27FC236}">
                <a16:creationId xmlns:a16="http://schemas.microsoft.com/office/drawing/2014/main" id="{DC143C0F-5CCC-0F09-86DA-7301A8B447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6575" y="205581"/>
            <a:ext cx="2952750" cy="155257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6" name="Picture 5" descr="What is C++? - Viking Software A/S">
            <a:extLst>
              <a:ext uri="{FF2B5EF4-FFF2-40B4-BE49-F238E27FC236}">
                <a16:creationId xmlns:a16="http://schemas.microsoft.com/office/drawing/2014/main" id="{CFC0FF91-8B9E-756D-344E-884F04F5C4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6699" y="2712878"/>
            <a:ext cx="2381250" cy="238125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8" name="Obrázek 7" descr="Obsah obrázku text, Písmo, logo, Grafika&#10;&#10;Obsah vygenerovaný umělou inteligencí může být nesprávný.">
            <a:extLst>
              <a:ext uri="{FF2B5EF4-FFF2-40B4-BE49-F238E27FC236}">
                <a16:creationId xmlns:a16="http://schemas.microsoft.com/office/drawing/2014/main" id="{050930EA-9437-17DE-C882-5CC51D4DF8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8253" y="4864743"/>
            <a:ext cx="2382197" cy="137968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324147472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A76C6F4E2F935740B0FBB8A41883C973" ma:contentTypeVersion="12" ma:contentTypeDescription="Vytvoří nový dokument" ma:contentTypeScope="" ma:versionID="888996ad8978cf62e8e46d9887be6a3d">
  <xsd:schema xmlns:xsd="http://www.w3.org/2001/XMLSchema" xmlns:xs="http://www.w3.org/2001/XMLSchema" xmlns:p="http://schemas.microsoft.com/office/2006/metadata/properties" xmlns:ns3="30a7c0b2-3957-4ee6-848f-03628eecaa28" targetNamespace="http://schemas.microsoft.com/office/2006/metadata/properties" ma:root="true" ma:fieldsID="38c968d1977a914dc95045218291605b" ns3:_="">
    <xsd:import namespace="30a7c0b2-3957-4ee6-848f-03628eecaa28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DateTaken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0a7c0b2-3957-4ee6-848f-03628eecaa2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30a7c0b2-3957-4ee6-848f-03628eecaa28" xsi:nil="true"/>
  </documentManagement>
</p:properties>
</file>

<file path=customXml/itemProps1.xml><?xml version="1.0" encoding="utf-8"?>
<ds:datastoreItem xmlns:ds="http://schemas.openxmlformats.org/officeDocument/2006/customXml" ds:itemID="{2F5E4D1C-BBCB-44ED-9479-5FAC7164378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E04087B-E752-4F2D-9B94-986CA935590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0a7c0b2-3957-4ee6-848f-03628eecaa2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1A65138-0D77-4078-A63C-8EF20758496D}">
  <ds:schemaRefs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2006/documentManagement/types"/>
    <ds:schemaRef ds:uri="http://purl.org/dc/dcmitype/"/>
    <ds:schemaRef ds:uri="http://schemas.microsoft.com/office/infopath/2007/PartnerControls"/>
    <ds:schemaRef ds:uri="30a7c0b2-3957-4ee6-848f-03628eecaa28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780</TotalTime>
  <Words>238</Words>
  <Application>Microsoft Office PowerPoint</Application>
  <PresentationFormat>Širokoúhlá obrazovka</PresentationFormat>
  <Paragraphs>64</Paragraphs>
  <Slides>7</Slides>
  <Notes>1</Notes>
  <HiddenSlides>0</HiddenSlides>
  <MMClips>0</MMClips>
  <ScaleCrop>false</ScaleCrop>
  <HeadingPairs>
    <vt:vector size="6" baseType="variant">
      <vt:variant>
        <vt:lpstr>Použitá písma</vt:lpstr>
      </vt:variant>
      <vt:variant>
        <vt:i4>6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7</vt:i4>
      </vt:variant>
    </vt:vector>
  </HeadingPairs>
  <TitlesOfParts>
    <vt:vector size="14" baseType="lpstr">
      <vt:lpstr>Aptos</vt:lpstr>
      <vt:lpstr>Aptos Display</vt:lpstr>
      <vt:lpstr>Arial</vt:lpstr>
      <vt:lpstr>Bahnschrift</vt:lpstr>
      <vt:lpstr>Bierstadt</vt:lpstr>
      <vt:lpstr>Bierstadt Display</vt:lpstr>
      <vt:lpstr>Motiv Office</vt:lpstr>
      <vt:lpstr>FINCA</vt:lpstr>
      <vt:lpstr>1. HLAVNÍ POŽADAVKY PROJEKTU</vt:lpstr>
      <vt:lpstr>2. NÁVRH HLAVNÍHO PCB</vt:lpstr>
      <vt:lpstr>2.2 ELEKTRONICKÁ ČÁST – NAPÁJENÍ </vt:lpstr>
      <vt:lpstr>3. POHONNÝ SYSTÉM</vt:lpstr>
      <vt:lpstr>4. MECHANIKA</vt:lpstr>
      <vt:lpstr>5. SOFTWARE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PARS</dc:title>
  <dc:creator>Popov Savva</dc:creator>
  <cp:lastModifiedBy>Men Menson</cp:lastModifiedBy>
  <cp:revision>2</cp:revision>
  <dcterms:created xsi:type="dcterms:W3CDTF">2025-03-03T21:15:47Z</dcterms:created>
  <dcterms:modified xsi:type="dcterms:W3CDTF">2025-03-13T09:47:51Z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0x010100A76C6F4E2F935740B0FBB8A41883C973</vt:lpwstr>
  </property>
</Properties>
</file>